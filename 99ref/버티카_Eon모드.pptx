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3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4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5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4" r:id="rId4"/>
    <p:sldMasterId id="2147483808" r:id="rId5"/>
    <p:sldMasterId id="2147483835" r:id="rId6"/>
    <p:sldMasterId id="2147483861" r:id="rId7"/>
    <p:sldMasterId id="2147483883" r:id="rId8"/>
    <p:sldMasterId id="2147483910" r:id="rId9"/>
  </p:sldMasterIdLst>
  <p:notesMasterIdLst>
    <p:notesMasterId r:id="rId52"/>
  </p:notesMasterIdLst>
  <p:sldIdLst>
    <p:sldId id="2147482020" r:id="rId10"/>
    <p:sldId id="2147480475" r:id="rId11"/>
    <p:sldId id="2147480593" r:id="rId12"/>
    <p:sldId id="2147482027" r:id="rId13"/>
    <p:sldId id="2147468610" r:id="rId14"/>
    <p:sldId id="2147480572" r:id="rId15"/>
    <p:sldId id="2147480573" r:id="rId16"/>
    <p:sldId id="2147480574" r:id="rId17"/>
    <p:sldId id="2147480588" r:id="rId18"/>
    <p:sldId id="2147480505" r:id="rId19"/>
    <p:sldId id="2147480506" r:id="rId20"/>
    <p:sldId id="2147480507" r:id="rId21"/>
    <p:sldId id="2113416943" r:id="rId22"/>
    <p:sldId id="2147480509" r:id="rId23"/>
    <p:sldId id="2147480514" r:id="rId24"/>
    <p:sldId id="2113416988" r:id="rId25"/>
    <p:sldId id="2147482045" r:id="rId26"/>
    <p:sldId id="2147480536" r:id="rId27"/>
    <p:sldId id="2147480544" r:id="rId28"/>
    <p:sldId id="2147480587" r:id="rId29"/>
    <p:sldId id="2147480564" r:id="rId30"/>
    <p:sldId id="2147482023" r:id="rId31"/>
    <p:sldId id="2147480565" r:id="rId32"/>
    <p:sldId id="2147482024" r:id="rId33"/>
    <p:sldId id="2147482049" r:id="rId34"/>
    <p:sldId id="2147480590" r:id="rId35"/>
    <p:sldId id="2147480591" r:id="rId36"/>
    <p:sldId id="2147482017" r:id="rId37"/>
    <p:sldId id="2147482018" r:id="rId38"/>
    <p:sldId id="2147480545" r:id="rId39"/>
    <p:sldId id="2147480612" r:id="rId40"/>
    <p:sldId id="2147482046" r:id="rId41"/>
    <p:sldId id="2147482054" r:id="rId42"/>
    <p:sldId id="2147482036" r:id="rId43"/>
    <p:sldId id="2147482055" r:id="rId44"/>
    <p:sldId id="2147482047" r:id="rId45"/>
    <p:sldId id="2147482053" r:id="rId46"/>
    <p:sldId id="2147482034" r:id="rId47"/>
    <p:sldId id="2147482048" r:id="rId48"/>
    <p:sldId id="2147480520" r:id="rId49"/>
    <p:sldId id="2147480598" r:id="rId50"/>
    <p:sldId id="2147480437" r:id="rId51"/>
  </p:sldIdLst>
  <p:sldSz cx="12192000" cy="6858000"/>
  <p:notesSz cx="6858000" cy="9144000"/>
  <p:defaultTextStyle>
    <a:defPPr>
      <a:defRPr lang="en-US"/>
    </a:defPPr>
    <a:lvl1pPr marL="0" indent="0" algn="l" rtl="0" eaLnBrk="1" fontAlgn="base" hangingPunct="1">
      <a:lnSpc>
        <a:spcPct val="100000"/>
      </a:lnSpc>
      <a:spcBef>
        <a:spcPts val="800"/>
      </a:spcBef>
      <a:spcAft>
        <a:spcPts val="300"/>
      </a:spcAft>
      <a:buClr>
        <a:schemeClr val="accent1"/>
      </a:buClr>
      <a:buSzPct val="110000"/>
      <a:buFont typeface="Arial" panose="020B0604020202020204" pitchFamily="34" charset="0"/>
      <a:buNone/>
      <a:defRPr sz="2000" b="0" i="0" kern="1200">
        <a:solidFill>
          <a:schemeClr val="tx1"/>
        </a:solidFill>
        <a:latin typeface="Arial" panose="020B0604020202020204" pitchFamily="34" charset="0"/>
        <a:ea typeface="ＭＳ Ｐゴシック" charset="0"/>
        <a:cs typeface="Arial" panose="020B0604020202020204" pitchFamily="34" charset="0"/>
      </a:defRPr>
    </a:lvl1pPr>
    <a:lvl2pPr marL="222250" indent="-212725" algn="l" rtl="0" eaLnBrk="1" fontAlgn="base" hangingPunct="1">
      <a:lnSpc>
        <a:spcPct val="100000"/>
      </a:lnSpc>
      <a:spcBef>
        <a:spcPts val="0"/>
      </a:spcBef>
      <a:spcAft>
        <a:spcPct val="0"/>
      </a:spcAft>
      <a:buClr>
        <a:schemeClr val="accent1"/>
      </a:buClr>
      <a:buSzPct val="110000"/>
      <a:buFont typeface="Arial" panose="020B0604020202020204" pitchFamily="34" charset="0"/>
      <a:buChar char="•"/>
      <a:tabLst/>
      <a:defRPr sz="1800" kern="1200">
        <a:solidFill>
          <a:schemeClr val="tx1"/>
        </a:solidFill>
        <a:latin typeface="+mj-lt"/>
        <a:ea typeface="ＭＳ Ｐゴシック" charset="0"/>
        <a:cs typeface="HelveticaNeueLT Std"/>
      </a:defRPr>
    </a:lvl2pPr>
    <a:lvl3pPr marL="468000" indent="-226800" algn="l" rtl="0" eaLnBrk="1" fontAlgn="base" hangingPunct="1">
      <a:lnSpc>
        <a:spcPct val="100000"/>
      </a:lnSpc>
      <a:spcBef>
        <a:spcPts val="200"/>
      </a:spcBef>
      <a:spcAft>
        <a:spcPct val="0"/>
      </a:spcAft>
      <a:buClr>
        <a:schemeClr val="accent1"/>
      </a:buClr>
      <a:buSzPct val="115000"/>
      <a:buFont typeface="Arial" panose="020B0604020202020204" pitchFamily="34" charset="0"/>
      <a:buChar char="•"/>
      <a:defRPr sz="1600" kern="1200">
        <a:solidFill>
          <a:schemeClr val="tx1"/>
        </a:solidFill>
        <a:latin typeface="+mj-lt"/>
        <a:ea typeface="ＭＳ Ｐゴシック" charset="0"/>
        <a:cs typeface="HelveticaNeueLT Std"/>
      </a:defRPr>
    </a:lvl3pPr>
    <a:lvl4pPr marL="666000" indent="-212400" algn="l" rtl="0" eaLnBrk="1" fontAlgn="base" hangingPunct="1">
      <a:lnSpc>
        <a:spcPct val="100000"/>
      </a:lnSpc>
      <a:spcBef>
        <a:spcPts val="200"/>
      </a:spcBef>
      <a:spcAft>
        <a:spcPct val="0"/>
      </a:spcAft>
      <a:buClr>
        <a:schemeClr val="accent1"/>
      </a:buClr>
      <a:buSzPct val="85000"/>
      <a:buFont typeface="Wingdings" pitchFamily="2" charset="2"/>
      <a:buChar char="§"/>
      <a:tabLst/>
      <a:defRPr lang="en-US" sz="1400" kern="1200" dirty="0" smtClean="0">
        <a:solidFill>
          <a:schemeClr val="tx1"/>
        </a:solidFill>
        <a:latin typeface="+mj-lt"/>
        <a:ea typeface="ＭＳ Ｐゴシック" charset="0"/>
        <a:cs typeface="HelveticaNeueLT Std"/>
      </a:defRPr>
    </a:lvl4pPr>
    <a:lvl5pPr marL="666000" indent="-212400" algn="l" rtl="0" eaLnBrk="1" fontAlgn="base" hangingPunct="1">
      <a:lnSpc>
        <a:spcPct val="100000"/>
      </a:lnSpc>
      <a:spcBef>
        <a:spcPts val="200"/>
      </a:spcBef>
      <a:spcAft>
        <a:spcPct val="0"/>
      </a:spcAft>
      <a:buClr>
        <a:schemeClr val="accent1"/>
      </a:buClr>
      <a:buSzPct val="85000"/>
      <a:buFont typeface="Wingdings" pitchFamily="2" charset="2"/>
      <a:buChar char="§"/>
      <a:tabLst/>
      <a:defRPr lang="en-US" sz="1400" kern="1200" dirty="0" smtClean="0">
        <a:solidFill>
          <a:schemeClr val="tx1"/>
        </a:solidFill>
        <a:latin typeface="+mj-lt"/>
        <a:ea typeface="ＭＳ Ｐゴシック" charset="0"/>
        <a:cs typeface="HelveticaNeueLT Std"/>
      </a:defRPr>
    </a:lvl5pPr>
    <a:lvl6pPr marL="666000" indent="-212400" algn="l" defTabSz="1219124" rtl="0" eaLnBrk="1" latinLnBrk="0" hangingPunct="1">
      <a:lnSpc>
        <a:spcPct val="100000"/>
      </a:lnSpc>
      <a:spcBef>
        <a:spcPts val="200"/>
      </a:spcBef>
      <a:buClr>
        <a:schemeClr val="accent1"/>
      </a:buClr>
      <a:buSzPct val="85000"/>
      <a:buFont typeface="Wingdings" pitchFamily="2" charset="2"/>
      <a:buChar char="§"/>
      <a:tabLst/>
      <a:defRPr lang="en-US" sz="1400" kern="1200" dirty="0" smtClean="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666000" indent="-212400" algn="l" defTabSz="1219124" rtl="0" eaLnBrk="1" latinLnBrk="0" hangingPunct="1">
      <a:lnSpc>
        <a:spcPct val="100000"/>
      </a:lnSpc>
      <a:spcBef>
        <a:spcPts val="200"/>
      </a:spcBef>
      <a:buClr>
        <a:schemeClr val="accent1"/>
      </a:buClr>
      <a:buSzPct val="85000"/>
      <a:buFont typeface="Wingdings" pitchFamily="2" charset="2"/>
      <a:buChar char="§"/>
      <a:tabLst/>
      <a:defRPr lang="en-US" sz="1400" kern="1200" baseline="0" dirty="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666000" indent="-212400" algn="l" defTabSz="1219124" rtl="0" eaLnBrk="1" latinLnBrk="0" hangingPunct="1">
      <a:lnSpc>
        <a:spcPct val="100000"/>
      </a:lnSpc>
      <a:spcBef>
        <a:spcPts val="200"/>
      </a:spcBef>
      <a:buClr>
        <a:schemeClr val="accent1"/>
      </a:buClr>
      <a:buSzPct val="85000"/>
      <a:buFont typeface="Wingdings" pitchFamily="2" charset="2"/>
      <a:buChar char="§"/>
      <a:defRPr lang="en-US" sz="1400" kern="1200" baseline="0" dirty="0" smtClean="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666000" indent="-212400" algn="l" defTabSz="1219124" rtl="0" eaLnBrk="1" latinLnBrk="0" hangingPunct="1">
      <a:lnSpc>
        <a:spcPct val="100000"/>
      </a:lnSpc>
      <a:spcBef>
        <a:spcPts val="200"/>
      </a:spcBef>
      <a:buClr>
        <a:schemeClr val="accent1"/>
      </a:buClr>
      <a:buSzPct val="85000"/>
      <a:buFont typeface="Wingdings" pitchFamily="2" charset="2"/>
      <a:buChar char="§"/>
      <a:defRPr lang="en-US" sz="1400" kern="1200" baseline="0" dirty="0" smtClean="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Template Instructions" id="{1F85C6E9-06B5-DF45-8098-7D84678FB275}">
          <p14:sldIdLst>
            <p14:sldId id="2147482020"/>
            <p14:sldId id="2147480475"/>
            <p14:sldId id="2147480593"/>
            <p14:sldId id="2147482027"/>
            <p14:sldId id="2147468610"/>
            <p14:sldId id="2147480572"/>
            <p14:sldId id="2147480573"/>
            <p14:sldId id="2147480574"/>
            <p14:sldId id="2147480588"/>
            <p14:sldId id="2147480505"/>
            <p14:sldId id="2147480506"/>
            <p14:sldId id="2147480507"/>
            <p14:sldId id="2113416943"/>
            <p14:sldId id="2147480509"/>
            <p14:sldId id="2147480514"/>
            <p14:sldId id="2113416988"/>
            <p14:sldId id="2147482045"/>
            <p14:sldId id="2147480536"/>
            <p14:sldId id="2147480544"/>
            <p14:sldId id="2147480587"/>
            <p14:sldId id="2147480564"/>
            <p14:sldId id="2147482023"/>
            <p14:sldId id="2147480565"/>
            <p14:sldId id="2147482024"/>
            <p14:sldId id="2147482049"/>
            <p14:sldId id="2147480590"/>
            <p14:sldId id="2147480591"/>
            <p14:sldId id="2147482017"/>
            <p14:sldId id="2147482018"/>
            <p14:sldId id="2147480545"/>
            <p14:sldId id="2147480612"/>
            <p14:sldId id="2147482046"/>
            <p14:sldId id="2147482054"/>
            <p14:sldId id="2147482036"/>
            <p14:sldId id="2147482055"/>
            <p14:sldId id="2147482047"/>
            <p14:sldId id="2147482053"/>
            <p14:sldId id="2147482034"/>
            <p14:sldId id="2147482048"/>
            <p14:sldId id="2147480520"/>
            <p14:sldId id="2147480598"/>
            <p14:sldId id="2147480437"/>
          </p14:sldIdLst>
        </p14:section>
        <p14:section name="Template Assets" id="{503FBE05-0F20-124E-A9F3-55CB8BB298B7}">
          <p14:sldIdLst/>
        </p14:section>
        <p14:section name="Template Layouts" id="{5870532F-1159-F943-B97A-0D9174FEAD75}">
          <p14:sldIdLst/>
        </p14:section>
        <p14:section name="Default Layouts" id="{9BB27FA6-9869-C541-BF92-4DC2E4B93F31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1389" userDrawn="1">
          <p15:clr>
            <a:srgbClr val="A4A3A4"/>
          </p15:clr>
        </p15:guide>
        <p15:guide id="3" pos="3817" userDrawn="1">
          <p15:clr>
            <a:srgbClr val="A4A3A4"/>
          </p15:clr>
        </p15:guide>
        <p15:guide id="5" pos="24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444"/>
    <a:srgbClr val="2067F8"/>
    <a:srgbClr val="F68536"/>
    <a:srgbClr val="33CFA8"/>
    <a:srgbClr val="00008B"/>
    <a:srgbClr val="A6A6A6"/>
    <a:srgbClr val="D9D9D9"/>
    <a:srgbClr val="1A69FF"/>
    <a:srgbClr val="0078EF"/>
    <a:srgbClr val="326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1EEB318-68D2-413D-8D9D-776C0A3E2C2C}" styleName="OpenText Custom Table">
    <a:wholeTbl>
      <a:tcTxStyle>
        <a:fontRef idx="minor"/>
        <a:schemeClr val="dk2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dk2"/>
              </a:solidFill>
            </a:ln>
          </a:top>
          <a:bottom>
            <a:ln w="20000" cmpd="sng">
              <a:solidFill>
                <a:schemeClr val="dk1"/>
              </a:solidFill>
            </a:ln>
          </a:bottom>
          <a:insideH>
            <a:ln w="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</a:tcStyle>
    </a:band1H>
    <a:band2H>
      <a:tcStyle>
        <a:tcBdr/>
        <a:fill>
          <a:solidFill>
            <a:schemeClr val="accent1">
              <a:tint val="10000"/>
            </a:schemeClr>
          </a:solidFill>
        </a:fill>
      </a:tcStyle>
    </a:band2H>
    <a:band1V>
      <a:tcStyle>
        <a:tcBdr/>
      </a:tcStyle>
    </a:band1V>
    <a:band2V>
      <a:tcStyle>
        <a:tcBdr/>
        <a:fill>
          <a:solidFill>
            <a:schemeClr val="accent1">
              <a:tint val="10000"/>
            </a:schemeClr>
          </a:solidFill>
        </a:fill>
      </a:tcStyle>
    </a:band2V>
    <a:firstRow>
      <a:tcTxStyle b="on">
        <a:fontRef idx="minor"/>
        <a:schemeClr val="lt1"/>
      </a:tcTxStyle>
      <a:tcStyle>
        <a:tcBdr/>
        <a:fill>
          <a:solidFill>
            <a:schemeClr val="dk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0" autoAdjust="0"/>
    <p:restoredTop sz="95191" autoAdjust="0"/>
  </p:normalViewPr>
  <p:slideViewPr>
    <p:cSldViewPr snapToGrid="0">
      <p:cViewPr varScale="1">
        <p:scale>
          <a:sx n="101" d="100"/>
          <a:sy n="101" d="100"/>
        </p:scale>
        <p:origin x="1134" y="114"/>
      </p:cViewPr>
      <p:guideLst>
        <p:guide orient="horz" pos="1389"/>
        <p:guide pos="3817"/>
        <p:guide pos="24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1263" y="59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87666C-A5B2-934E-9CF2-A11E891356F2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FBE31-DD27-274B-BAA7-3FE0E05A5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54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56D5C-5EF9-4233-82C8-1D8C4F6E2E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988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56D5C-5EF9-4233-82C8-1D8C4F6E2E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605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5C54E-68A8-4E88-8A1E-6A8E202A620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12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4472C4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fld id="{741FBE31-DD27-274B-BAA7-3FE0E05A5A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4472C4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999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1.sv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1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1.sv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1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7.sv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3.sv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3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9.png"/><Relationship Id="rId5" Type="http://schemas.openxmlformats.org/officeDocument/2006/relationships/image" Target="../media/image38.tiff"/><Relationship Id="rId4" Type="http://schemas.openxmlformats.org/officeDocument/2006/relationships/image" Target="../media/image37.tiff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1.svg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1.svg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7.svg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5.png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5.png"/><Relationship Id="rId4" Type="http://schemas.openxmlformats.org/officeDocument/2006/relationships/image" Target="../media/image40.svg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5.png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5.png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5.png"/><Relationship Id="rId4" Type="http://schemas.openxmlformats.org/officeDocument/2006/relationships/image" Target="../media/image40.svg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emf"/><Relationship Id="rId1" Type="http://schemas.openxmlformats.org/officeDocument/2006/relationships/slideMaster" Target="../slideMasters/slideMaster6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6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3.svg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69EC3411-C227-78FA-3957-A15A0635B4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6D82020-977B-074A-ABCD-112BD3B94A4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3525" y="4997135"/>
            <a:ext cx="11664950" cy="624691"/>
          </a:xfrm>
          <a:prstGeom prst="rect">
            <a:avLst/>
          </a:prstGeom>
        </p:spPr>
        <p:txBody>
          <a:bodyPr lIns="0" t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Presentation Subtitle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63C04AC-74DA-1648-A9CB-6E4FDDB1FA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5" y="3759200"/>
            <a:ext cx="11664950" cy="1227138"/>
          </a:xfrm>
          <a:noFill/>
          <a:ln>
            <a:noFill/>
          </a:ln>
        </p:spPr>
        <p:txBody>
          <a:bodyPr vert="horz" wrap="square" lIns="0" tIns="72000" rIns="91440" bIns="0" numCol="1" anchor="b" anchorCtr="0" compatLnSpc="1">
            <a:prstTxWarp prst="textNoShape">
              <a:avLst/>
            </a:prstTxWarp>
          </a:bodyPr>
          <a:lstStyle>
            <a:lvl1pPr>
              <a:defRPr lang="en-US" sz="4000" b="1" cap="none" spc="0" baseline="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/>
              <a:t>Click to Add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78942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4" cy="973138"/>
          </a:xfrm>
        </p:spPr>
        <p:txBody>
          <a:bodyPr/>
          <a:lstStyle>
            <a:lvl1pPr>
              <a:defRPr sz="2500"/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545DD-AEDF-3C4F-9EC7-AB6A827D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78F57F-F8EC-DF4D-A2E9-05360350F155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39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2F8766-37F6-BB44-A385-24D81BE59C82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4575F-3EA8-EE45-9C85-F58C40832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D737EC-FEF8-1C45-9244-8EA67515B7A7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90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2E41B-E531-4D4E-9B8C-328872F5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362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S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7285220" y="0"/>
            <a:ext cx="4906780" cy="6344239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Drag and drop image onto slide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3A6F8CA-EB29-7B4C-8C88-14F0FA8683CF}"/>
              </a:ext>
            </a:extLst>
          </p:cNvPr>
          <p:cNvGrpSpPr/>
          <p:nvPr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F4B2B0-BF85-6749-9807-1542F0D260A9}"/>
                </a:ext>
              </a:extLst>
            </p:cNvPr>
            <p:cNvSpPr/>
            <p:nvPr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969EFC-6015-994F-AAAE-36B45550D796}"/>
                </a:ext>
              </a:extLst>
            </p:cNvPr>
            <p:cNvSpPr txBox="1"/>
            <p:nvPr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857ABE-281D-204A-961D-D55C5A4EECEA}"/>
                </a:ext>
              </a:extLst>
            </p:cNvPr>
            <p:cNvCxnSpPr>
              <a:cxnSpLocks/>
            </p:cNvCxnSpPr>
            <p:nvPr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6349B6-CD87-3C40-A671-7A1B3EDBFBDB}"/>
                </a:ext>
              </a:extLst>
            </p:cNvPr>
            <p:cNvSpPr txBox="1"/>
            <p:nvPr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F3C8DC-0EB1-A54A-9CC4-B7E9EB96D6B5}"/>
                </a:ext>
              </a:extLst>
            </p:cNvPr>
            <p:cNvGrpSpPr/>
            <p:nvPr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C20CD52-3955-584F-A4C5-5ABDC961B346}"/>
                  </a:ext>
                </a:extLst>
              </p:cNvPr>
              <p:cNvGrpSpPr/>
              <p:nvPr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771F22C-7095-2046-98D8-7F526D021947}"/>
                    </a:ext>
                  </a:extLst>
                </p:cNvPr>
                <p:cNvSpPr/>
                <p:nvPr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F8D0D1-E25C-514F-B0F6-009FE88EDA7B}"/>
                    </a:ext>
                  </a:extLst>
                </p:cNvPr>
                <p:cNvSpPr txBox="1"/>
                <p:nvPr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C5FEE07-2797-9841-AF3F-7B02EA44BEC6}"/>
                    </a:ext>
                  </a:extLst>
                </p:cNvPr>
                <p:cNvSpPr txBox="1"/>
                <p:nvPr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1BA9531-EC5F-D348-A85B-1F3BE61794D3}"/>
                    </a:ext>
                  </a:extLst>
                </p:cNvPr>
                <p:cNvSpPr txBox="1"/>
                <p:nvPr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49FC18-348C-3841-A7B1-EEDE4ECECA73}"/>
                  </a:ext>
                </a:extLst>
              </p:cNvPr>
              <p:cNvSpPr txBox="1"/>
              <p:nvPr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BE07A37F-BC36-8141-9134-2D60B9BCDD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738F67-F841-DE42-B53F-A15AB7EF8263}"/>
                </a:ext>
              </a:extLst>
            </p:cNvPr>
            <p:cNvGrpSpPr/>
            <p:nvPr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763862F-B08E-3A4A-B63B-0F08304B80A9}"/>
                  </a:ext>
                </a:extLst>
              </p:cNvPr>
              <p:cNvSpPr/>
              <p:nvPr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D6367C-0588-7B43-B808-760C7B6E2CA8}"/>
                  </a:ext>
                </a:extLst>
              </p:cNvPr>
              <p:cNvSpPr txBox="1"/>
              <p:nvPr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8EFBD302-5FB8-0241-8B29-359EEE3196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3F54A8-F6DF-774C-9ABE-A2BD51A7AF06}"/>
                  </a:ext>
                </a:extLst>
              </p:cNvPr>
              <p:cNvSpPr txBox="1"/>
              <p:nvPr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56BAB2B-CC37-3343-9E88-87CF2EE18C5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069F4C-8AD2-9246-B11A-D858D8BD55B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CA2CD0A-D65C-EA4B-BD79-7328CBB7BABA}"/>
                </a:ext>
              </a:extLst>
            </p:cNvPr>
            <p:cNvSpPr txBox="1"/>
            <p:nvPr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77A331-35D8-0E4E-94C4-8D81EC99B7C7}"/>
                </a:ext>
              </a:extLst>
            </p:cNvPr>
            <p:cNvSpPr txBox="1"/>
            <p:nvPr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3C2DA6-AE93-3E49-87C1-AD34E5C1951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63CBDF1-AD68-0547-8D1F-E199906767F1}"/>
              </a:ext>
            </a:extLst>
          </p:cNvPr>
          <p:cNvSpPr txBox="1"/>
          <p:nvPr/>
        </p:nvSpPr>
        <p:spPr>
          <a:xfrm>
            <a:off x="0" y="-648990"/>
            <a:ext cx="5481946" cy="234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spc="5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7A7D7BE-DE18-CA45-BE37-32B6AA2AB25E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2400"/>
            <a:ext cx="6576662" cy="9731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28868-B510-B340-BF03-8D07F832CAC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263525" y="1376363"/>
            <a:ext cx="6581657" cy="478948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3"/>
            <a:endParaRPr lang="en-US"/>
          </a:p>
          <a:p>
            <a:pPr lvl="3"/>
            <a:endParaRPr lang="en-US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359482A-1469-0E40-AC08-7208D177B0C2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B9106F-91AC-8B43-BB2C-BC6976A93C17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DF3FA2A-CD4B-4F43-99EE-1824E65B3525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9B6403A-623C-E048-924B-AFF35D529E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4CADAE7-71E9-0146-885C-62552CAD408E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B7C515C-9E8E-4F4D-8CC2-2ABB0CC55DD0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DF12327-FE2A-AC47-9B62-B74E889B05F8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E5E4BE0C-C05E-EC4C-9F28-233264319ED1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51B7BBB-CD0F-BB47-B6DC-FD07A76AC376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CE8B0A89-3F9F-E545-AE62-28655DF9E750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0033488-307D-7443-B277-7985F62E9853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0D5CF5D-7553-9548-824D-38964FBE0B2C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57" name="Graphic 56">
                <a:extLst>
                  <a:ext uri="{FF2B5EF4-FFF2-40B4-BE49-F238E27FC236}">
                    <a16:creationId xmlns:a16="http://schemas.microsoft.com/office/drawing/2014/main" id="{15D7316D-53D3-344E-BB9C-F6164581EB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400B615-4CE0-D34E-BF93-76B99B749D7B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C3DB9F6-E2A9-1A44-93F4-C9DA7806A6EB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6C32E33-E1A4-6545-8168-536140A34DFB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52" name="Graphic 51">
                <a:extLst>
                  <a:ext uri="{FF2B5EF4-FFF2-40B4-BE49-F238E27FC236}">
                    <a16:creationId xmlns:a16="http://schemas.microsoft.com/office/drawing/2014/main" id="{4B103A4A-10D1-7143-846E-27726D7C50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B7E24D2-173A-144A-B5FC-C8483736690D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5ED7284E-6039-1049-9671-C75601B59649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54405C4-52EB-804B-9012-D435585D82C8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D1BBC7B-63C2-404E-9506-410774BEB031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9E8EBD-E3C6-3040-AB88-9B04F8B88CE7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97C38B-956B-3045-9C41-F0E9A55FB0D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4D0CEE89-87EB-FA4C-A449-35236BF1E1A6}"/>
              </a:ext>
            </a:extLst>
          </p:cNvPr>
          <p:cNvSpPr txBox="1"/>
          <p:nvPr userDrawn="1"/>
        </p:nvSpPr>
        <p:spPr>
          <a:xfrm>
            <a:off x="0" y="-648990"/>
            <a:ext cx="5481946" cy="234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spc="5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7392A90-A105-1148-B086-9F1DF5955B47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704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5FC6-E615-2A40-BD93-96F93CE1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2401"/>
            <a:ext cx="11651764" cy="973138"/>
          </a:xfrm>
        </p:spPr>
        <p:txBody>
          <a:bodyPr/>
          <a:lstStyle>
            <a:lvl1pPr>
              <a:defRPr lang="en-US" sz="2500" b="1" i="0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AAF051-0DB1-5547-9810-62319ABD2BB9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9ACD5-841B-9742-BF12-AB47740C0DD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2861E7-C993-CF4C-B237-7333B82A5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63525" y="909206"/>
            <a:ext cx="11651764" cy="5256645"/>
          </a:xfrm>
        </p:spPr>
        <p:txBody>
          <a:bodyPr/>
          <a:lstStyle>
            <a:lvl1pPr>
              <a:defRPr sz="1500" baseline="0">
                <a:latin typeface="Calibri" panose="020F0502020204030204" pitchFamily="34" charset="0"/>
                <a:ea typeface="나눔고딕" panose="020D0604000000000000" pitchFamily="50" charset="-127"/>
              </a:defRPr>
            </a:lvl1pPr>
            <a:lvl2pPr marL="222250" indent="-212725">
              <a:buFont typeface="Wingdings" panose="05000000000000000000" pitchFamily="2" charset="2"/>
              <a:buChar char="§"/>
              <a:defRPr sz="1200" baseline="0">
                <a:latin typeface="Calibri" panose="020F0502020204030204" pitchFamily="34" charset="0"/>
                <a:ea typeface="나눔고딕" panose="020D0604000000000000" pitchFamily="50" charset="-127"/>
              </a:defRPr>
            </a:lvl2pPr>
            <a:lvl3pPr marL="468000" indent="-226800">
              <a:buFont typeface="Courier New" panose="02070309020205020404" pitchFamily="49" charset="0"/>
              <a:buChar char="o"/>
              <a:defRPr sz="1000" baseline="0">
                <a:latin typeface="Calibri" panose="020F0502020204030204" pitchFamily="34" charset="0"/>
                <a:ea typeface="나눔고딕" panose="020D0604000000000000" pitchFamily="50" charset="-127"/>
              </a:defRPr>
            </a:lvl3pPr>
            <a:lvl4pPr>
              <a:defRPr sz="1000" baseline="0">
                <a:latin typeface="Calibri" panose="020F0502020204030204" pitchFamily="34" charset="0"/>
                <a:ea typeface="나눔고딕" panose="020D0604000000000000" pitchFamily="50" charset="-127"/>
              </a:defRPr>
            </a:lvl4pPr>
            <a:lvl5pPr>
              <a:defRPr sz="1000" baseline="0">
                <a:latin typeface="Calibri" panose="020F0502020204030204" pitchFamily="34" charset="0"/>
                <a:ea typeface="나눔고딕" panose="020D0604000000000000" pitchFamily="50" charset="-12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BB7F8B-FA22-D54D-8196-4A2B73EEB05A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568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an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0581EFDC-AB6C-D944-8578-8F86B1E8A428}"/>
              </a:ext>
            </a:extLst>
          </p:cNvPr>
          <p:cNvSpPr txBox="1">
            <a:spLocks/>
          </p:cNvSpPr>
          <p:nvPr/>
        </p:nvSpPr>
        <p:spPr>
          <a:xfrm>
            <a:off x="263525" y="1391942"/>
            <a:ext cx="5669800" cy="474304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66">
            <a:extLst>
              <a:ext uri="{FF2B5EF4-FFF2-40B4-BE49-F238E27FC236}">
                <a16:creationId xmlns:a16="http://schemas.microsoft.com/office/drawing/2014/main" id="{D138DEA1-CD5F-B240-AA70-68E83AD6C981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>
          <a:xfrm>
            <a:off x="263525" y="1391942"/>
            <a:ext cx="5669800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A3582-E7AD-494F-A077-ED0BBC4F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2400"/>
            <a:ext cx="11651764" cy="9731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B41468-138A-CC4E-B6DB-B7BB37BD42F3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6167F22-9CD6-E640-8BC4-4AD04811E23A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>
          <a:xfrm>
            <a:off x="371475" y="2117737"/>
            <a:ext cx="5442471" cy="3894126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06EA8AD-7EFE-BF40-9C85-86D70664FBD6}"/>
              </a:ext>
            </a:extLst>
          </p:cNvPr>
          <p:cNvSpPr txBox="1">
            <a:spLocks/>
          </p:cNvSpPr>
          <p:nvPr/>
        </p:nvSpPr>
        <p:spPr>
          <a:xfrm>
            <a:off x="6253831" y="1391942"/>
            <a:ext cx="5661458" cy="474304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1" name="Text Placeholder 66">
            <a:extLst>
              <a:ext uri="{FF2B5EF4-FFF2-40B4-BE49-F238E27FC236}">
                <a16:creationId xmlns:a16="http://schemas.microsoft.com/office/drawing/2014/main" id="{ADB40F71-0956-9E4E-8678-71614400702B}"/>
              </a:ext>
            </a:extLst>
          </p:cNvPr>
          <p:cNvSpPr>
            <a:spLocks noGrp="1"/>
          </p:cNvSpPr>
          <p:nvPr>
            <p:ph type="body" sz="quarter" idx="134"/>
          </p:nvPr>
        </p:nvSpPr>
        <p:spPr>
          <a:xfrm>
            <a:off x="6253831" y="1391942"/>
            <a:ext cx="5661458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B55F77E-31E9-084F-8473-24AEADF9FC7F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6390791" y="2117737"/>
            <a:ext cx="5429734" cy="3894126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7D9F0BC6-0C75-0E42-8C6B-79A179A1D846}"/>
              </a:ext>
            </a:extLst>
          </p:cNvPr>
          <p:cNvSpPr txBox="1">
            <a:spLocks/>
          </p:cNvSpPr>
          <p:nvPr userDrawn="1"/>
        </p:nvSpPr>
        <p:spPr>
          <a:xfrm>
            <a:off x="263525" y="1391942"/>
            <a:ext cx="5669800" cy="474304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916561-8485-CB4E-99A2-2E3B5A8F2CE8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6F395A8D-C088-3046-8594-2332FD6E7865}"/>
              </a:ext>
            </a:extLst>
          </p:cNvPr>
          <p:cNvSpPr txBox="1">
            <a:spLocks/>
          </p:cNvSpPr>
          <p:nvPr userDrawn="1"/>
        </p:nvSpPr>
        <p:spPr>
          <a:xfrm>
            <a:off x="6253831" y="1391942"/>
            <a:ext cx="5661458" cy="474304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63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anel Content (Ico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CD462DD1-2968-DD4D-8645-554A7F0A7118}"/>
              </a:ext>
            </a:extLst>
          </p:cNvPr>
          <p:cNvSpPr txBox="1">
            <a:spLocks/>
          </p:cNvSpPr>
          <p:nvPr/>
        </p:nvSpPr>
        <p:spPr>
          <a:xfrm>
            <a:off x="276711" y="2598785"/>
            <a:ext cx="5656614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66">
            <a:extLst>
              <a:ext uri="{FF2B5EF4-FFF2-40B4-BE49-F238E27FC236}">
                <a16:creationId xmlns:a16="http://schemas.microsoft.com/office/drawing/2014/main" id="{DAF97D3C-21F8-474A-9A9B-C16CB312E522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283901" y="2602177"/>
            <a:ext cx="5649424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167DD1A5-0ADA-ED4C-973F-B79AF4024696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>
          <a:xfrm>
            <a:off x="404813" y="3331495"/>
            <a:ext cx="5409134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56376-453E-6C41-8339-71927A31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2401"/>
            <a:ext cx="11651764" cy="9731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0757BF4-FC23-F246-B395-CBA94693BE9F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24A6C93-038D-8A4A-97D9-65BB92DF9160}"/>
              </a:ext>
            </a:extLst>
          </p:cNvPr>
          <p:cNvGrpSpPr/>
          <p:nvPr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A3BF86E-DC4A-534E-AB71-5E37E0AA464A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EA083D4-81AF-304E-A7DC-4D13A47CD55E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BADED5F-7065-3947-BD5E-9618CC9DEC53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E038719-D17B-184C-926B-19D2C1FE12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6619C4-DDFD-114D-A3A1-EEF4D2E1A1C4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283901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56" name="Picture Placeholder 3">
            <a:extLst>
              <a:ext uri="{FF2B5EF4-FFF2-40B4-BE49-F238E27FC236}">
                <a16:creationId xmlns:a16="http://schemas.microsoft.com/office/drawing/2014/main" id="{1655C88E-D663-3249-9C5A-B04DD9BCC181}"/>
              </a:ext>
            </a:extLst>
          </p:cNvPr>
          <p:cNvSpPr>
            <a:spLocks noGrp="1"/>
          </p:cNvSpPr>
          <p:nvPr>
            <p:ph type="pic" sz="quarter" idx="126" hasCustomPrompt="1"/>
          </p:nvPr>
        </p:nvSpPr>
        <p:spPr>
          <a:xfrm>
            <a:off x="6265865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CC3F5CC-BA22-C648-BC83-061C4AE60D31}"/>
              </a:ext>
            </a:extLst>
          </p:cNvPr>
          <p:cNvSpPr>
            <a:spLocks noGrp="1"/>
          </p:cNvSpPr>
          <p:nvPr>
            <p:ph type="dt" sz="half" idx="13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D4D1209F-636E-294D-9E55-5371A0A9B107}"/>
              </a:ext>
            </a:extLst>
          </p:cNvPr>
          <p:cNvSpPr txBox="1">
            <a:spLocks/>
          </p:cNvSpPr>
          <p:nvPr/>
        </p:nvSpPr>
        <p:spPr>
          <a:xfrm>
            <a:off x="6265865" y="2598785"/>
            <a:ext cx="5649424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1" name="Text Placeholder 66">
            <a:extLst>
              <a:ext uri="{FF2B5EF4-FFF2-40B4-BE49-F238E27FC236}">
                <a16:creationId xmlns:a16="http://schemas.microsoft.com/office/drawing/2014/main" id="{DD527E8C-0C00-CD44-9A9D-C99529CCB7DB}"/>
              </a:ext>
            </a:extLst>
          </p:cNvPr>
          <p:cNvSpPr>
            <a:spLocks noGrp="1"/>
          </p:cNvSpPr>
          <p:nvPr>
            <p:ph type="body" sz="quarter" idx="137"/>
          </p:nvPr>
        </p:nvSpPr>
        <p:spPr>
          <a:xfrm>
            <a:off x="6265865" y="2602177"/>
            <a:ext cx="5649424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DBC8B929-B893-E64A-B20C-B44677394EE0}"/>
              </a:ext>
            </a:extLst>
          </p:cNvPr>
          <p:cNvSpPr>
            <a:spLocks noGrp="1"/>
          </p:cNvSpPr>
          <p:nvPr>
            <p:ph type="body" sz="quarter" idx="138"/>
          </p:nvPr>
        </p:nvSpPr>
        <p:spPr>
          <a:xfrm>
            <a:off x="6402825" y="3331495"/>
            <a:ext cx="5384363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9AF6A1-DE47-1E41-9281-E04E34E5F81A}"/>
              </a:ext>
            </a:extLst>
          </p:cNvPr>
          <p:cNvSpPr txBox="1">
            <a:spLocks/>
          </p:cNvSpPr>
          <p:nvPr userDrawn="1"/>
        </p:nvSpPr>
        <p:spPr>
          <a:xfrm>
            <a:off x="276711" y="2598785"/>
            <a:ext cx="5656614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45FC27-F54E-CE49-A418-EEFEACFFC7C1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47543E-F55A-7046-B1CB-F88CC660C71F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F1A7B1-EFD2-5B4F-A626-4FA7ACD2E1AD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C00431C-B79D-BE48-9E0D-D8578B573F0E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5809FF-07A9-9444-8182-23F0141A093F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CAABBE7-B0A1-ED47-BE01-5F7C9B159F9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F5C19DE1-5CB2-294F-B3B0-2B582DEC085F}"/>
              </a:ext>
            </a:extLst>
          </p:cNvPr>
          <p:cNvSpPr txBox="1">
            <a:spLocks/>
          </p:cNvSpPr>
          <p:nvPr userDrawn="1"/>
        </p:nvSpPr>
        <p:spPr>
          <a:xfrm>
            <a:off x="6265865" y="2598785"/>
            <a:ext cx="5649424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967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6376-453E-6C41-8339-71927A31E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3" cy="973138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99BC23A-3B01-0D44-975B-919E068E7DB6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7B08C38-910D-964B-A120-50880DB008AA}"/>
              </a:ext>
            </a:extLst>
          </p:cNvPr>
          <p:cNvGrpSpPr/>
          <p:nvPr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102BC4B-767C-144D-B470-7C9A67C98D8E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33D43AB-7238-7144-98E0-9F11714B43C6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56C260E-5D1C-E24C-B487-C5EFA5BB8500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EB7B75A-A91A-B445-B64F-EBBB2A9D8A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705AF949-22FD-8B47-A471-528D1F16CE7E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263525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75" name="Picture Placeholder 3">
            <a:extLst>
              <a:ext uri="{FF2B5EF4-FFF2-40B4-BE49-F238E27FC236}">
                <a16:creationId xmlns:a16="http://schemas.microsoft.com/office/drawing/2014/main" id="{B708DBD7-84C9-F343-847E-8BDCB000DA55}"/>
              </a:ext>
            </a:extLst>
          </p:cNvPr>
          <p:cNvSpPr>
            <a:spLocks noGrp="1"/>
          </p:cNvSpPr>
          <p:nvPr>
            <p:ph type="pic" sz="quarter" idx="134" hasCustomPrompt="1"/>
          </p:nvPr>
        </p:nvSpPr>
        <p:spPr>
          <a:xfrm>
            <a:off x="4233276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FB6A6219-2A0D-6149-B744-17E6573B3B2E}"/>
              </a:ext>
            </a:extLst>
          </p:cNvPr>
          <p:cNvSpPr>
            <a:spLocks noGrp="1"/>
          </p:cNvSpPr>
          <p:nvPr>
            <p:ph type="pic" sz="quarter" idx="137" hasCustomPrompt="1"/>
          </p:nvPr>
        </p:nvSpPr>
        <p:spPr>
          <a:xfrm>
            <a:off x="8173291" y="1374946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0494A-4DC5-8B4C-8737-5D8272C5A77D}"/>
              </a:ext>
            </a:extLst>
          </p:cNvPr>
          <p:cNvSpPr>
            <a:spLocks noGrp="1"/>
          </p:cNvSpPr>
          <p:nvPr>
            <p:ph type="dt" sz="half" idx="144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39CA89E-338C-F246-9CD9-50533660AFE2}"/>
              </a:ext>
            </a:extLst>
          </p:cNvPr>
          <p:cNvSpPr txBox="1">
            <a:spLocks/>
          </p:cNvSpPr>
          <p:nvPr/>
        </p:nvSpPr>
        <p:spPr>
          <a:xfrm>
            <a:off x="263525" y="2598785"/>
            <a:ext cx="372410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7" name="Text Placeholder 66">
            <a:extLst>
              <a:ext uri="{FF2B5EF4-FFF2-40B4-BE49-F238E27FC236}">
                <a16:creationId xmlns:a16="http://schemas.microsoft.com/office/drawing/2014/main" id="{ED2B70F4-65AA-7E4B-9E7A-E5F9FC88014A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263525" y="2602177"/>
            <a:ext cx="372410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FEED44F2-D9E8-F448-A5CA-55E53FAD41DF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>
          <a:xfrm>
            <a:off x="400487" y="3331495"/>
            <a:ext cx="3393730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C22818E-467A-1842-928E-12FC2915B62C}"/>
              </a:ext>
            </a:extLst>
          </p:cNvPr>
          <p:cNvSpPr txBox="1">
            <a:spLocks/>
          </p:cNvSpPr>
          <p:nvPr/>
        </p:nvSpPr>
        <p:spPr>
          <a:xfrm>
            <a:off x="8191182" y="2598785"/>
            <a:ext cx="372410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0" name="Text Placeholder 66">
            <a:extLst>
              <a:ext uri="{FF2B5EF4-FFF2-40B4-BE49-F238E27FC236}">
                <a16:creationId xmlns:a16="http://schemas.microsoft.com/office/drawing/2014/main" id="{B230F826-F726-9C4B-9014-221E6700D3FE}"/>
              </a:ext>
            </a:extLst>
          </p:cNvPr>
          <p:cNvSpPr>
            <a:spLocks noGrp="1"/>
          </p:cNvSpPr>
          <p:nvPr>
            <p:ph type="body" sz="quarter" idx="147"/>
          </p:nvPr>
        </p:nvSpPr>
        <p:spPr>
          <a:xfrm>
            <a:off x="8191182" y="2602177"/>
            <a:ext cx="372410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0EC7E759-79EA-C04D-A497-CD5B2EE61862}"/>
              </a:ext>
            </a:extLst>
          </p:cNvPr>
          <p:cNvSpPr>
            <a:spLocks noGrp="1"/>
          </p:cNvSpPr>
          <p:nvPr>
            <p:ph type="body" sz="quarter" idx="148"/>
          </p:nvPr>
        </p:nvSpPr>
        <p:spPr>
          <a:xfrm>
            <a:off x="8328144" y="3331495"/>
            <a:ext cx="3393730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4D608A51-8DFB-F34F-8785-096E9DE316B0}"/>
              </a:ext>
            </a:extLst>
          </p:cNvPr>
          <p:cNvSpPr txBox="1">
            <a:spLocks/>
          </p:cNvSpPr>
          <p:nvPr/>
        </p:nvSpPr>
        <p:spPr>
          <a:xfrm>
            <a:off x="4233276" y="2598785"/>
            <a:ext cx="372410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3" name="Text Placeholder 66">
            <a:extLst>
              <a:ext uri="{FF2B5EF4-FFF2-40B4-BE49-F238E27FC236}">
                <a16:creationId xmlns:a16="http://schemas.microsoft.com/office/drawing/2014/main" id="{5D7BF5E6-C34A-2745-BF7D-92D0FA805C00}"/>
              </a:ext>
            </a:extLst>
          </p:cNvPr>
          <p:cNvSpPr>
            <a:spLocks noGrp="1"/>
          </p:cNvSpPr>
          <p:nvPr>
            <p:ph type="body" sz="quarter" idx="149"/>
          </p:nvPr>
        </p:nvSpPr>
        <p:spPr>
          <a:xfrm>
            <a:off x="4233276" y="2602177"/>
            <a:ext cx="372410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041DD718-B521-4442-8665-441D08329882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>
          <a:xfrm>
            <a:off x="4370238" y="3331495"/>
            <a:ext cx="3393730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3F94EB-811F-2E4F-AC70-A3BE8423CE79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D763B98-9043-B54F-97DD-12B0A13A5198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93A43B-7F48-C74C-8569-291CD009ADB6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265EAB-353C-D34B-AD8A-7559024A7A5D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4C8BAE7-67F2-544B-92C0-31BAC36DD3DB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0DF47D4-AF92-8741-A3F7-F1C8466014B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F263F45-207F-594D-BA78-8E6FF6C57DEF}"/>
              </a:ext>
            </a:extLst>
          </p:cNvPr>
          <p:cNvSpPr txBox="1">
            <a:spLocks/>
          </p:cNvSpPr>
          <p:nvPr userDrawn="1"/>
        </p:nvSpPr>
        <p:spPr>
          <a:xfrm>
            <a:off x="263525" y="2598785"/>
            <a:ext cx="372410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28EB220-131E-1D46-8DDC-401190F059EE}"/>
              </a:ext>
            </a:extLst>
          </p:cNvPr>
          <p:cNvSpPr txBox="1">
            <a:spLocks/>
          </p:cNvSpPr>
          <p:nvPr userDrawn="1"/>
        </p:nvSpPr>
        <p:spPr>
          <a:xfrm>
            <a:off x="8191182" y="2598785"/>
            <a:ext cx="372410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5259117C-8222-CA49-B845-4ED67EAF485D}"/>
              </a:ext>
            </a:extLst>
          </p:cNvPr>
          <p:cNvSpPr txBox="1">
            <a:spLocks/>
          </p:cNvSpPr>
          <p:nvPr userDrawn="1"/>
        </p:nvSpPr>
        <p:spPr>
          <a:xfrm>
            <a:off x="4233276" y="2598785"/>
            <a:ext cx="372410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2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8C1AD84E-F0A4-8840-A246-5359D4393326}"/>
              </a:ext>
            </a:extLst>
          </p:cNvPr>
          <p:cNvSpPr txBox="1">
            <a:spLocks/>
          </p:cNvSpPr>
          <p:nvPr/>
        </p:nvSpPr>
        <p:spPr>
          <a:xfrm>
            <a:off x="263526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6" name="Text Placeholder 66">
            <a:extLst>
              <a:ext uri="{FF2B5EF4-FFF2-40B4-BE49-F238E27FC236}">
                <a16:creationId xmlns:a16="http://schemas.microsoft.com/office/drawing/2014/main" id="{1B8DEDE3-EC2F-5841-89BE-B7F7AFB0CFE1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263526" y="2602177"/>
            <a:ext cx="223678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56376-453E-6C41-8339-71927A31E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6" y="152401"/>
            <a:ext cx="11651764" cy="973138"/>
          </a:xfrm>
        </p:spPr>
        <p:txBody>
          <a:bodyPr/>
          <a:lstStyle/>
          <a:p>
            <a:r>
              <a:rPr lang="en-US"/>
              <a:t>Click to add slide title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2819F21-ACAB-5047-B4BB-49F2487E8123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50328BC-896C-064A-96DF-DF75F7D2C556}"/>
              </a:ext>
            </a:extLst>
          </p:cNvPr>
          <p:cNvGrpSpPr/>
          <p:nvPr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1D061D3-3D4F-8044-8348-8BAE6CEBA96F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27AD5D2-1C3A-A742-994F-2DC51780104F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A1B1125-9150-F645-8F43-995F5DA29606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31277BE-B774-E940-BF28-BB7D6D3CB8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5A34A3A7-9822-1B4E-8EA1-363808A257E1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274884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B6B7146A-CBE5-7E43-95B1-20037BA683E0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>
          <a:xfrm>
            <a:off x="422627" y="3331495"/>
            <a:ext cx="1954312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1400">
                <a:solidFill>
                  <a:schemeClr val="tx1"/>
                </a:solidFill>
              </a:defRPr>
            </a:lvl1pPr>
            <a:lvl2pPr marL="180000" indent="-180000">
              <a:defRPr sz="1400">
                <a:solidFill>
                  <a:schemeClr val="tx1"/>
                </a:solidFill>
              </a:defRPr>
            </a:lvl2pPr>
            <a:lvl3pPr marL="360000" indent="-180000">
              <a:buSzPct val="85000"/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3pPr>
            <a:lvl4pPr marL="360000" indent="-180000">
              <a:defRPr sz="1200">
                <a:solidFill>
                  <a:schemeClr val="tx1"/>
                </a:solidFill>
              </a:defRPr>
            </a:lvl4pPr>
            <a:lvl5pPr marL="360000" indent="-180000"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5pPr>
            <a:lvl6pPr marL="360000" indent="-180000">
              <a:defRPr sz="1200">
                <a:solidFill>
                  <a:schemeClr val="tx1"/>
                </a:solidFill>
              </a:defRPr>
            </a:lvl6pPr>
            <a:lvl7pPr marL="360000" indent="-180000">
              <a:defRPr sz="1200">
                <a:solidFill>
                  <a:schemeClr val="tx1"/>
                </a:solidFill>
              </a:defRPr>
            </a:lvl7pPr>
            <a:lvl8pPr marL="360000" indent="-180000">
              <a:defRPr sz="1200">
                <a:solidFill>
                  <a:schemeClr val="tx1"/>
                </a:solidFill>
              </a:defRPr>
            </a:lvl8pPr>
            <a:lvl9pPr marL="360000" indent="-180000">
              <a:defRPr sz="12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21C1BF8E-7F70-6444-9C8A-7FEAE21EDE1E}"/>
              </a:ext>
            </a:extLst>
          </p:cNvPr>
          <p:cNvSpPr txBox="1">
            <a:spLocks/>
          </p:cNvSpPr>
          <p:nvPr/>
        </p:nvSpPr>
        <p:spPr>
          <a:xfrm>
            <a:off x="2616582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68" name="Text Placeholder 66">
            <a:extLst>
              <a:ext uri="{FF2B5EF4-FFF2-40B4-BE49-F238E27FC236}">
                <a16:creationId xmlns:a16="http://schemas.microsoft.com/office/drawing/2014/main" id="{EE1428B6-4E55-E44B-8AAF-5A0F836A7A6B}"/>
              </a:ext>
            </a:extLst>
          </p:cNvPr>
          <p:cNvSpPr>
            <a:spLocks noGrp="1"/>
          </p:cNvSpPr>
          <p:nvPr>
            <p:ph type="body" sz="quarter" idx="161"/>
          </p:nvPr>
        </p:nvSpPr>
        <p:spPr>
          <a:xfrm>
            <a:off x="2616582" y="2602177"/>
            <a:ext cx="223678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1E07978C-29E0-2F47-B8E0-FB56E40F97EA}"/>
              </a:ext>
            </a:extLst>
          </p:cNvPr>
          <p:cNvSpPr>
            <a:spLocks noGrp="1"/>
          </p:cNvSpPr>
          <p:nvPr>
            <p:ph type="pic" sz="quarter" idx="162" hasCustomPrompt="1"/>
          </p:nvPr>
        </p:nvSpPr>
        <p:spPr>
          <a:xfrm>
            <a:off x="2627940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4143DB53-0E49-A745-9428-F6A0BE2E375C}"/>
              </a:ext>
            </a:extLst>
          </p:cNvPr>
          <p:cNvSpPr>
            <a:spLocks noGrp="1"/>
          </p:cNvSpPr>
          <p:nvPr>
            <p:ph type="body" sz="quarter" idx="163"/>
          </p:nvPr>
        </p:nvSpPr>
        <p:spPr>
          <a:xfrm>
            <a:off x="2775683" y="3331495"/>
            <a:ext cx="1954312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1400">
                <a:solidFill>
                  <a:schemeClr val="tx1"/>
                </a:solidFill>
              </a:defRPr>
            </a:lvl1pPr>
            <a:lvl2pPr marL="180000" indent="-180000">
              <a:defRPr sz="1400">
                <a:solidFill>
                  <a:schemeClr val="tx1"/>
                </a:solidFill>
              </a:defRPr>
            </a:lvl2pPr>
            <a:lvl3pPr marL="360000" indent="-180000">
              <a:buSzPct val="85000"/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3pPr>
            <a:lvl4pPr marL="360000" indent="-180000">
              <a:defRPr sz="1200">
                <a:solidFill>
                  <a:schemeClr val="tx1"/>
                </a:solidFill>
              </a:defRPr>
            </a:lvl4pPr>
            <a:lvl5pPr marL="360000" indent="-180000"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5pPr>
            <a:lvl6pPr marL="360000" indent="-180000">
              <a:defRPr sz="1200">
                <a:solidFill>
                  <a:schemeClr val="tx1"/>
                </a:solidFill>
              </a:defRPr>
            </a:lvl6pPr>
            <a:lvl7pPr marL="360000" indent="-180000">
              <a:defRPr sz="1200">
                <a:solidFill>
                  <a:schemeClr val="tx1"/>
                </a:solidFill>
              </a:defRPr>
            </a:lvl7pPr>
            <a:lvl8pPr marL="360000" indent="-180000">
              <a:defRPr sz="1200">
                <a:solidFill>
                  <a:schemeClr val="tx1"/>
                </a:solidFill>
              </a:defRPr>
            </a:lvl8pPr>
            <a:lvl9pPr marL="360000" indent="-180000">
              <a:defRPr sz="12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82D71F7B-ECEF-5E49-BAB9-0A70C9D5B2D8}"/>
              </a:ext>
            </a:extLst>
          </p:cNvPr>
          <p:cNvSpPr txBox="1">
            <a:spLocks/>
          </p:cNvSpPr>
          <p:nvPr/>
        </p:nvSpPr>
        <p:spPr>
          <a:xfrm>
            <a:off x="4981830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79" name="Text Placeholder 66">
            <a:extLst>
              <a:ext uri="{FF2B5EF4-FFF2-40B4-BE49-F238E27FC236}">
                <a16:creationId xmlns:a16="http://schemas.microsoft.com/office/drawing/2014/main" id="{03C2B6CA-630B-3449-897E-9EDE33AEA12E}"/>
              </a:ext>
            </a:extLst>
          </p:cNvPr>
          <p:cNvSpPr>
            <a:spLocks noGrp="1"/>
          </p:cNvSpPr>
          <p:nvPr>
            <p:ph type="body" sz="quarter" idx="164"/>
          </p:nvPr>
        </p:nvSpPr>
        <p:spPr>
          <a:xfrm>
            <a:off x="4981830" y="2602177"/>
            <a:ext cx="223678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D0AEFF38-20D2-A64A-9D04-9737CAC87400}"/>
              </a:ext>
            </a:extLst>
          </p:cNvPr>
          <p:cNvSpPr>
            <a:spLocks noGrp="1"/>
          </p:cNvSpPr>
          <p:nvPr>
            <p:ph type="pic" sz="quarter" idx="165" hasCustomPrompt="1"/>
          </p:nvPr>
        </p:nvSpPr>
        <p:spPr>
          <a:xfrm>
            <a:off x="4993188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5EDABC7A-301D-4D44-A5F2-D911D46ECB39}"/>
              </a:ext>
            </a:extLst>
          </p:cNvPr>
          <p:cNvSpPr>
            <a:spLocks noGrp="1"/>
          </p:cNvSpPr>
          <p:nvPr>
            <p:ph type="body" sz="quarter" idx="166"/>
          </p:nvPr>
        </p:nvSpPr>
        <p:spPr>
          <a:xfrm>
            <a:off x="5140931" y="3331495"/>
            <a:ext cx="1954312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1400">
                <a:solidFill>
                  <a:schemeClr val="tx1"/>
                </a:solidFill>
              </a:defRPr>
            </a:lvl1pPr>
            <a:lvl2pPr marL="180000" indent="-180000">
              <a:defRPr sz="1400">
                <a:solidFill>
                  <a:schemeClr val="tx1"/>
                </a:solidFill>
              </a:defRPr>
            </a:lvl2pPr>
            <a:lvl3pPr marL="360000" indent="-180000">
              <a:buSzPct val="85000"/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3pPr>
            <a:lvl4pPr marL="360000" indent="-180000">
              <a:defRPr sz="1200">
                <a:solidFill>
                  <a:schemeClr val="tx1"/>
                </a:solidFill>
              </a:defRPr>
            </a:lvl4pPr>
            <a:lvl5pPr marL="360000" indent="-180000"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5pPr>
            <a:lvl6pPr marL="360000" indent="-180000">
              <a:defRPr sz="1200">
                <a:solidFill>
                  <a:schemeClr val="tx1"/>
                </a:solidFill>
              </a:defRPr>
            </a:lvl6pPr>
            <a:lvl7pPr marL="360000" indent="-180000">
              <a:defRPr sz="1200">
                <a:solidFill>
                  <a:schemeClr val="tx1"/>
                </a:solidFill>
              </a:defRPr>
            </a:lvl7pPr>
            <a:lvl8pPr marL="360000" indent="-180000">
              <a:defRPr sz="1200">
                <a:solidFill>
                  <a:schemeClr val="tx1"/>
                </a:solidFill>
              </a:defRPr>
            </a:lvl8pPr>
            <a:lvl9pPr marL="360000" indent="-180000">
              <a:defRPr sz="12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0FBD021F-BF05-5041-8A79-6F7C032DBAC7}"/>
              </a:ext>
            </a:extLst>
          </p:cNvPr>
          <p:cNvSpPr txBox="1">
            <a:spLocks/>
          </p:cNvSpPr>
          <p:nvPr/>
        </p:nvSpPr>
        <p:spPr>
          <a:xfrm>
            <a:off x="7347078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84" name="Text Placeholder 66">
            <a:extLst>
              <a:ext uri="{FF2B5EF4-FFF2-40B4-BE49-F238E27FC236}">
                <a16:creationId xmlns:a16="http://schemas.microsoft.com/office/drawing/2014/main" id="{754EA112-6BEB-1649-B532-A432A7BE19DE}"/>
              </a:ext>
            </a:extLst>
          </p:cNvPr>
          <p:cNvSpPr>
            <a:spLocks noGrp="1"/>
          </p:cNvSpPr>
          <p:nvPr>
            <p:ph type="body" sz="quarter" idx="167"/>
          </p:nvPr>
        </p:nvSpPr>
        <p:spPr>
          <a:xfrm>
            <a:off x="7347078" y="2602177"/>
            <a:ext cx="223678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C2E0D43C-3904-914E-89EB-0667F9782898}"/>
              </a:ext>
            </a:extLst>
          </p:cNvPr>
          <p:cNvSpPr>
            <a:spLocks noGrp="1"/>
          </p:cNvSpPr>
          <p:nvPr>
            <p:ph type="pic" sz="quarter" idx="168" hasCustomPrompt="1"/>
          </p:nvPr>
        </p:nvSpPr>
        <p:spPr>
          <a:xfrm>
            <a:off x="7358436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B2D6B3CB-A997-BF43-96FC-64FC12DA6874}"/>
              </a:ext>
            </a:extLst>
          </p:cNvPr>
          <p:cNvSpPr>
            <a:spLocks noGrp="1"/>
          </p:cNvSpPr>
          <p:nvPr>
            <p:ph type="body" sz="quarter" idx="169"/>
          </p:nvPr>
        </p:nvSpPr>
        <p:spPr>
          <a:xfrm>
            <a:off x="7506179" y="3331495"/>
            <a:ext cx="1954312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1400">
                <a:solidFill>
                  <a:schemeClr val="tx1"/>
                </a:solidFill>
              </a:defRPr>
            </a:lvl1pPr>
            <a:lvl2pPr marL="180000" indent="-180000">
              <a:defRPr sz="1400">
                <a:solidFill>
                  <a:schemeClr val="tx1"/>
                </a:solidFill>
              </a:defRPr>
            </a:lvl2pPr>
            <a:lvl3pPr marL="360000" indent="-180000">
              <a:buSzPct val="85000"/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3pPr>
            <a:lvl4pPr marL="360000" indent="-180000">
              <a:defRPr sz="1200">
                <a:solidFill>
                  <a:schemeClr val="tx1"/>
                </a:solidFill>
              </a:defRPr>
            </a:lvl4pPr>
            <a:lvl5pPr marL="360000" indent="-180000"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5pPr>
            <a:lvl6pPr marL="360000" indent="-180000">
              <a:defRPr sz="1200">
                <a:solidFill>
                  <a:schemeClr val="tx1"/>
                </a:solidFill>
              </a:defRPr>
            </a:lvl6pPr>
            <a:lvl7pPr marL="360000" indent="-180000">
              <a:defRPr sz="1200">
                <a:solidFill>
                  <a:schemeClr val="tx1"/>
                </a:solidFill>
              </a:defRPr>
            </a:lvl7pPr>
            <a:lvl8pPr marL="360000" indent="-180000">
              <a:defRPr sz="1200">
                <a:solidFill>
                  <a:schemeClr val="tx1"/>
                </a:solidFill>
              </a:defRPr>
            </a:lvl8pPr>
            <a:lvl9pPr marL="360000" indent="-180000">
              <a:defRPr sz="12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87" name="Text Placeholder 5">
            <a:extLst>
              <a:ext uri="{FF2B5EF4-FFF2-40B4-BE49-F238E27FC236}">
                <a16:creationId xmlns:a16="http://schemas.microsoft.com/office/drawing/2014/main" id="{503485E0-F7AD-3A40-9FC3-8F149B50815E}"/>
              </a:ext>
            </a:extLst>
          </p:cNvPr>
          <p:cNvSpPr txBox="1">
            <a:spLocks/>
          </p:cNvSpPr>
          <p:nvPr/>
        </p:nvSpPr>
        <p:spPr>
          <a:xfrm>
            <a:off x="9687942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89" name="Text Placeholder 66">
            <a:extLst>
              <a:ext uri="{FF2B5EF4-FFF2-40B4-BE49-F238E27FC236}">
                <a16:creationId xmlns:a16="http://schemas.microsoft.com/office/drawing/2014/main" id="{52F54C64-A143-044B-A709-746149BC32DA}"/>
              </a:ext>
            </a:extLst>
          </p:cNvPr>
          <p:cNvSpPr>
            <a:spLocks noGrp="1"/>
          </p:cNvSpPr>
          <p:nvPr>
            <p:ph type="body" sz="quarter" idx="170"/>
          </p:nvPr>
        </p:nvSpPr>
        <p:spPr>
          <a:xfrm>
            <a:off x="9687942" y="2602177"/>
            <a:ext cx="223678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0" name="Picture Placeholder 3">
            <a:extLst>
              <a:ext uri="{FF2B5EF4-FFF2-40B4-BE49-F238E27FC236}">
                <a16:creationId xmlns:a16="http://schemas.microsoft.com/office/drawing/2014/main" id="{D5096C43-4378-4A4B-912B-4D48DFC61844}"/>
              </a:ext>
            </a:extLst>
          </p:cNvPr>
          <p:cNvSpPr>
            <a:spLocks noGrp="1"/>
          </p:cNvSpPr>
          <p:nvPr>
            <p:ph type="pic" sz="quarter" idx="171" hasCustomPrompt="1"/>
          </p:nvPr>
        </p:nvSpPr>
        <p:spPr>
          <a:xfrm>
            <a:off x="9699300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653721AF-5CB8-C246-9949-892109159316}"/>
              </a:ext>
            </a:extLst>
          </p:cNvPr>
          <p:cNvSpPr>
            <a:spLocks noGrp="1"/>
          </p:cNvSpPr>
          <p:nvPr>
            <p:ph type="body" sz="quarter" idx="172"/>
          </p:nvPr>
        </p:nvSpPr>
        <p:spPr>
          <a:xfrm>
            <a:off x="9847043" y="3331495"/>
            <a:ext cx="1954312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1400">
                <a:solidFill>
                  <a:schemeClr val="tx1"/>
                </a:solidFill>
              </a:defRPr>
            </a:lvl1pPr>
            <a:lvl2pPr marL="180000" indent="-180000">
              <a:defRPr sz="1400">
                <a:solidFill>
                  <a:schemeClr val="tx1"/>
                </a:solidFill>
              </a:defRPr>
            </a:lvl2pPr>
            <a:lvl3pPr marL="360000" indent="-180000">
              <a:buSzPct val="85000"/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3pPr>
            <a:lvl4pPr marL="360000" indent="-180000">
              <a:defRPr sz="1200">
                <a:solidFill>
                  <a:schemeClr val="tx1"/>
                </a:solidFill>
              </a:defRPr>
            </a:lvl4pPr>
            <a:lvl5pPr marL="360000" indent="-180000"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5pPr>
            <a:lvl6pPr marL="360000" indent="-180000">
              <a:defRPr sz="1200">
                <a:solidFill>
                  <a:schemeClr val="tx1"/>
                </a:solidFill>
              </a:defRPr>
            </a:lvl6pPr>
            <a:lvl7pPr marL="360000" indent="-180000">
              <a:defRPr sz="1200">
                <a:solidFill>
                  <a:schemeClr val="tx1"/>
                </a:solidFill>
              </a:defRPr>
            </a:lvl7pPr>
            <a:lvl8pPr marL="360000" indent="-180000">
              <a:defRPr sz="1200">
                <a:solidFill>
                  <a:schemeClr val="tx1"/>
                </a:solidFill>
              </a:defRPr>
            </a:lvl8pPr>
            <a:lvl9pPr marL="360000" indent="-180000">
              <a:defRPr sz="12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5E2B590-5AE5-4D43-BA94-2F288707929D}"/>
              </a:ext>
            </a:extLst>
          </p:cNvPr>
          <p:cNvSpPr txBox="1">
            <a:spLocks/>
          </p:cNvSpPr>
          <p:nvPr userDrawn="1"/>
        </p:nvSpPr>
        <p:spPr>
          <a:xfrm>
            <a:off x="263526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1B13F0-B4AF-5446-8328-C033F7090A61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B6D027-3301-8B48-AA66-4E03327BBC79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B6852D5-F26D-664C-A9F6-BF9037BBFE58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62F5D4E-B8D2-A24F-AC47-22D806E55759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7BA946E-DADB-3B40-A026-86AEAD921482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BF6377A-3E4C-E543-A6E3-B62474F7592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31743E-709B-B74A-B557-00500F507BFA}"/>
              </a:ext>
            </a:extLst>
          </p:cNvPr>
          <p:cNvSpPr txBox="1">
            <a:spLocks/>
          </p:cNvSpPr>
          <p:nvPr userDrawn="1"/>
        </p:nvSpPr>
        <p:spPr>
          <a:xfrm>
            <a:off x="2616582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874CC086-E655-3E48-A8D7-D74BE47D0988}"/>
              </a:ext>
            </a:extLst>
          </p:cNvPr>
          <p:cNvSpPr txBox="1">
            <a:spLocks/>
          </p:cNvSpPr>
          <p:nvPr userDrawn="1"/>
        </p:nvSpPr>
        <p:spPr>
          <a:xfrm>
            <a:off x="4981830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96BA808A-C828-8542-AADB-7C28F4133DE5}"/>
              </a:ext>
            </a:extLst>
          </p:cNvPr>
          <p:cNvSpPr txBox="1">
            <a:spLocks/>
          </p:cNvSpPr>
          <p:nvPr userDrawn="1"/>
        </p:nvSpPr>
        <p:spPr>
          <a:xfrm>
            <a:off x="7347078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BAE2EC45-00CF-FD47-9AF3-31929E5B03F6}"/>
              </a:ext>
            </a:extLst>
          </p:cNvPr>
          <p:cNvSpPr txBox="1">
            <a:spLocks/>
          </p:cNvSpPr>
          <p:nvPr userDrawn="1"/>
        </p:nvSpPr>
        <p:spPr>
          <a:xfrm>
            <a:off x="9687942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15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2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Statem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1762EBF-E0D7-8245-9003-E6DC25C5B17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"/>
            <a:ext cx="12192000" cy="6341844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05000"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9B5817D-3E68-FC42-8BC8-5368E0F6BBC0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932EA5C5-AD39-5F46-8B0F-BD5BBF63B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731771"/>
            <a:ext cx="12202754" cy="2280204"/>
          </a:xfrm>
          <a:gradFill>
            <a:gsLst>
              <a:gs pos="0">
                <a:schemeClr val="accent1">
                  <a:alpha val="76666"/>
                </a:schemeClr>
              </a:gs>
              <a:gs pos="100000">
                <a:schemeClr val="accent1"/>
              </a:gs>
            </a:gsLst>
            <a:lin ang="5400000" scaled="1"/>
          </a:gradFill>
          <a:ln w="12700">
            <a:noFill/>
          </a:ln>
        </p:spPr>
        <p:txBody>
          <a:bodyPr lIns="251999" rIns="251999" bIns="0" anchor="ctr"/>
          <a:lstStyle>
            <a:lvl1pPr algn="l">
              <a:lnSpc>
                <a:spcPct val="90000"/>
              </a:lnSpc>
              <a:defRPr sz="4400" b="1" i="0" cap="none" spc="0" baseline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Statement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BF1E6-6534-7549-9ED0-8ED25057DAD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D292416-07A1-5C46-B5A0-623EB8F5C6C4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710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&amp; Supportin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C91952AE-6861-7D4C-A679-7ED17406D2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958552" y="545122"/>
            <a:ext cx="2233448" cy="5495919"/>
          </a:xfrm>
          <a:custGeom>
            <a:avLst/>
            <a:gdLst>
              <a:gd name="connsiteX0" fmla="*/ 312822 w 2233448"/>
              <a:gd name="connsiteY0" fmla="*/ 0 h 5495919"/>
              <a:gd name="connsiteX1" fmla="*/ 568770 w 2233448"/>
              <a:gd name="connsiteY1" fmla="*/ 0 h 5495919"/>
              <a:gd name="connsiteX2" fmla="*/ 568770 w 2233448"/>
              <a:gd name="connsiteY2" fmla="*/ 96713 h 5495919"/>
              <a:gd name="connsiteX3" fmla="*/ 671350 w 2233448"/>
              <a:gd name="connsiteY3" fmla="*/ 199293 h 5495919"/>
              <a:gd name="connsiteX4" fmla="*/ 1820205 w 2233448"/>
              <a:gd name="connsiteY4" fmla="*/ 199293 h 5495919"/>
              <a:gd name="connsiteX5" fmla="*/ 1922785 w 2233448"/>
              <a:gd name="connsiteY5" fmla="*/ 96713 h 5495919"/>
              <a:gd name="connsiteX6" fmla="*/ 1922785 w 2233448"/>
              <a:gd name="connsiteY6" fmla="*/ 0 h 5495919"/>
              <a:gd name="connsiteX7" fmla="*/ 2233448 w 2233448"/>
              <a:gd name="connsiteY7" fmla="*/ 0 h 5495919"/>
              <a:gd name="connsiteX8" fmla="*/ 2233448 w 2233448"/>
              <a:gd name="connsiteY8" fmla="*/ 5495919 h 5495919"/>
              <a:gd name="connsiteX9" fmla="*/ 312822 w 2233448"/>
              <a:gd name="connsiteY9" fmla="*/ 5495919 h 5495919"/>
              <a:gd name="connsiteX10" fmla="*/ 0 w 2233448"/>
              <a:gd name="connsiteY10" fmla="*/ 5183097 h 5495919"/>
              <a:gd name="connsiteX11" fmla="*/ 0 w 2233448"/>
              <a:gd name="connsiteY11" fmla="*/ 312822 h 5495919"/>
              <a:gd name="connsiteX12" fmla="*/ 312822 w 2233448"/>
              <a:gd name="connsiteY12" fmla="*/ 0 h 549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33448" h="5495919">
                <a:moveTo>
                  <a:pt x="312822" y="0"/>
                </a:moveTo>
                <a:lnTo>
                  <a:pt x="568770" y="0"/>
                </a:lnTo>
                <a:lnTo>
                  <a:pt x="568770" y="96713"/>
                </a:lnTo>
                <a:cubicBezTo>
                  <a:pt x="568770" y="153366"/>
                  <a:pt x="614697" y="199293"/>
                  <a:pt x="671350" y="199293"/>
                </a:cubicBezTo>
                <a:lnTo>
                  <a:pt x="1820205" y="199293"/>
                </a:lnTo>
                <a:cubicBezTo>
                  <a:pt x="1876858" y="199293"/>
                  <a:pt x="1922785" y="153366"/>
                  <a:pt x="1922785" y="96713"/>
                </a:cubicBezTo>
                <a:lnTo>
                  <a:pt x="1922785" y="0"/>
                </a:lnTo>
                <a:lnTo>
                  <a:pt x="2233448" y="0"/>
                </a:lnTo>
                <a:lnTo>
                  <a:pt x="2233448" y="5495919"/>
                </a:lnTo>
                <a:lnTo>
                  <a:pt x="312822" y="5495919"/>
                </a:lnTo>
                <a:cubicBezTo>
                  <a:pt x="140055" y="5495919"/>
                  <a:pt x="0" y="5355864"/>
                  <a:pt x="0" y="5183097"/>
                </a:cubicBezTo>
                <a:lnTo>
                  <a:pt x="0" y="312822"/>
                </a:lnTo>
                <a:cubicBezTo>
                  <a:pt x="0" y="140055"/>
                  <a:pt x="140055" y="0"/>
                  <a:pt x="312822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rIns="251999" anchor="ctr"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Drag image onto slide to fill phone screen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A19A1-7307-4944-BE1C-F523537652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4361" y="152400"/>
            <a:ext cx="2879464" cy="6002770"/>
          </a:xfr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11D142-2F56-C44C-92D0-D7EA8A9DAB96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9E686AA-6EDF-FF48-9476-DD83F7100E37}"/>
              </a:ext>
            </a:extLst>
          </p:cNvPr>
          <p:cNvGrpSpPr/>
          <p:nvPr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0AE1A7C-1EB7-E244-8DE3-9EE13BBA15B6}"/>
                </a:ext>
              </a:extLst>
            </p:cNvPr>
            <p:cNvSpPr/>
            <p:nvPr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FEC5364-347F-A24A-B1B8-ABC46E4248D0}"/>
                </a:ext>
              </a:extLst>
            </p:cNvPr>
            <p:cNvSpPr txBox="1"/>
            <p:nvPr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66901DA-7F55-BA47-A660-CAD72EEFE971}"/>
                </a:ext>
              </a:extLst>
            </p:cNvPr>
            <p:cNvCxnSpPr>
              <a:cxnSpLocks/>
            </p:cNvCxnSpPr>
            <p:nvPr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8FDDD2-5858-A446-9B0E-1C063E0B4502}"/>
                </a:ext>
              </a:extLst>
            </p:cNvPr>
            <p:cNvSpPr txBox="1"/>
            <p:nvPr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9D4316F-8829-C74B-A221-4A7DBA272431}"/>
                </a:ext>
              </a:extLst>
            </p:cNvPr>
            <p:cNvGrpSpPr/>
            <p:nvPr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50384B02-75E8-144E-8B22-F27459DBF213}"/>
                  </a:ext>
                </a:extLst>
              </p:cNvPr>
              <p:cNvGrpSpPr/>
              <p:nvPr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0F73B797-007D-8F45-9B2F-99A3C206555C}"/>
                    </a:ext>
                  </a:extLst>
                </p:cNvPr>
                <p:cNvSpPr/>
                <p:nvPr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3AED18F-21AD-404E-BED9-E23726592536}"/>
                    </a:ext>
                  </a:extLst>
                </p:cNvPr>
                <p:cNvSpPr txBox="1"/>
                <p:nvPr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1A0C7D49-CE9B-2F4E-837A-3F7610651477}"/>
                    </a:ext>
                  </a:extLst>
                </p:cNvPr>
                <p:cNvSpPr txBox="1"/>
                <p:nvPr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C08F9347-1020-3542-9083-C25D17003A7D}"/>
                    </a:ext>
                  </a:extLst>
                </p:cNvPr>
                <p:cNvSpPr txBox="1"/>
                <p:nvPr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61D7E8F-96D6-0743-A4E6-BDE8FEE75931}"/>
                  </a:ext>
                </a:extLst>
              </p:cNvPr>
              <p:cNvSpPr txBox="1"/>
              <p:nvPr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92" name="Graphic 91">
                <a:extLst>
                  <a:ext uri="{FF2B5EF4-FFF2-40B4-BE49-F238E27FC236}">
                    <a16:creationId xmlns:a16="http://schemas.microsoft.com/office/drawing/2014/main" id="{3691DA32-4A25-3244-887F-106571CC7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7E1B2C8-A880-484B-8DF3-47F72B6478C1}"/>
                </a:ext>
              </a:extLst>
            </p:cNvPr>
            <p:cNvGrpSpPr/>
            <p:nvPr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81E6E9C-A854-8341-8896-14B11B0CB408}"/>
                  </a:ext>
                </a:extLst>
              </p:cNvPr>
              <p:cNvSpPr/>
              <p:nvPr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7B30112-E1F3-1141-9397-651EDD05AB4F}"/>
                  </a:ext>
                </a:extLst>
              </p:cNvPr>
              <p:cNvSpPr txBox="1"/>
              <p:nvPr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87" name="Graphic 86">
                <a:extLst>
                  <a:ext uri="{FF2B5EF4-FFF2-40B4-BE49-F238E27FC236}">
                    <a16:creationId xmlns:a16="http://schemas.microsoft.com/office/drawing/2014/main" id="{E436DB41-C87B-604D-93C9-4810EC7B87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67E7DC2-AEC6-AF45-A3F3-8D292343CC65}"/>
                  </a:ext>
                </a:extLst>
              </p:cNvPr>
              <p:cNvSpPr txBox="1"/>
              <p:nvPr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4EB5A3B8-7079-2F40-BAFD-A2396423A1F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9857E59-EF61-994A-A389-AD6537DDC94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95D23FB-7145-A148-9DEA-BCBCB72A6803}"/>
                </a:ext>
              </a:extLst>
            </p:cNvPr>
            <p:cNvSpPr txBox="1"/>
            <p:nvPr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56B344F-230E-4740-9A53-CE43DAE6C421}"/>
                </a:ext>
              </a:extLst>
            </p:cNvPr>
            <p:cNvSpPr txBox="1"/>
            <p:nvPr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2F0AEA9-8195-584F-9600-AE1D172C303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E8A3DCD-14B5-734C-91E2-79637E3D58B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09" y="315251"/>
            <a:ext cx="2619391" cy="6219155"/>
          </a:xfrm>
          <a:prstGeom prst="rect">
            <a:avLst/>
          </a:prstGeom>
        </p:spPr>
      </p:pic>
      <p:sp>
        <p:nvSpPr>
          <p:cNvPr id="36" name="Content Placeholder 4">
            <a:extLst>
              <a:ext uri="{FF2B5EF4-FFF2-40B4-BE49-F238E27FC236}">
                <a16:creationId xmlns:a16="http://schemas.microsoft.com/office/drawing/2014/main" id="{869742CE-A9EE-044C-A2BA-81128A041B9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1525" y="152400"/>
            <a:ext cx="6156325" cy="29065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7" name="Content Placeholder 4">
            <a:extLst>
              <a:ext uri="{FF2B5EF4-FFF2-40B4-BE49-F238E27FC236}">
                <a16:creationId xmlns:a16="http://schemas.microsoft.com/office/drawing/2014/main" id="{8848A848-7E9E-154A-8D34-8AD2D6F021C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11525" y="3252095"/>
            <a:ext cx="6156325" cy="29065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49E3D-E464-6B41-AAF7-80CE0AA5A7C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1FD95D-31D3-394B-B5E1-6A64DE59B7B4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FE5DAA1-9C55-5648-8E7F-A99A28527990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C1B8BD1-E030-AA42-BE55-623426B6984A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170735A-AE07-D34D-8C7A-CCB0CD054365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54A638A-04B3-4744-BC26-6DA5CDB3E0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807552F-9188-704F-BFA5-B7C6530E0EF3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A13322C-3B77-5C40-9E80-85228DDD7764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B0019C8-C78C-B445-80CB-9127941D6019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8E15199-F72B-9840-8CB4-B2E9C1BE1663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CA6CE63-7AAB-A843-B22F-75FC7F7B7FF8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A129FCE-F51A-CA49-972B-D63D26F453A7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288C099-2ADD-A443-AE09-DC3DBBAB33F5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E83AC8F-72E3-1E46-A6C4-6D2642C5730F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54" name="Graphic 53">
                <a:extLst>
                  <a:ext uri="{FF2B5EF4-FFF2-40B4-BE49-F238E27FC236}">
                    <a16:creationId xmlns:a16="http://schemas.microsoft.com/office/drawing/2014/main" id="{C4AD293A-531C-0D48-8297-5D7B41D74DB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46D3B3A-5D5D-0A45-8488-D69B4C9831EA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3185D6C-AA61-A247-BDA2-C9BA97116905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1F49C2C-F0DD-4C41-9630-DFDB04931868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49" name="Graphic 48">
                <a:extLst>
                  <a:ext uri="{FF2B5EF4-FFF2-40B4-BE49-F238E27FC236}">
                    <a16:creationId xmlns:a16="http://schemas.microsoft.com/office/drawing/2014/main" id="{AC3F5933-E70E-B045-9FDB-4EA88F814A6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6C7F8C-D8AA-7C40-9952-0ED89E557E61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8A0901CA-37E8-014F-828B-50F19DC6C77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43AD815-9B2A-BE40-A090-525184CF944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8C9E470-06B9-8B4B-AD1A-E61DD3D857CF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C60CD2F-A386-8444-949F-252A76903DE2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9DFBE0E-8958-4B4C-9250-32DEAF3601F8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31E58F53-3EF0-0842-85B6-504392F52B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09" y="315251"/>
            <a:ext cx="2619391" cy="621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064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and Key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292821-60E2-0B4D-AA0C-C16AE0808848}"/>
              </a:ext>
            </a:extLst>
          </p:cNvPr>
          <p:cNvSpPr/>
          <p:nvPr/>
        </p:nvSpPr>
        <p:spPr>
          <a:xfrm>
            <a:off x="6361241" y="404813"/>
            <a:ext cx="5567233" cy="5761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5784247" cy="9731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Click to add slide title</a:t>
            </a:r>
            <a:endParaRPr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F8650D1-39A1-CF44-A6B9-55E0B1645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22957" y="636119"/>
            <a:ext cx="5057470" cy="2229851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y" algn="b"/>
          </a:blipFill>
        </p:spPr>
        <p:txBody>
          <a:bodyPr bIns="46800" anchor="ctr">
            <a:noAutofit/>
          </a:bodyPr>
          <a:lstStyle>
            <a:lvl1pPr marL="0" indent="0"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key takeaway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42D2C7D-D9E4-2347-8910-83CF1D5BA1A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263525" y="1376363"/>
            <a:ext cx="5755755" cy="414657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anchor="b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67390C-CF8E-8A47-87DF-C62375565150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C5F581-628A-AD40-A607-02AC0F42F561}"/>
              </a:ext>
            </a:extLst>
          </p:cNvPr>
          <p:cNvGrpSpPr/>
          <p:nvPr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0358D2C-845B-B249-A1AC-590041D9F72D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E0E1F92-63AA-C54A-A918-BAA49530610A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24624CA-8303-064D-8469-332D0C910C00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77819F-3351-5245-A24F-D67B2F2D83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EFFF55F2-1A60-BC45-9662-1CCB19F3F4F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70647" y="1972801"/>
            <a:ext cx="5755754" cy="418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7" name="Content Placeholder 4">
            <a:extLst>
              <a:ext uri="{FF2B5EF4-FFF2-40B4-BE49-F238E27FC236}">
                <a16:creationId xmlns:a16="http://schemas.microsoft.com/office/drawing/2014/main" id="{86E93ADF-FFD3-6B49-9C09-35011353A9EE}"/>
              </a:ext>
            </a:extLst>
          </p:cNvPr>
          <p:cNvSpPr>
            <a:spLocks noGrp="1"/>
          </p:cNvSpPr>
          <p:nvPr>
            <p:ph sz="quarter" idx="118"/>
          </p:nvPr>
        </p:nvSpPr>
        <p:spPr>
          <a:xfrm>
            <a:off x="6631200" y="3124801"/>
            <a:ext cx="5048736" cy="28367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B95F35B-A7B3-CD42-9DFE-2A3BBA2FDFE0}"/>
              </a:ext>
            </a:extLst>
          </p:cNvPr>
          <p:cNvSpPr>
            <a:spLocks noGrp="1"/>
          </p:cNvSpPr>
          <p:nvPr>
            <p:ph type="dt" sz="half" idx="119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5BDA87-017F-5F46-8EC4-090CB0103643}"/>
              </a:ext>
            </a:extLst>
          </p:cNvPr>
          <p:cNvSpPr/>
          <p:nvPr userDrawn="1"/>
        </p:nvSpPr>
        <p:spPr>
          <a:xfrm>
            <a:off x="6361241" y="404813"/>
            <a:ext cx="5567233" cy="5761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4C6E1B-B20E-BB4A-8785-9223FDDDD96D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499C412-EC70-0C40-BD9A-81581E34D521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F5BE1F7-9092-A349-80A6-D0FB2DAA78F0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62FB661-6EDA-A642-8C19-276EF126E257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05D3A8-3D12-144B-97D7-17BDDD61C776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F46FC56-33DA-6240-9F41-E2DAAC11374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6907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ck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3" cy="9731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Click to add slide title</a:t>
            </a:r>
            <a:endParaRPr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42D2C7D-D9E4-2347-8910-83CF1D5BA1A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263524" y="1395167"/>
            <a:ext cx="11651763" cy="39585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bIns="72000" anchor="b"/>
          <a:lstStyle>
            <a:lvl1pPr marL="0" indent="0"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2C8ED6C-6153-A847-8DCB-7DEDC274C0A1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263524" y="3876704"/>
            <a:ext cx="11651763" cy="39585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bIns="72000" anchor="b"/>
          <a:lstStyle>
            <a:lvl1pPr marL="0" indent="0"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content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CAAC84-323E-7C4A-9B98-66677C8940A4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5CFC71-B47A-A54D-AEBE-4721F45D29DC}"/>
              </a:ext>
            </a:extLst>
          </p:cNvPr>
          <p:cNvGrpSpPr/>
          <p:nvPr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168C2B9-ADA9-624C-A89E-B96031CDC7FB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E480F3-3121-1048-91F3-2013B6789287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B7811A-96C0-B740-8247-00986021E3C8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6E66BBF-CD27-B944-AA22-91FA904C9C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A13A8-5EA5-E44A-8141-08D1AFCBC1C6}"/>
              </a:ext>
            </a:extLst>
          </p:cNvPr>
          <p:cNvSpPr>
            <a:spLocks noGrp="1"/>
          </p:cNvSpPr>
          <p:nvPr>
            <p:ph type="dt" sz="half" idx="123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F8CB8377-302B-244E-94FB-B36536DBBF83}"/>
              </a:ext>
            </a:extLst>
          </p:cNvPr>
          <p:cNvSpPr>
            <a:spLocks noGrp="1"/>
          </p:cNvSpPr>
          <p:nvPr>
            <p:ph sz="quarter" idx="121"/>
          </p:nvPr>
        </p:nvSpPr>
        <p:spPr>
          <a:xfrm>
            <a:off x="263525" y="1864801"/>
            <a:ext cx="11651763" cy="180529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97868BA9-EAE1-BE46-A782-0E3108629D3F}"/>
              </a:ext>
            </a:extLst>
          </p:cNvPr>
          <p:cNvSpPr>
            <a:spLocks noGrp="1"/>
          </p:cNvSpPr>
          <p:nvPr>
            <p:ph sz="quarter" idx="122"/>
          </p:nvPr>
        </p:nvSpPr>
        <p:spPr>
          <a:xfrm>
            <a:off x="263525" y="4360554"/>
            <a:ext cx="11651763" cy="180529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F82DED-6EB8-F143-84A8-3E202BF8D823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9E12695-8481-344A-94CD-1BA34C793104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2ABF6F-6C10-D846-A337-F9FE18D68BD7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78F2830-DDD3-5A46-ADCF-89A99B965A63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F67A35B-9453-2E49-B376-334B0D3A2DE8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CF52E7C-5031-294A-9B59-989834F8273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6394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1B3A341-ED0E-854D-B998-AE4AF0E50D9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999007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24641-2636-9C4A-B81F-8994DD698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4" cy="973138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B91D0D-9F61-3B4D-9A9B-E8550E88B9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5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724B5D4-892B-344E-ADD3-5946E322FF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3525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425C022-4754-EE42-8C22-2A6124BAE0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6151ECA-E502-F642-A248-BD3AE3ADE55F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A7E929C-7046-3D4E-9BEF-0AA496E0B98F}"/>
              </a:ext>
            </a:extLst>
          </p:cNvPr>
          <p:cNvGrpSpPr/>
          <p:nvPr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60E7864-8F6C-DB45-94B2-619632E9B58E}"/>
                </a:ext>
              </a:extLst>
            </p:cNvPr>
            <p:cNvSpPr/>
            <p:nvPr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A8C1645-2112-B042-9B2C-3F2E8A9FC110}"/>
                </a:ext>
              </a:extLst>
            </p:cNvPr>
            <p:cNvSpPr txBox="1"/>
            <p:nvPr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6B60217-D2C9-8B46-A5A8-32207EAF4295}"/>
                </a:ext>
              </a:extLst>
            </p:cNvPr>
            <p:cNvCxnSpPr>
              <a:cxnSpLocks/>
            </p:cNvCxnSpPr>
            <p:nvPr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11CA8CD-48BC-0748-9FD2-F803EF3B9FBD}"/>
                </a:ext>
              </a:extLst>
            </p:cNvPr>
            <p:cNvSpPr txBox="1"/>
            <p:nvPr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554A704-6674-BB43-AB20-2E181F9B57EB}"/>
                </a:ext>
              </a:extLst>
            </p:cNvPr>
            <p:cNvGrpSpPr/>
            <p:nvPr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012C7B92-F2AA-9F45-A792-FFDCCA4C1309}"/>
                  </a:ext>
                </a:extLst>
              </p:cNvPr>
              <p:cNvGrpSpPr/>
              <p:nvPr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E5544EB0-5E10-254D-8AE0-A8CCC9620441}"/>
                    </a:ext>
                  </a:extLst>
                </p:cNvPr>
                <p:cNvSpPr/>
                <p:nvPr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A59A1BCF-4BC0-BF46-B962-07D8C33C7F41}"/>
                    </a:ext>
                  </a:extLst>
                </p:cNvPr>
                <p:cNvSpPr txBox="1"/>
                <p:nvPr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1D902BA3-9FC1-474F-9879-75FCD0149012}"/>
                    </a:ext>
                  </a:extLst>
                </p:cNvPr>
                <p:cNvSpPr txBox="1"/>
                <p:nvPr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439F8BA-92D5-EC44-A78A-81B6BE9DDB8F}"/>
                    </a:ext>
                  </a:extLst>
                </p:cNvPr>
                <p:cNvSpPr txBox="1"/>
                <p:nvPr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4565E4E-F965-CF47-9AF3-10262D7C7F69}"/>
                  </a:ext>
                </a:extLst>
              </p:cNvPr>
              <p:cNvSpPr txBox="1"/>
              <p:nvPr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119" name="Graphic 118">
                <a:extLst>
                  <a:ext uri="{FF2B5EF4-FFF2-40B4-BE49-F238E27FC236}">
                    <a16:creationId xmlns:a16="http://schemas.microsoft.com/office/drawing/2014/main" id="{AEBD7B6F-3DEE-AD40-9AAF-99977C4B95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B425B32-FE70-644F-8797-8EF8F357BCC5}"/>
                </a:ext>
              </a:extLst>
            </p:cNvPr>
            <p:cNvGrpSpPr/>
            <p:nvPr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922FA7E-E032-194E-B97D-AB34EC836BD2}"/>
                  </a:ext>
                </a:extLst>
              </p:cNvPr>
              <p:cNvSpPr/>
              <p:nvPr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1D6CFBD-0AE8-F241-A5C2-FD0822528B50}"/>
                  </a:ext>
                </a:extLst>
              </p:cNvPr>
              <p:cNvSpPr txBox="1"/>
              <p:nvPr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114" name="Graphic 113">
                <a:extLst>
                  <a:ext uri="{FF2B5EF4-FFF2-40B4-BE49-F238E27FC236}">
                    <a16:creationId xmlns:a16="http://schemas.microsoft.com/office/drawing/2014/main" id="{6FA7765A-139C-694A-A927-345F327F88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6648D52-7111-184F-AF49-A989AA7F5ECE}"/>
                  </a:ext>
                </a:extLst>
              </p:cNvPr>
              <p:cNvSpPr txBox="1"/>
              <p:nvPr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7460780B-D27D-864E-8E82-10F5FA32FB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D01E91B-AF16-5B46-B5E5-6B5B54E6D3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F75532A-74FC-FB4A-A0CF-AAF908803095}"/>
                </a:ext>
              </a:extLst>
            </p:cNvPr>
            <p:cNvSpPr txBox="1"/>
            <p:nvPr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267567B-78A9-4042-8787-54CFCA56E5C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ECDD292-0A41-9347-A63B-366424DB3358}"/>
                </a:ext>
              </a:extLst>
            </p:cNvPr>
            <p:cNvSpPr txBox="1"/>
            <p:nvPr/>
          </p:nvSpPr>
          <p:spPr>
            <a:xfrm>
              <a:off x="12776178" y="2120415"/>
              <a:ext cx="1947530" cy="29084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050"/>
                <a:t>Images will fill in from left to right. 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81F64-BA3C-3144-BCAE-2ED89B12E4AD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52" name="Picture Placeholder 35">
            <a:extLst>
              <a:ext uri="{FF2B5EF4-FFF2-40B4-BE49-F238E27FC236}">
                <a16:creationId xmlns:a16="http://schemas.microsoft.com/office/drawing/2014/main" id="{4B0B3411-E35B-9647-A09B-711F029FC35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4022623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AA80F8C2-4050-A045-AD94-75AD73F6EB0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87141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6273F053-3DCA-A043-9247-ECABDCA39FE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87141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CD4EC102-A65D-9E4C-A5BB-85175C8C12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87141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sp>
        <p:nvSpPr>
          <p:cNvPr id="56" name="Picture Placeholder 35">
            <a:extLst>
              <a:ext uri="{FF2B5EF4-FFF2-40B4-BE49-F238E27FC236}">
                <a16:creationId xmlns:a16="http://schemas.microsoft.com/office/drawing/2014/main" id="{8BEC7FBF-6709-EB48-80A3-EB7EB20E584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auto">
          <a:xfrm>
            <a:off x="7021855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A8A8F3F9-4899-1146-B73A-B5BB6961B2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373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92995636-5046-7345-92E7-A945A363007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86373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C180E255-7138-284A-BDF9-C028FF950A8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86373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sp>
        <p:nvSpPr>
          <p:cNvPr id="60" name="Picture Placeholder 35">
            <a:extLst>
              <a:ext uri="{FF2B5EF4-FFF2-40B4-BE49-F238E27FC236}">
                <a16:creationId xmlns:a16="http://schemas.microsoft.com/office/drawing/2014/main" id="{2EA761DA-83F1-924F-B29B-E54668336CC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auto">
          <a:xfrm>
            <a:off x="9996703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AEF904AA-51FA-504E-9121-A959C42AE6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261221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491FE42-DE74-4C46-97D3-94F6733D19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261221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9">
            <a:extLst>
              <a:ext uri="{FF2B5EF4-FFF2-40B4-BE49-F238E27FC236}">
                <a16:creationId xmlns:a16="http://schemas.microsoft.com/office/drawing/2014/main" id="{D0207C6D-5318-6545-96A3-3A7CDCDC120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61221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44820AF-E512-8240-BAB4-8B0593383A41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5906DB5-85C5-384C-BB11-D321F15CC6DE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D1DA561-68EE-5244-A277-98B0740F57D7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E4F8350-ABB5-6B46-8695-4F904832D4F7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8AB25F9-8C72-DA41-BEB9-72FA1FFC05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EA40190-EF40-8A47-B111-14EDDAAC69B5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CBEBA68-8C77-CD40-B7B6-11CB5B37035C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A671BEC-2CA8-BD49-A69C-5A6D46B44CFC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B87B84A5-F13C-D147-9C57-5C42A6C332D5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771A46B-0D7F-5046-812B-73E38F9A6D8F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87031E56-E9FB-7C4B-8D15-6E0255F9AF09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0D3AA56C-A466-B149-8529-45FB94CC86F2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6C79558-FB2F-6A4C-B81C-B772CA22DAFF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76" name="Graphic 75">
                <a:extLst>
                  <a:ext uri="{FF2B5EF4-FFF2-40B4-BE49-F238E27FC236}">
                    <a16:creationId xmlns:a16="http://schemas.microsoft.com/office/drawing/2014/main" id="{37682E1C-27B7-A547-93F7-EABEB3BA3AA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7B16F0B-6003-D644-920E-FC360EC07596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AB3FE7C-019F-684C-AEBF-462BD7A46240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669262E-7620-7849-9B5E-55CD325010B0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71" name="Graphic 70">
                <a:extLst>
                  <a:ext uri="{FF2B5EF4-FFF2-40B4-BE49-F238E27FC236}">
                    <a16:creationId xmlns:a16="http://schemas.microsoft.com/office/drawing/2014/main" id="{4DF8E3F2-6070-5143-9BE4-6C94EA07C21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898F657-335D-6048-B1DD-1B4FDC0DD73C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4E4BF989-6D5F-0F46-BF34-37DD656FD97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25842C7-1726-9B4D-9EEB-A274EA181C53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6F3C69C-C580-CD4D-A865-C5F5B9845A83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547BFC8-9ADA-B543-80AF-6E66BBEF2313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E023C69-AB27-C34F-939B-7337B0CC7349}"/>
                </a:ext>
              </a:extLst>
            </p:cNvPr>
            <p:cNvSpPr txBox="1"/>
            <p:nvPr userDrawn="1"/>
          </p:nvSpPr>
          <p:spPr>
            <a:xfrm>
              <a:off x="12776178" y="2120415"/>
              <a:ext cx="1947530" cy="29084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050"/>
                <a:t>Images will fill in from left to right.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599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/ 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BE13A4-C793-4649-A719-B7BB3ADDC3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0"/>
            <a:ext cx="12191207" cy="6345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33DFA-5A1C-EA4C-B851-25D99ED561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557939"/>
            <a:ext cx="11651764" cy="5311579"/>
          </a:xfrm>
          <a:noFill/>
        </p:spPr>
        <p:txBody>
          <a:bodyPr lIns="90000" anchor="ctr"/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mission or vision statement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8F58F3-F4DC-1643-8475-D1407A5E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07A19-D758-2D4C-8A26-DFAE2B1496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0"/>
            <a:ext cx="12191207" cy="634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90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FE3FE8A-F161-D246-959E-ABD4855B3C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95" y="223"/>
            <a:ext cx="12191207" cy="629924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1F3CB-5ABB-E84B-B0E9-7E291E6F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88AD644-FBE3-F546-93FC-9E20DA798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6284" y="1354665"/>
            <a:ext cx="6849005" cy="2985125"/>
          </a:xfrm>
          <a:noFill/>
        </p:spPr>
        <p:txBody>
          <a:bodyPr tIns="216000" anchor="ctr"/>
          <a:lstStyle>
            <a:lvl1pPr algn="r">
              <a:defRPr sz="440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EF0CE46-C0A1-DD4A-B07B-2DDC6CC30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1985" y="4992612"/>
            <a:ext cx="6773303" cy="744046"/>
          </a:xfrm>
          <a:prstGeom prst="rect">
            <a:avLst/>
          </a:prstGeom>
          <a:noFill/>
        </p:spPr>
        <p:txBody>
          <a:bodyPr rIns="72000" anchor="t"/>
          <a:lstStyle>
            <a:lvl1pPr marL="0" indent="0" algn="r">
              <a:buNone/>
              <a:defRPr sz="20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r">
              <a:buNone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add name</a:t>
            </a:r>
          </a:p>
          <a:p>
            <a:pPr lvl="1"/>
            <a:r>
              <a:rPr lang="en-US"/>
              <a:t>Click to add job title or company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7E0E34-77FE-D844-B224-05D60E2C3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6283" y="558272"/>
            <a:ext cx="1092200" cy="1312862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16600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C5913F8-38A0-7F47-B5A2-BE537048EA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29050" y="3745053"/>
            <a:ext cx="1092200" cy="937013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9600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D9D4C9-0409-AA4D-9F08-66CAF7AB36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94" y="223"/>
            <a:ext cx="12191207" cy="634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706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C6B0F3A-8DDD-5444-846F-28551CF656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77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711" y="152401"/>
            <a:ext cx="11638578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9E9EE-BF4F-E049-BB5F-5AA54C2A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9DD08BE4-1B87-4446-A067-4900FF453747}"/>
              </a:ext>
            </a:extLst>
          </p:cNvPr>
          <p:cNvSpPr txBox="1">
            <a:spLocks/>
          </p:cNvSpPr>
          <p:nvPr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>
                <a:solidFill>
                  <a:schemeClr val="bg1"/>
                </a:solidFill>
                <a:cs typeface="Arial" charset="0"/>
              </a:rPr>
              <a:t>OpenText ©2021 All rights reserved</a:t>
            </a:r>
            <a:endParaRPr lang="en-US" sz="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1524786-C3B4-0F4C-9DD1-A89CB20561BF}"/>
              </a:ext>
            </a:extLst>
          </p:cNvPr>
          <p:cNvSpPr txBox="1">
            <a:spLocks/>
          </p:cNvSpPr>
          <p:nvPr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317822-9199-B947-AC7C-F0A457172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77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B69626-C8AB-FD4F-BCFA-4E27051A6938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2F170FE-2D9C-FF40-8B7B-B7B70259D7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18" name="Footer Placeholder 1">
            <a:extLst>
              <a:ext uri="{FF2B5EF4-FFF2-40B4-BE49-F238E27FC236}">
                <a16:creationId xmlns:a16="http://schemas.microsoft.com/office/drawing/2014/main" id="{53216C01-8750-BC46-ACCA-ACEBF9F2E11F}"/>
              </a:ext>
            </a:extLst>
          </p:cNvPr>
          <p:cNvSpPr txBox="1">
            <a:spLocks/>
          </p:cNvSpPr>
          <p:nvPr userDrawn="1"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 dirty="0">
                <a:solidFill>
                  <a:schemeClr val="bg1"/>
                </a:solidFill>
                <a:cs typeface="Arial" charset="0"/>
              </a:rPr>
              <a:t>OpenText ©2025 All rights reserved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5EDD3647-BC57-EE48-914D-F77061864D4B}"/>
              </a:ext>
            </a:extLst>
          </p:cNvPr>
          <p:cNvSpPr txBox="1">
            <a:spLocks/>
          </p:cNvSpPr>
          <p:nvPr userDrawn="1"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66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ission / 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BE13A4-C793-4649-A719-B7BB3ADDC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0"/>
            <a:ext cx="12191207" cy="6345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33DFA-5A1C-EA4C-B851-25D99ED561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557939"/>
            <a:ext cx="11651764" cy="5311579"/>
          </a:xfrm>
          <a:noFill/>
        </p:spPr>
        <p:txBody>
          <a:bodyPr lIns="90000" anchor="ctr"/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mission or vision statement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8F58F3-F4DC-1643-8475-D1407A5E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476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ro Statem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1762EBF-E0D7-8245-9003-E6DC25C5B1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1"/>
            <a:ext cx="12192000" cy="6341844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05000"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Drag and drop image onto slide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3A6F8CA-EB29-7B4C-8C88-14F0FA8683CF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F4B2B0-BF85-6749-9807-1542F0D260A9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969EFC-6015-994F-AAAE-36B45550D796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857ABE-281D-204A-961D-D55C5A4EEC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6349B6-CD87-3C40-A671-7A1B3EDBFBDB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F3C8DC-0EB1-A54A-9CC4-B7E9EB96D6B5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C20CD52-3955-584F-A4C5-5ABDC961B346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771F22C-7095-2046-98D8-7F526D021947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F8D0D1-E25C-514F-B0F6-009FE88EDA7B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C5FEE07-2797-9841-AF3F-7B02EA44BEC6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1BA9531-EC5F-D348-A85B-1F3BE61794D3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49FC18-348C-3841-A7B1-EEDE4ECECA73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BE07A37F-BC36-8141-9134-2D60B9BCDDB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738F67-F841-DE42-B53F-A15AB7EF8263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763862F-B08E-3A4A-B63B-0F08304B80A9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D6367C-0588-7B43-B808-760C7B6E2CA8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8EFBD302-5FB8-0241-8B29-359EEE31960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3F54A8-F6DF-774C-9ABE-A2BD51A7AF06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56BAB2B-CC37-3343-9E88-87CF2EE18C5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069F4C-8AD2-9246-B11A-D858D8BD55B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CA2CD0A-D65C-EA4B-BD79-7328CBB7BABA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77A331-35D8-0E4E-94C4-8D81EC99B7C7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3C2DA6-AE93-3E49-87C1-AD34E5C1951B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63CBDF1-AD68-0547-8D1F-E199906767F1}"/>
              </a:ext>
            </a:extLst>
          </p:cNvPr>
          <p:cNvSpPr txBox="1"/>
          <p:nvPr userDrawn="1"/>
        </p:nvSpPr>
        <p:spPr>
          <a:xfrm>
            <a:off x="0" y="-414211"/>
            <a:ext cx="5481946" cy="234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spc="5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9B5817D-3E68-FC42-8BC8-5368E0F6BBC0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932EA5C5-AD39-5F46-8B0F-BD5BBF63B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731771"/>
            <a:ext cx="12202754" cy="2280204"/>
          </a:xfrm>
          <a:gradFill>
            <a:gsLst>
              <a:gs pos="0">
                <a:schemeClr val="accent1">
                  <a:alpha val="76666"/>
                </a:schemeClr>
              </a:gs>
              <a:gs pos="100000">
                <a:schemeClr val="accent1"/>
              </a:gs>
            </a:gsLst>
            <a:lin ang="5400000" scaled="1"/>
          </a:gradFill>
          <a:ln w="12700">
            <a:noFill/>
          </a:ln>
        </p:spPr>
        <p:txBody>
          <a:bodyPr lIns="251999" rIns="251999" bIns="0" anchor="ctr"/>
          <a:lstStyle>
            <a:lvl1pPr algn="l">
              <a:lnSpc>
                <a:spcPct val="90000"/>
              </a:lnSpc>
              <a:defRPr sz="4400" b="1" i="0" cap="none" spc="0" baseline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Statement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BF1E6-6534-7549-9ED0-8ED25057DAD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97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 S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7285220" y="0"/>
            <a:ext cx="4906780" cy="6344239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Drag and drop image onto slide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3A6F8CA-EB29-7B4C-8C88-14F0FA8683CF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F4B2B0-BF85-6749-9807-1542F0D260A9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969EFC-6015-994F-AAAE-36B45550D796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857ABE-281D-204A-961D-D55C5A4EEC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6349B6-CD87-3C40-A671-7A1B3EDBFBDB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F3C8DC-0EB1-A54A-9CC4-B7E9EB96D6B5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C20CD52-3955-584F-A4C5-5ABDC961B346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771F22C-7095-2046-98D8-7F526D021947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F8D0D1-E25C-514F-B0F6-009FE88EDA7B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C5FEE07-2797-9841-AF3F-7B02EA44BEC6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1BA9531-EC5F-D348-A85B-1F3BE61794D3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49FC18-348C-3841-A7B1-EEDE4ECECA73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BE07A37F-BC36-8141-9134-2D60B9BCDDB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738F67-F841-DE42-B53F-A15AB7EF8263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763862F-B08E-3A4A-B63B-0F08304B80A9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D6367C-0588-7B43-B808-760C7B6E2CA8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8EFBD302-5FB8-0241-8B29-359EEE31960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3F54A8-F6DF-774C-9ABE-A2BD51A7AF06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56BAB2B-CC37-3343-9E88-87CF2EE18C5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069F4C-8AD2-9246-B11A-D858D8BD55B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CA2CD0A-D65C-EA4B-BD79-7328CBB7BABA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77A331-35D8-0E4E-94C4-8D81EC99B7C7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3C2DA6-AE93-3E49-87C1-AD34E5C1951B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63CBDF1-AD68-0547-8D1F-E199906767F1}"/>
              </a:ext>
            </a:extLst>
          </p:cNvPr>
          <p:cNvSpPr txBox="1"/>
          <p:nvPr userDrawn="1"/>
        </p:nvSpPr>
        <p:spPr>
          <a:xfrm>
            <a:off x="0" y="-648990"/>
            <a:ext cx="5481946" cy="234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spc="5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7A7D7BE-DE18-CA45-BE37-32B6AA2AB25E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2400"/>
            <a:ext cx="6576662" cy="9731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28868-B510-B340-BF03-8D07F832CAC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263525" y="1376363"/>
            <a:ext cx="6581657" cy="478948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3"/>
            <a:endParaRPr lang="en-US"/>
          </a:p>
          <a:p>
            <a:pPr lvl="3"/>
            <a:endParaRPr lang="en-US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687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5FC6-E615-2A40-BD93-96F93CE1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2401"/>
            <a:ext cx="11651764" cy="973138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AAF051-0DB1-5547-9810-62319ABD2BB9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A7B925-8430-5E43-9D3C-5945E52730FF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52167FA-2CE6-3E43-B4E9-804D52B635B2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A8516D1-1923-114A-A760-5BBAB43B9AF8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08893D-AE6E-6F4D-8677-124539924BA5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567EA5D-5284-7243-BA1D-B4D7551362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9ACD5-841B-9742-BF12-AB47740C0DD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2861E7-C993-CF4C-B237-7333B82A5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63525" y="1376363"/>
            <a:ext cx="11651764" cy="47894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63968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stimonial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FE3FE8A-F161-D246-959E-ABD4855B3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95" y="223"/>
            <a:ext cx="12191207" cy="629924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1F3CB-5ABB-E84B-B0E9-7E291E6F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88AD644-FBE3-F546-93FC-9E20DA798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6284" y="1354665"/>
            <a:ext cx="6849005" cy="2985125"/>
          </a:xfrm>
          <a:noFill/>
        </p:spPr>
        <p:txBody>
          <a:bodyPr tIns="216000" anchor="ctr"/>
          <a:lstStyle>
            <a:lvl1pPr algn="r">
              <a:defRPr sz="440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EF0CE46-C0A1-DD4A-B07B-2DDC6CC30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1985" y="4992612"/>
            <a:ext cx="6773303" cy="744046"/>
          </a:xfrm>
          <a:prstGeom prst="rect">
            <a:avLst/>
          </a:prstGeom>
          <a:noFill/>
        </p:spPr>
        <p:txBody>
          <a:bodyPr rIns="72000" anchor="t"/>
          <a:lstStyle>
            <a:lvl1pPr marL="0" indent="0" algn="r">
              <a:buNone/>
              <a:defRPr sz="20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r">
              <a:buNone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add name</a:t>
            </a:r>
          </a:p>
          <a:p>
            <a:pPr lvl="1"/>
            <a:r>
              <a:rPr lang="en-US"/>
              <a:t>Click to add job title or company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7E0E34-77FE-D844-B224-05D60E2C3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6283" y="558272"/>
            <a:ext cx="1092200" cy="1312862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16600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C5913F8-38A0-7F47-B5A2-BE537048EA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29050" y="3745053"/>
            <a:ext cx="1092200" cy="937013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9600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4853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&amp; Supportin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C91952AE-6861-7D4C-A679-7ED17406D2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958552" y="545122"/>
            <a:ext cx="2233448" cy="5495919"/>
          </a:xfrm>
          <a:custGeom>
            <a:avLst/>
            <a:gdLst>
              <a:gd name="connsiteX0" fmla="*/ 312822 w 2233448"/>
              <a:gd name="connsiteY0" fmla="*/ 0 h 5495919"/>
              <a:gd name="connsiteX1" fmla="*/ 568770 w 2233448"/>
              <a:gd name="connsiteY1" fmla="*/ 0 h 5495919"/>
              <a:gd name="connsiteX2" fmla="*/ 568770 w 2233448"/>
              <a:gd name="connsiteY2" fmla="*/ 96713 h 5495919"/>
              <a:gd name="connsiteX3" fmla="*/ 671350 w 2233448"/>
              <a:gd name="connsiteY3" fmla="*/ 199293 h 5495919"/>
              <a:gd name="connsiteX4" fmla="*/ 1820205 w 2233448"/>
              <a:gd name="connsiteY4" fmla="*/ 199293 h 5495919"/>
              <a:gd name="connsiteX5" fmla="*/ 1922785 w 2233448"/>
              <a:gd name="connsiteY5" fmla="*/ 96713 h 5495919"/>
              <a:gd name="connsiteX6" fmla="*/ 1922785 w 2233448"/>
              <a:gd name="connsiteY6" fmla="*/ 0 h 5495919"/>
              <a:gd name="connsiteX7" fmla="*/ 2233448 w 2233448"/>
              <a:gd name="connsiteY7" fmla="*/ 0 h 5495919"/>
              <a:gd name="connsiteX8" fmla="*/ 2233448 w 2233448"/>
              <a:gd name="connsiteY8" fmla="*/ 5495919 h 5495919"/>
              <a:gd name="connsiteX9" fmla="*/ 312822 w 2233448"/>
              <a:gd name="connsiteY9" fmla="*/ 5495919 h 5495919"/>
              <a:gd name="connsiteX10" fmla="*/ 0 w 2233448"/>
              <a:gd name="connsiteY10" fmla="*/ 5183097 h 5495919"/>
              <a:gd name="connsiteX11" fmla="*/ 0 w 2233448"/>
              <a:gd name="connsiteY11" fmla="*/ 312822 h 5495919"/>
              <a:gd name="connsiteX12" fmla="*/ 312822 w 2233448"/>
              <a:gd name="connsiteY12" fmla="*/ 0 h 549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33448" h="5495919">
                <a:moveTo>
                  <a:pt x="312822" y="0"/>
                </a:moveTo>
                <a:lnTo>
                  <a:pt x="568770" y="0"/>
                </a:lnTo>
                <a:lnTo>
                  <a:pt x="568770" y="96713"/>
                </a:lnTo>
                <a:cubicBezTo>
                  <a:pt x="568770" y="153366"/>
                  <a:pt x="614697" y="199293"/>
                  <a:pt x="671350" y="199293"/>
                </a:cubicBezTo>
                <a:lnTo>
                  <a:pt x="1820205" y="199293"/>
                </a:lnTo>
                <a:cubicBezTo>
                  <a:pt x="1876858" y="199293"/>
                  <a:pt x="1922785" y="153366"/>
                  <a:pt x="1922785" y="96713"/>
                </a:cubicBezTo>
                <a:lnTo>
                  <a:pt x="1922785" y="0"/>
                </a:lnTo>
                <a:lnTo>
                  <a:pt x="2233448" y="0"/>
                </a:lnTo>
                <a:lnTo>
                  <a:pt x="2233448" y="5495919"/>
                </a:lnTo>
                <a:lnTo>
                  <a:pt x="312822" y="5495919"/>
                </a:lnTo>
                <a:cubicBezTo>
                  <a:pt x="140055" y="5495919"/>
                  <a:pt x="0" y="5355864"/>
                  <a:pt x="0" y="5183097"/>
                </a:cubicBezTo>
                <a:lnTo>
                  <a:pt x="0" y="312822"/>
                </a:lnTo>
                <a:cubicBezTo>
                  <a:pt x="0" y="140055"/>
                  <a:pt x="140055" y="0"/>
                  <a:pt x="312822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rIns="251999" anchor="ctr"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Drag image onto slide to fill phone screen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A19A1-7307-4944-BE1C-F523537652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4361" y="152400"/>
            <a:ext cx="2879464" cy="6002770"/>
          </a:xfr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11D142-2F56-C44C-92D0-D7EA8A9DAB96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9E686AA-6EDF-FF48-9476-DD83F7100E37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0AE1A7C-1EB7-E244-8DE3-9EE13BBA15B6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FEC5364-347F-A24A-B1B8-ABC46E4248D0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66901DA-7F55-BA47-A660-CAD72EEFE9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8FDDD2-5858-A446-9B0E-1C063E0B4502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9D4316F-8829-C74B-A221-4A7DBA272431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50384B02-75E8-144E-8B22-F27459DBF213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0F73B797-007D-8F45-9B2F-99A3C206555C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3AED18F-21AD-404E-BED9-E23726592536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1A0C7D49-CE9B-2F4E-837A-3F7610651477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C08F9347-1020-3542-9083-C25D17003A7D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61D7E8F-96D6-0743-A4E6-BDE8FEE75931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92" name="Graphic 91">
                <a:extLst>
                  <a:ext uri="{FF2B5EF4-FFF2-40B4-BE49-F238E27FC236}">
                    <a16:creationId xmlns:a16="http://schemas.microsoft.com/office/drawing/2014/main" id="{3691DA32-4A25-3244-887F-106571CC704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7E1B2C8-A880-484B-8DF3-47F72B6478C1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81E6E9C-A854-8341-8896-14B11B0CB408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7B30112-E1F3-1141-9397-651EDD05AB4F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87" name="Graphic 86">
                <a:extLst>
                  <a:ext uri="{FF2B5EF4-FFF2-40B4-BE49-F238E27FC236}">
                    <a16:creationId xmlns:a16="http://schemas.microsoft.com/office/drawing/2014/main" id="{E436DB41-C87B-604D-93C9-4810EC7B879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67E7DC2-AEC6-AF45-A3F3-8D292343CC65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4EB5A3B8-7079-2F40-BAFD-A2396423A1F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9857E59-EF61-994A-A389-AD6537DDC945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95D23FB-7145-A148-9DEA-BCBCB72A6803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56B344F-230E-4740-9A53-CE43DAE6C421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2F0AEA9-8195-584F-9600-AE1D172C3038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E8A3DCD-14B5-734C-91E2-79637E3D58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09" y="315251"/>
            <a:ext cx="2619391" cy="6219155"/>
          </a:xfrm>
          <a:prstGeom prst="rect">
            <a:avLst/>
          </a:prstGeom>
        </p:spPr>
      </p:pic>
      <p:sp>
        <p:nvSpPr>
          <p:cNvPr id="36" name="Content Placeholder 4">
            <a:extLst>
              <a:ext uri="{FF2B5EF4-FFF2-40B4-BE49-F238E27FC236}">
                <a16:creationId xmlns:a16="http://schemas.microsoft.com/office/drawing/2014/main" id="{869742CE-A9EE-044C-A2BA-81128A041B9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1525" y="152400"/>
            <a:ext cx="6156325" cy="29065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ontent Placeholder 4">
            <a:extLst>
              <a:ext uri="{FF2B5EF4-FFF2-40B4-BE49-F238E27FC236}">
                <a16:creationId xmlns:a16="http://schemas.microsoft.com/office/drawing/2014/main" id="{8848A848-7E9E-154A-8D34-8AD2D6F021C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11525" y="3252095"/>
            <a:ext cx="6156325" cy="29065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49E3D-E464-6B41-AAF7-80CE0AA5A7C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0040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and Key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292821-60E2-0B4D-AA0C-C16AE0808848}"/>
              </a:ext>
            </a:extLst>
          </p:cNvPr>
          <p:cNvSpPr/>
          <p:nvPr userDrawn="1"/>
        </p:nvSpPr>
        <p:spPr>
          <a:xfrm>
            <a:off x="6361241" y="404813"/>
            <a:ext cx="5567233" cy="5761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5784247" cy="9731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Click to add slide title</a:t>
            </a:r>
            <a:endParaRPr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F8650D1-39A1-CF44-A6B9-55E0B1645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22957" y="636119"/>
            <a:ext cx="5057470" cy="2229851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y" algn="b"/>
          </a:blipFill>
        </p:spPr>
        <p:txBody>
          <a:bodyPr bIns="46800" anchor="ctr">
            <a:noAutofit/>
          </a:bodyPr>
          <a:lstStyle>
            <a:lvl1pPr marL="0" indent="0"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key takeaway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42D2C7D-D9E4-2347-8910-83CF1D5BA1A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263525" y="1376363"/>
            <a:ext cx="5755755" cy="414657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anchor="b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67390C-CF8E-8A47-87DF-C62375565150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C5F581-628A-AD40-A607-02AC0F42F561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0358D2C-845B-B249-A1AC-590041D9F72D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E0E1F92-63AA-C54A-A918-BAA49530610A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24624CA-8303-064D-8469-332D0C910C00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77819F-3351-5245-A24F-D67B2F2D83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EFFF55F2-1A60-BC45-9662-1CCB19F3F4F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70647" y="1972801"/>
            <a:ext cx="5755754" cy="418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Content Placeholder 4">
            <a:extLst>
              <a:ext uri="{FF2B5EF4-FFF2-40B4-BE49-F238E27FC236}">
                <a16:creationId xmlns:a16="http://schemas.microsoft.com/office/drawing/2014/main" id="{86E93ADF-FFD3-6B49-9C09-35011353A9EE}"/>
              </a:ext>
            </a:extLst>
          </p:cNvPr>
          <p:cNvSpPr>
            <a:spLocks noGrp="1"/>
          </p:cNvSpPr>
          <p:nvPr>
            <p:ph sz="quarter" idx="118"/>
          </p:nvPr>
        </p:nvSpPr>
        <p:spPr>
          <a:xfrm>
            <a:off x="6631200" y="3124801"/>
            <a:ext cx="5048736" cy="28367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B95F35B-A7B3-CD42-9DFE-2A3BBA2FDFE0}"/>
              </a:ext>
            </a:extLst>
          </p:cNvPr>
          <p:cNvSpPr>
            <a:spLocks noGrp="1"/>
          </p:cNvSpPr>
          <p:nvPr>
            <p:ph type="dt" sz="half" idx="119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743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ck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3" cy="9731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Click to add slide title</a:t>
            </a:r>
            <a:endParaRPr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42D2C7D-D9E4-2347-8910-83CF1D5BA1A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263524" y="1395167"/>
            <a:ext cx="11651763" cy="39585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bIns="72000" anchor="b"/>
          <a:lstStyle>
            <a:lvl1pPr marL="0" indent="0"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2C8ED6C-6153-A847-8DCB-7DEDC274C0A1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263524" y="3876704"/>
            <a:ext cx="11651763" cy="39585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bIns="72000" anchor="b"/>
          <a:lstStyle>
            <a:lvl1pPr marL="0" indent="0"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content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CAAC84-323E-7C4A-9B98-66677C8940A4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5CFC71-B47A-A54D-AEBE-4721F45D29DC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168C2B9-ADA9-624C-A89E-B96031CDC7FB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E480F3-3121-1048-91F3-2013B6789287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B7811A-96C0-B740-8247-00986021E3C8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6E66BBF-CD27-B944-AA22-91FA904C9CE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A13A8-5EA5-E44A-8141-08D1AFCBC1C6}"/>
              </a:ext>
            </a:extLst>
          </p:cNvPr>
          <p:cNvSpPr>
            <a:spLocks noGrp="1"/>
          </p:cNvSpPr>
          <p:nvPr>
            <p:ph type="dt" sz="half" idx="123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F8CB8377-302B-244E-94FB-B36536DBBF83}"/>
              </a:ext>
            </a:extLst>
          </p:cNvPr>
          <p:cNvSpPr>
            <a:spLocks noGrp="1"/>
          </p:cNvSpPr>
          <p:nvPr>
            <p:ph sz="quarter" idx="121"/>
          </p:nvPr>
        </p:nvSpPr>
        <p:spPr>
          <a:xfrm>
            <a:off x="263525" y="1864801"/>
            <a:ext cx="11651763" cy="180529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97868BA9-EAE1-BE46-A782-0E3108629D3F}"/>
              </a:ext>
            </a:extLst>
          </p:cNvPr>
          <p:cNvSpPr>
            <a:spLocks noGrp="1"/>
          </p:cNvSpPr>
          <p:nvPr>
            <p:ph sz="quarter" idx="122"/>
          </p:nvPr>
        </p:nvSpPr>
        <p:spPr>
          <a:xfrm>
            <a:off x="263525" y="4360554"/>
            <a:ext cx="11651763" cy="180529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21861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1B3A341-ED0E-854D-B998-AE4AF0E50D9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999007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24641-2636-9C4A-B81F-8994DD698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4" cy="973138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B91D0D-9F61-3B4D-9A9B-E8550E88B9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5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724B5D4-892B-344E-ADD3-5946E322FF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3525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425C022-4754-EE42-8C22-2A6124BAE0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6151ECA-E502-F642-A248-BD3AE3ADE55F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A7E929C-7046-3D4E-9BEF-0AA496E0B98F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60E7864-8F6C-DB45-94B2-619632E9B58E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A8C1645-2112-B042-9B2C-3F2E8A9FC110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6B60217-D2C9-8B46-A5A8-32207EAF429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11CA8CD-48BC-0748-9FD2-F803EF3B9FBD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554A704-6674-BB43-AB20-2E181F9B57EB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012C7B92-F2AA-9F45-A792-FFDCCA4C1309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E5544EB0-5E10-254D-8AE0-A8CCC9620441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A59A1BCF-4BC0-BF46-B962-07D8C33C7F41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1D902BA3-9FC1-474F-9879-75FCD0149012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439F8BA-92D5-EC44-A78A-81B6BE9DDB8F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4565E4E-F965-CF47-9AF3-10262D7C7F69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119" name="Graphic 118">
                <a:extLst>
                  <a:ext uri="{FF2B5EF4-FFF2-40B4-BE49-F238E27FC236}">
                    <a16:creationId xmlns:a16="http://schemas.microsoft.com/office/drawing/2014/main" id="{AEBD7B6F-3DEE-AD40-9AAF-99977C4B954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B425B32-FE70-644F-8797-8EF8F357BCC5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922FA7E-E032-194E-B97D-AB34EC836BD2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1D6CFBD-0AE8-F241-A5C2-FD0822528B50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114" name="Graphic 113">
                <a:extLst>
                  <a:ext uri="{FF2B5EF4-FFF2-40B4-BE49-F238E27FC236}">
                    <a16:creationId xmlns:a16="http://schemas.microsoft.com/office/drawing/2014/main" id="{6FA7765A-139C-694A-A927-345F327F885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6648D52-7111-184F-AF49-A989AA7F5ECE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7460780B-D27D-864E-8E82-10F5FA32FB99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D01E91B-AF16-5B46-B5E5-6B5B54E6D313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F75532A-74FC-FB4A-A0CF-AAF908803095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267567B-78A9-4042-8787-54CFCA56E5C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ECDD292-0A41-9347-A63B-366424DB3358}"/>
                </a:ext>
              </a:extLst>
            </p:cNvPr>
            <p:cNvSpPr txBox="1"/>
            <p:nvPr userDrawn="1"/>
          </p:nvSpPr>
          <p:spPr>
            <a:xfrm>
              <a:off x="12776178" y="2120415"/>
              <a:ext cx="1947530" cy="29084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050"/>
                <a:t>Images will fill in from left to right. 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81F64-BA3C-3144-BCAE-2ED89B12E4AD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52" name="Picture Placeholder 35">
            <a:extLst>
              <a:ext uri="{FF2B5EF4-FFF2-40B4-BE49-F238E27FC236}">
                <a16:creationId xmlns:a16="http://schemas.microsoft.com/office/drawing/2014/main" id="{4B0B3411-E35B-9647-A09B-711F029FC35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4022623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AA80F8C2-4050-A045-AD94-75AD73F6EB0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87141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6273F053-3DCA-A043-9247-ECABDCA39FE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87141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CD4EC102-A65D-9E4C-A5BB-85175C8C12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87141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sp>
        <p:nvSpPr>
          <p:cNvPr id="56" name="Picture Placeholder 35">
            <a:extLst>
              <a:ext uri="{FF2B5EF4-FFF2-40B4-BE49-F238E27FC236}">
                <a16:creationId xmlns:a16="http://schemas.microsoft.com/office/drawing/2014/main" id="{8BEC7FBF-6709-EB48-80A3-EB7EB20E584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auto">
          <a:xfrm>
            <a:off x="7021855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A8A8F3F9-4899-1146-B73A-B5BB6961B2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373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92995636-5046-7345-92E7-A945A363007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86373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C180E255-7138-284A-BDF9-C028FF950A8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86373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sp>
        <p:nvSpPr>
          <p:cNvPr id="60" name="Picture Placeholder 35">
            <a:extLst>
              <a:ext uri="{FF2B5EF4-FFF2-40B4-BE49-F238E27FC236}">
                <a16:creationId xmlns:a16="http://schemas.microsoft.com/office/drawing/2014/main" id="{2EA761DA-83F1-924F-B29B-E54668336CC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auto">
          <a:xfrm>
            <a:off x="9996703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AEF904AA-51FA-504E-9121-A959C42AE6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261221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491FE42-DE74-4C46-97D3-94F6733D19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261221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9">
            <a:extLst>
              <a:ext uri="{FF2B5EF4-FFF2-40B4-BE49-F238E27FC236}">
                <a16:creationId xmlns:a16="http://schemas.microsoft.com/office/drawing/2014/main" id="{D0207C6D-5318-6545-96A3-3A7CDCDC120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61221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</p:spTree>
    <p:extLst>
      <p:ext uri="{BB962C8B-B14F-4D97-AF65-F5344CB8AC3E}">
        <p14:creationId xmlns:p14="http://schemas.microsoft.com/office/powerpoint/2010/main" val="1172060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7A4E1F0-ED0F-2C48-9426-F1CA70CB93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223"/>
            <a:ext cx="12191207" cy="685755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711" y="152401"/>
            <a:ext cx="11651764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2E41B-E531-4D4E-9B8C-328872F5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F5BABF32-54A9-BC44-9F67-87DB9E3990B9}"/>
              </a:ext>
            </a:extLst>
          </p:cNvPr>
          <p:cNvSpPr txBox="1">
            <a:spLocks/>
          </p:cNvSpPr>
          <p:nvPr userDrawn="1"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 dirty="0">
                <a:solidFill>
                  <a:schemeClr val="bg1"/>
                </a:solidFill>
                <a:cs typeface="Arial" charset="0"/>
              </a:rPr>
              <a:t>OpenText ©2025 All rights reserved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0C5F97F1-AB4F-1B48-BDDD-9ACFF3677086}"/>
              </a:ext>
            </a:extLst>
          </p:cNvPr>
          <p:cNvSpPr txBox="1">
            <a:spLocks/>
          </p:cNvSpPr>
          <p:nvPr userDrawn="1"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014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C6B0F3A-8DDD-5444-846F-28551CF656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77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711" y="152401"/>
            <a:ext cx="11638578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9E9EE-BF4F-E049-BB5F-5AA54C2A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9DD08BE4-1B87-4446-A067-4900FF453747}"/>
              </a:ext>
            </a:extLst>
          </p:cNvPr>
          <p:cNvSpPr txBox="1">
            <a:spLocks/>
          </p:cNvSpPr>
          <p:nvPr userDrawn="1"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 dirty="0">
                <a:solidFill>
                  <a:schemeClr val="bg1"/>
                </a:solidFill>
                <a:cs typeface="Arial" charset="0"/>
              </a:rPr>
              <a:t>OpenText ©2025 All rights reserved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1524786-C3B4-0F4C-9DD1-A89CB20561BF}"/>
              </a:ext>
            </a:extLst>
          </p:cNvPr>
          <p:cNvSpPr txBox="1">
            <a:spLocks/>
          </p:cNvSpPr>
          <p:nvPr userDrawn="1"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852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4" cy="973138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545DD-AEDF-3C4F-9EC7-AB6A827D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67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DD3CD4A8-FE3B-87FC-3CB0-7912524953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6B84FE1-4F9B-FB47-868C-9D7C324D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91" y="3329098"/>
            <a:ext cx="10932237" cy="84124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E648B9-909E-1148-833B-86CE913BB54C}"/>
              </a:ext>
            </a:extLst>
          </p:cNvPr>
          <p:cNvSpPr txBox="1"/>
          <p:nvPr userDrawn="1"/>
        </p:nvSpPr>
        <p:spPr>
          <a:xfrm>
            <a:off x="628691" y="5766745"/>
            <a:ext cx="109322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3000" b="1" err="1">
                <a:solidFill>
                  <a:schemeClr val="bg1"/>
                </a:solidFill>
                <a:latin typeface="+mj-lt"/>
                <a:ea typeface="Lato" charset="0"/>
                <a:cs typeface="Lato" charset="0"/>
              </a:rPr>
              <a:t>opentext.com</a:t>
            </a:r>
            <a:endParaRPr lang="en-US" sz="3000" b="1">
              <a:solidFill>
                <a:schemeClr val="bg1"/>
              </a:solidFill>
              <a:latin typeface="+mj-lt"/>
              <a:ea typeface="Lato" charset="0"/>
              <a:cs typeface="Lato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3E10C71-3E19-C749-B45D-2CE5700462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6286" y="4602063"/>
            <a:ext cx="435298" cy="3539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745F2F-F2B0-794B-880F-EAE1FAFED14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9347" y="5165165"/>
            <a:ext cx="435298" cy="4352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1E21FD-4F5C-C243-AEC3-E2383A6DFA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7672" y="1423283"/>
            <a:ext cx="5809411" cy="1102017"/>
          </a:xfrm>
          <a:prstGeom prst="rect">
            <a:avLst/>
          </a:prstGeom>
          <a:effectLst>
            <a:innerShdw blurRad="50800" dist="38100" dir="162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550376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hank You Secon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21A6994-14CF-D176-D806-7907B6DD10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C1BA4B-E9CB-D04F-B611-577554C885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7672" y="2877992"/>
            <a:ext cx="5809411" cy="1102017"/>
          </a:xfrm>
          <a:prstGeom prst="rect">
            <a:avLst/>
          </a:prstGeom>
          <a:effectLst>
            <a:innerShdw blurRad="50800" dist="38100" dir="162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5031639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asic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60249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ank You 2"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57AE0D-5D70-38C7-CA56-36BBDCA1B7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473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BEF44C-BD38-B432-EBC5-E673CD105B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447215"/>
            <a:ext cx="6082991" cy="1298575"/>
          </a:xfrm>
          <a:noFill/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3824080"/>
            <a:ext cx="6082992" cy="40896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465003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KO-SKO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planet with lights in the background&#10;&#10;Description automatically generated">
            <a:extLst>
              <a:ext uri="{FF2B5EF4-FFF2-40B4-BE49-F238E27FC236}">
                <a16:creationId xmlns:a16="http://schemas.microsoft.com/office/drawing/2014/main" id="{FD399818-F7B6-A549-ABD4-5E93B56F78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6D82020-977B-074A-ABCD-112BD3B94A4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3741285"/>
            <a:ext cx="6194503" cy="624691"/>
          </a:xfrm>
          <a:prstGeom prst="rect">
            <a:avLst/>
          </a:prstGeom>
        </p:spPr>
        <p:txBody>
          <a:bodyPr lIns="0" t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Presentation Subtitle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63C04AC-74DA-1648-A9CB-6E4FDDB1FA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506463"/>
            <a:ext cx="6194502" cy="1227138"/>
          </a:xfrm>
          <a:noFill/>
          <a:ln>
            <a:noFill/>
          </a:ln>
        </p:spPr>
        <p:txBody>
          <a:bodyPr vert="horz" wrap="square" lIns="0" tIns="72000" rIns="91440" bIns="0" numCol="1" anchor="b" anchorCtr="0" compatLnSpc="1">
            <a:prstTxWarp prst="textNoShape">
              <a:avLst/>
            </a:prstTxWarp>
          </a:bodyPr>
          <a:lstStyle>
            <a:lvl1pPr>
              <a:defRPr lang="en-US" sz="4400" b="1" cap="none" spc="0" baseline="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/>
              <a:t>Click to Add 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7F883-98AA-0214-43C2-FDCBFB197F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9" y="5471828"/>
            <a:ext cx="4568159" cy="904942"/>
          </a:xfrm>
        </p:spPr>
        <p:txBody>
          <a:bodyPr/>
          <a:lstStyle>
            <a:lvl1pPr>
              <a:defRPr sz="1800">
                <a:solidFill>
                  <a:schemeClr val="accent4">
                    <a:lumMod val="75000"/>
                  </a:schemeClr>
                </a:solidFill>
              </a:defRPr>
            </a:lvl1pPr>
            <a:lvl2pPr marL="9525" indent="0">
              <a:buNone/>
              <a:defRPr sz="1400">
                <a:solidFill>
                  <a:schemeClr val="accent4">
                    <a:lumMod val="75000"/>
                  </a:schemeClr>
                </a:solidFill>
              </a:defRPr>
            </a:lvl2pPr>
            <a:lvl3pPr marL="0" indent="0">
              <a:buNone/>
              <a:defRPr sz="1200">
                <a:solidFill>
                  <a:schemeClr val="accent4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  <a:p>
            <a:pPr lvl="2"/>
            <a:r>
              <a:rPr lang="en-US" dirty="0"/>
              <a:t>Date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229AB7-495C-1143-81DD-0A92CB211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199" y="366510"/>
            <a:ext cx="1850734" cy="3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985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52401"/>
            <a:ext cx="11277601" cy="973138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</p:spTree>
    <p:extLst>
      <p:ext uri="{BB962C8B-B14F-4D97-AF65-F5344CB8AC3E}">
        <p14:creationId xmlns:p14="http://schemas.microsoft.com/office/powerpoint/2010/main" val="29881949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5FC6-E615-2A40-BD93-96F93CE1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1"/>
            <a:ext cx="11277600" cy="9731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2861E7-C993-CF4C-B237-7333B82A5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376363"/>
            <a:ext cx="11277600" cy="50006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9342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7086600" y="1376362"/>
            <a:ext cx="4648200" cy="50006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Drag and drop image onto this area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11277601" cy="9731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57200" y="1376362"/>
            <a:ext cx="6387982" cy="50006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7656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Photo2,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6201105" y="0"/>
            <a:ext cx="5990895" cy="6858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Drag and drop image onto this area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5533698" cy="9731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57199" y="1376363"/>
            <a:ext cx="5533697" cy="50006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1469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Photo,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0" y="0"/>
            <a:ext cx="5983014" cy="6858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Drag and drop image onto this area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14" y="152400"/>
            <a:ext cx="5585218" cy="9731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6339015" y="1376363"/>
            <a:ext cx="5589460" cy="50006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2657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an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3582-E7AD-494F-A077-ED0BBC4F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11277601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97A5D-0EFF-1DDB-AE38-4D91FE537A1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376363"/>
            <a:ext cx="5522976" cy="483213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32F13-9DC4-8A2C-0362-A16F5BF1DF6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350" y="1376363"/>
            <a:ext cx="5505450" cy="483213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</p:txBody>
      </p:sp>
    </p:spTree>
    <p:extLst>
      <p:ext uri="{BB962C8B-B14F-4D97-AF65-F5344CB8AC3E}">
        <p14:creationId xmlns:p14="http://schemas.microsoft.com/office/powerpoint/2010/main" val="46157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nel w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3582-E7AD-494F-A077-ED0BBC4F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11277601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6D09544-9CDC-4A0E-4BAE-0D18D6CDFDF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1" y="1376364"/>
            <a:ext cx="5522976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807B934-3895-E7A1-94F0-C662B90C6DA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923393"/>
            <a:ext cx="5522976" cy="4286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3C4BB97-4BB5-9602-3652-B57EE865C96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2440" y="1376363"/>
            <a:ext cx="5512359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DA1FA30-30D1-426D-5910-F71EE8772C1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2441" y="1923393"/>
            <a:ext cx="5522976" cy="4286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</p:txBody>
      </p:sp>
    </p:spTree>
    <p:extLst>
      <p:ext uri="{BB962C8B-B14F-4D97-AF65-F5344CB8AC3E}">
        <p14:creationId xmlns:p14="http://schemas.microsoft.com/office/powerpoint/2010/main" val="919465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nel w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3582-E7AD-494F-A077-ED0BBC4F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11277601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27E9E-2A4E-13A4-A87E-DE8C65D3B6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915510"/>
            <a:ext cx="3657600" cy="4461478"/>
          </a:xfrm>
        </p:spPr>
        <p:txBody>
          <a:bodyPr/>
          <a:lstStyle>
            <a:lvl1pPr marL="176213" indent="-176213">
              <a:spcAft>
                <a:spcPts val="600"/>
              </a:spcAft>
              <a:defRPr sz="1800"/>
            </a:lvl1pPr>
            <a:lvl2pPr marL="519113" indent="-173038"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 baseline="0"/>
            </a:lvl4pPr>
            <a:lvl5pPr>
              <a:spcAft>
                <a:spcPts val="600"/>
              </a:spcAft>
              <a:defRPr sz="1400" baseline="0"/>
            </a:lvl5pPr>
          </a:lstStyle>
          <a:p>
            <a:pPr lvl="0"/>
            <a:r>
              <a:rPr lang="en-US" dirty="0"/>
              <a:t>First level 18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16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– avoid as too small</a:t>
            </a:r>
          </a:p>
          <a:p>
            <a:pPr lvl="3"/>
            <a:r>
              <a:rPr lang="en-US" dirty="0"/>
              <a:t>Fourth – avoid as too small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33472-A09A-D1A4-073D-DE82DAE7721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67200" y="1915510"/>
            <a:ext cx="3657600" cy="4461478"/>
          </a:xfrm>
        </p:spPr>
        <p:txBody>
          <a:bodyPr/>
          <a:lstStyle>
            <a:lvl1pPr marL="176213" indent="-176213">
              <a:spcAft>
                <a:spcPts val="600"/>
              </a:spcAft>
              <a:defRPr sz="1800"/>
            </a:lvl1pPr>
            <a:lvl2pPr marL="519113" indent="-173038"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First level 18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16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– avoid as too small</a:t>
            </a:r>
          </a:p>
          <a:p>
            <a:pPr lvl="3"/>
            <a:r>
              <a:rPr lang="en-US" dirty="0"/>
              <a:t>Fourth – avoid as too small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A8402FF-FE00-FF0A-90B0-159E7EB3806D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077200" y="1915510"/>
            <a:ext cx="3657600" cy="4461478"/>
          </a:xfrm>
        </p:spPr>
        <p:txBody>
          <a:bodyPr/>
          <a:lstStyle>
            <a:lvl1pPr marL="176213" indent="-176213">
              <a:spcAft>
                <a:spcPts val="600"/>
              </a:spcAft>
              <a:defRPr sz="1800"/>
            </a:lvl1pPr>
            <a:lvl2pPr marL="519113" indent="-173038"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First level 18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16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– avoid as too small</a:t>
            </a:r>
          </a:p>
          <a:p>
            <a:pPr lvl="3"/>
            <a:r>
              <a:rPr lang="en-US" dirty="0"/>
              <a:t>Fourth – avoid as too small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BC1EDD0-DAC4-7B52-DB31-73A8A6BE14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7198" y="1376364"/>
            <a:ext cx="3657599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47A286C-35D0-5E77-DF0F-E3ACE8174E9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267200" y="1376363"/>
            <a:ext cx="3657600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F50C2AB-B538-DC7F-A1C0-45C02CF1626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77200" y="1376364"/>
            <a:ext cx="3657600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</p:spTree>
    <p:extLst>
      <p:ext uri="{BB962C8B-B14F-4D97-AF65-F5344CB8AC3E}">
        <p14:creationId xmlns:p14="http://schemas.microsoft.com/office/powerpoint/2010/main" val="16874434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D1E30E-1BF6-594A-9FC6-8338AFC074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447215"/>
            <a:ext cx="6082991" cy="1298575"/>
          </a:xfrm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3824080"/>
            <a:ext cx="6082992" cy="408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3624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A0153E-CBAE-1E4E-B1B8-ACD58EB6AB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447215"/>
            <a:ext cx="6250260" cy="1298575"/>
          </a:xfrm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dirty="0"/>
              <a:t>Section break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3824080"/>
            <a:ext cx="6250260" cy="408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473745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1015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light in space&#10;&#10;Description automatically generated">
            <a:extLst>
              <a:ext uri="{FF2B5EF4-FFF2-40B4-BE49-F238E27FC236}">
                <a16:creationId xmlns:a16="http://schemas.microsoft.com/office/drawing/2014/main" id="{C4BC1D0C-27EE-4046-9282-CC31C2B30F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88AD644-FBE3-F546-93FC-9E20DA798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189303"/>
            <a:ext cx="6773303" cy="2963427"/>
          </a:xfrm>
          <a:noFill/>
        </p:spPr>
        <p:txBody>
          <a:bodyPr tIns="216000" anchor="ctr"/>
          <a:lstStyle>
            <a:lvl1pPr algn="l">
              <a:defRPr sz="40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quote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EF0CE46-C0A1-DD4A-B07B-2DDC6CC30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4354961"/>
            <a:ext cx="6773303" cy="744046"/>
          </a:xfrm>
          <a:prstGeom prst="rect">
            <a:avLst/>
          </a:prstGeom>
          <a:noFill/>
        </p:spPr>
        <p:txBody>
          <a:bodyPr rIns="72000" anchor="t"/>
          <a:lstStyle>
            <a:lvl1pPr marL="0" indent="0" algn="l">
              <a:spcAft>
                <a:spcPts val="0"/>
              </a:spcAft>
              <a:buNone/>
              <a:defRPr sz="18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add name</a:t>
            </a:r>
          </a:p>
          <a:p>
            <a:pPr lvl="1"/>
            <a:r>
              <a:rPr lang="en-US" dirty="0"/>
              <a:t>Click to add job title or company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15928CC-4E60-3E44-B472-A079E7EB5C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199" y="6456781"/>
            <a:ext cx="1044691" cy="1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445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B84FE1-4F9B-FB47-868C-9D7C324D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91" y="3329098"/>
            <a:ext cx="10932237" cy="84124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9F78CBD-69D2-0A7D-0195-128D8FA527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9700" y="1425566"/>
            <a:ext cx="5808398" cy="11063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AFBC496-617D-DC49-9EF1-A8B834E8409B}"/>
              </a:ext>
            </a:extLst>
          </p:cNvPr>
          <p:cNvSpPr txBox="1"/>
          <p:nvPr userDrawn="1"/>
        </p:nvSpPr>
        <p:spPr>
          <a:xfrm>
            <a:off x="4213686" y="5965440"/>
            <a:ext cx="3762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 sz="2000" b="0" i="0" kern="1200" dirty="0">
                <a:solidFill>
                  <a:schemeClr val="bg1"/>
                </a:solidFill>
                <a:latin typeface="Arial" panose="020B0604020202020204" pitchFamily="34" charset="0"/>
                <a:ea typeface="Lato Light" charset="0"/>
                <a:cs typeface="Lato Light" charset="0"/>
              </a:rPr>
              <a:t>vertica.com</a:t>
            </a:r>
          </a:p>
        </p:txBody>
      </p:sp>
    </p:spTree>
    <p:extLst>
      <p:ext uri="{BB962C8B-B14F-4D97-AF65-F5344CB8AC3E}">
        <p14:creationId xmlns:p14="http://schemas.microsoft.com/office/powerpoint/2010/main" val="16744339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Secon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view of earth from space&#10;&#10;Description automatically generated">
            <a:extLst>
              <a:ext uri="{FF2B5EF4-FFF2-40B4-BE49-F238E27FC236}">
                <a16:creationId xmlns:a16="http://schemas.microsoft.com/office/drawing/2014/main" id="{3CD833B2-86B0-1147-9F5A-89821FC38E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2013030F-A1D7-07F6-6353-04E292CDA5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931" y="2971828"/>
            <a:ext cx="4800329" cy="91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27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7A4E1F0-ED0F-2C48-9426-F1CA70CB93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223"/>
            <a:ext cx="12191207" cy="685755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2525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950" y="6509177"/>
            <a:ext cx="1247156" cy="2374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EC343-4F2B-F24B-92BF-377B479F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BB05805-8421-8E4E-A397-11266D9B830F}"/>
              </a:ext>
            </a:extLst>
          </p:cNvPr>
          <p:cNvSpPr txBox="1">
            <a:spLocks/>
          </p:cNvSpPr>
          <p:nvPr userDrawn="1"/>
        </p:nvSpPr>
        <p:spPr>
          <a:xfrm flipH="1">
            <a:off x="5045186" y="6476400"/>
            <a:ext cx="6524283" cy="271938"/>
          </a:xfrm>
          <a:prstGeom prst="rect">
            <a:avLst/>
          </a:prstGeom>
          <a:ln w="0"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r" defTabSz="914400" rtl="0" eaLnBrk="1" fontAlgn="base" latinLnBrk="0" hangingPunct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70000" indent="-2645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US" dirty="0"/>
              <a:t>OpenText ©2025 All rights reserved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7B23C72F-F8C0-A248-9E66-A645081616B8}"/>
              </a:ext>
            </a:extLst>
          </p:cNvPr>
          <p:cNvSpPr txBox="1">
            <a:spLocks/>
          </p:cNvSpPr>
          <p:nvPr userDrawn="1"/>
        </p:nvSpPr>
        <p:spPr>
          <a:xfrm>
            <a:off x="11571480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70000" indent="-2645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50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ark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4E8A1F-F0B9-4E05-91AB-99061E97C1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223"/>
            <a:ext cx="12191207" cy="685755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711" y="152401"/>
            <a:ext cx="11651764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2E41B-E531-4D4E-9B8C-328872F5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F5BABF32-54A9-BC44-9F67-87DB9E3990B9}"/>
              </a:ext>
            </a:extLst>
          </p:cNvPr>
          <p:cNvSpPr txBox="1">
            <a:spLocks/>
          </p:cNvSpPr>
          <p:nvPr userDrawn="1"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OpenText ©2025 All rights reserved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0C5F97F1-AB4F-1B48-BDDD-9ACFF3677086}"/>
              </a:ext>
            </a:extLst>
          </p:cNvPr>
          <p:cNvSpPr txBox="1">
            <a:spLocks/>
          </p:cNvSpPr>
          <p:nvPr userDrawn="1"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3997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4" y="1825625"/>
            <a:ext cx="508497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7390" y="1825625"/>
            <a:ext cx="508115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632" y="6352240"/>
            <a:ext cx="365760" cy="365125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763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s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50976" y="1736725"/>
            <a:ext cx="5029200" cy="444023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  <a:p>
            <a:pPr lvl="4"/>
            <a:r>
              <a:rPr lang="en-US" dirty="0"/>
              <a:t>Fifth level - avoid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9350" y="1736725"/>
            <a:ext cx="5029200" cy="444023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  <a:p>
            <a:pPr lvl="4"/>
            <a:r>
              <a:rPr lang="en-US" dirty="0"/>
              <a:t>Fifth level - avoid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4135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Two Columns—INFORM</a:t>
            </a:r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139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 Separat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5" y="429272"/>
            <a:ext cx="10311765" cy="10762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632" y="6352240"/>
            <a:ext cx="365760" cy="365125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6785" y="967383"/>
            <a:ext cx="10311765" cy="538112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subhead text (20pt)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46785" y="2043605"/>
            <a:ext cx="10311765" cy="4133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55644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 Separat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5" y="429272"/>
            <a:ext cx="10311765" cy="10762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632" y="6352240"/>
            <a:ext cx="365760" cy="365125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6785" y="967383"/>
            <a:ext cx="10311765" cy="538112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subhead text (20pt)</a:t>
            </a:r>
          </a:p>
        </p:txBody>
      </p:sp>
    </p:spTree>
    <p:extLst>
      <p:ext uri="{BB962C8B-B14F-4D97-AF65-F5344CB8AC3E}">
        <p14:creationId xmlns:p14="http://schemas.microsoft.com/office/powerpoint/2010/main" val="20313522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SzPct val="80000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First level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20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18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16 </a:t>
            </a:r>
            <a:r>
              <a:rPr lang="en-US" dirty="0" err="1"/>
              <a:t>pt</a:t>
            </a:r>
            <a:endParaRPr lang="en-US" dirty="0"/>
          </a:p>
          <a:p>
            <a:pPr lvl="4"/>
            <a:r>
              <a:rPr lang="en-US" dirty="0"/>
              <a:t>Fifth level – avoid as too small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92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Title and Content</a:t>
            </a:r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7705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46786" y="429275"/>
            <a:ext cx="10311765" cy="657844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dirty="0"/>
              <a:t>Content + Subtitle</a:t>
            </a:r>
          </a:p>
        </p:txBody>
      </p:sp>
      <p:sp>
        <p:nvSpPr>
          <p:cNvPr id="5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950976" y="1087119"/>
            <a:ext cx="10311765" cy="41837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text in Calibri (20pt)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946786" y="1728000"/>
            <a:ext cx="10311765" cy="44521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32044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BEF44C-BD38-B432-EBC5-E673CD105B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447215"/>
            <a:ext cx="6082991" cy="1298575"/>
          </a:xfrm>
          <a:noFill/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3824080"/>
            <a:ext cx="6082992" cy="40896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6699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KO-SKO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planet with lights in the background&#10;&#10;Description automatically generated">
            <a:extLst>
              <a:ext uri="{FF2B5EF4-FFF2-40B4-BE49-F238E27FC236}">
                <a16:creationId xmlns:a16="http://schemas.microsoft.com/office/drawing/2014/main" id="{FD399818-F7B6-A549-ABD4-5E93B56F78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6D82020-977B-074A-ABCD-112BD3B94A4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3741285"/>
            <a:ext cx="6194503" cy="624691"/>
          </a:xfrm>
          <a:prstGeom prst="rect">
            <a:avLst/>
          </a:prstGeom>
        </p:spPr>
        <p:txBody>
          <a:bodyPr lIns="0" t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Presentation Subtitle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63C04AC-74DA-1648-A9CB-6E4FDDB1FA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506463"/>
            <a:ext cx="6194502" cy="1227138"/>
          </a:xfrm>
          <a:noFill/>
          <a:ln>
            <a:noFill/>
          </a:ln>
        </p:spPr>
        <p:txBody>
          <a:bodyPr vert="horz" wrap="square" lIns="0" tIns="72000" rIns="91440" bIns="0" numCol="1" anchor="b" anchorCtr="0" compatLnSpc="1">
            <a:prstTxWarp prst="textNoShape">
              <a:avLst/>
            </a:prstTxWarp>
          </a:bodyPr>
          <a:lstStyle>
            <a:lvl1pPr>
              <a:defRPr lang="en-US" sz="4400" b="1" cap="none" spc="0" baseline="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/>
              <a:t>Click to Add 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7F883-98AA-0214-43C2-FDCBFB197F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9" y="5471828"/>
            <a:ext cx="4568159" cy="904942"/>
          </a:xfrm>
        </p:spPr>
        <p:txBody>
          <a:bodyPr/>
          <a:lstStyle>
            <a:lvl1pPr>
              <a:defRPr sz="1800">
                <a:solidFill>
                  <a:schemeClr val="accent4">
                    <a:lumMod val="75000"/>
                  </a:schemeClr>
                </a:solidFill>
              </a:defRPr>
            </a:lvl1pPr>
            <a:lvl2pPr marL="9525" indent="0">
              <a:buNone/>
              <a:defRPr sz="1400">
                <a:solidFill>
                  <a:schemeClr val="accent4">
                    <a:lumMod val="75000"/>
                  </a:schemeClr>
                </a:solidFill>
              </a:defRPr>
            </a:lvl2pPr>
            <a:lvl3pPr marL="0" indent="0">
              <a:buNone/>
              <a:defRPr sz="1200">
                <a:solidFill>
                  <a:schemeClr val="accent4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  <a:p>
            <a:pPr lvl="2"/>
            <a:r>
              <a:rPr lang="en-US" dirty="0"/>
              <a:t>Date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229AB7-495C-1143-81DD-0A92CB211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199" y="366510"/>
            <a:ext cx="1850734" cy="3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12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gradFill>
          <a:gsLst>
            <a:gs pos="37000">
              <a:srgbClr val="000000"/>
            </a:gs>
            <a:gs pos="100000">
              <a:schemeClr val="bg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52401"/>
            <a:ext cx="11277601" cy="973138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</p:spTree>
    <p:extLst>
      <p:ext uri="{BB962C8B-B14F-4D97-AF65-F5344CB8AC3E}">
        <p14:creationId xmlns:p14="http://schemas.microsoft.com/office/powerpoint/2010/main" val="14581168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5FC6-E615-2A40-BD93-96F93CE1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1"/>
            <a:ext cx="11277600" cy="9731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2861E7-C993-CF4C-B237-7333B82A5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376363"/>
            <a:ext cx="11277600" cy="50006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42888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7086600" y="1376362"/>
            <a:ext cx="4648200" cy="50006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Drag and drop image onto this area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11277601" cy="9731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57200" y="1376362"/>
            <a:ext cx="6387982" cy="50006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1455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Photo2,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6201105" y="0"/>
            <a:ext cx="5990895" cy="6858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Drag and drop image onto this area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5533698" cy="9731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57199" y="1376363"/>
            <a:ext cx="5533697" cy="50006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27104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Photo,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0" y="0"/>
            <a:ext cx="5983014" cy="6858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Drag and drop image onto this area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14" y="152400"/>
            <a:ext cx="5585218" cy="9731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6339015" y="1376363"/>
            <a:ext cx="5589460" cy="50006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98584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an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3582-E7AD-494F-A077-ED0BBC4F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11277601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97A5D-0EFF-1DDB-AE38-4D91FE537A1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376363"/>
            <a:ext cx="5522976" cy="483213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32F13-9DC4-8A2C-0362-A16F5BF1DF6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350" y="1376363"/>
            <a:ext cx="5505450" cy="483213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</p:txBody>
      </p:sp>
    </p:spTree>
    <p:extLst>
      <p:ext uri="{BB962C8B-B14F-4D97-AF65-F5344CB8AC3E}">
        <p14:creationId xmlns:p14="http://schemas.microsoft.com/office/powerpoint/2010/main" val="3125130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nel w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3582-E7AD-494F-A077-ED0BBC4F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11277601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6D09544-9CDC-4A0E-4BAE-0D18D6CDFDF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1" y="1376364"/>
            <a:ext cx="5522976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807B934-3895-E7A1-94F0-C662B90C6DA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923393"/>
            <a:ext cx="5522976" cy="4286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3C4BB97-4BB5-9602-3652-B57EE865C96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2440" y="1376363"/>
            <a:ext cx="5512359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DA1FA30-30D1-426D-5910-F71EE8772C1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2441" y="1923393"/>
            <a:ext cx="5522976" cy="4286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</p:txBody>
      </p:sp>
    </p:spTree>
    <p:extLst>
      <p:ext uri="{BB962C8B-B14F-4D97-AF65-F5344CB8AC3E}">
        <p14:creationId xmlns:p14="http://schemas.microsoft.com/office/powerpoint/2010/main" val="41466830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nel w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3582-E7AD-494F-A077-ED0BBC4F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11277601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27E9E-2A4E-13A4-A87E-DE8C65D3B6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915510"/>
            <a:ext cx="3657600" cy="4461478"/>
          </a:xfrm>
        </p:spPr>
        <p:txBody>
          <a:bodyPr/>
          <a:lstStyle>
            <a:lvl1pPr marL="176213" indent="-176213">
              <a:spcAft>
                <a:spcPts val="600"/>
              </a:spcAft>
              <a:defRPr sz="1800"/>
            </a:lvl1pPr>
            <a:lvl2pPr marL="519113" indent="-173038"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 baseline="0"/>
            </a:lvl4pPr>
            <a:lvl5pPr>
              <a:spcAft>
                <a:spcPts val="600"/>
              </a:spcAft>
              <a:defRPr sz="1400" baseline="0"/>
            </a:lvl5pPr>
          </a:lstStyle>
          <a:p>
            <a:pPr lvl="0"/>
            <a:r>
              <a:rPr lang="en-US" dirty="0"/>
              <a:t>First level 18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16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– avoid as too small</a:t>
            </a:r>
          </a:p>
          <a:p>
            <a:pPr lvl="3"/>
            <a:r>
              <a:rPr lang="en-US" dirty="0"/>
              <a:t>Fourth – avoid as too small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33472-A09A-D1A4-073D-DE82DAE7721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67200" y="1915510"/>
            <a:ext cx="3657600" cy="4461478"/>
          </a:xfrm>
        </p:spPr>
        <p:txBody>
          <a:bodyPr/>
          <a:lstStyle>
            <a:lvl1pPr marL="176213" indent="-176213">
              <a:spcAft>
                <a:spcPts val="600"/>
              </a:spcAft>
              <a:defRPr sz="1800"/>
            </a:lvl1pPr>
            <a:lvl2pPr marL="519113" indent="-173038"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First level 18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16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– avoid as too small</a:t>
            </a:r>
          </a:p>
          <a:p>
            <a:pPr lvl="3"/>
            <a:r>
              <a:rPr lang="en-US" dirty="0"/>
              <a:t>Fourth – avoid as too small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A8402FF-FE00-FF0A-90B0-159E7EB3806D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077200" y="1915510"/>
            <a:ext cx="3657600" cy="4461478"/>
          </a:xfrm>
        </p:spPr>
        <p:txBody>
          <a:bodyPr/>
          <a:lstStyle>
            <a:lvl1pPr marL="176213" indent="-176213">
              <a:spcAft>
                <a:spcPts val="600"/>
              </a:spcAft>
              <a:defRPr sz="1800"/>
            </a:lvl1pPr>
            <a:lvl2pPr marL="519113" indent="-173038"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First level 18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16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– avoid as too small</a:t>
            </a:r>
          </a:p>
          <a:p>
            <a:pPr lvl="3"/>
            <a:r>
              <a:rPr lang="en-US" dirty="0"/>
              <a:t>Fourth – avoid as too small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BC1EDD0-DAC4-7B52-DB31-73A8A6BE14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7198" y="1376364"/>
            <a:ext cx="3657599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47A286C-35D0-5E77-DF0F-E3ACE8174E9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267200" y="1376363"/>
            <a:ext cx="3657600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F50C2AB-B538-DC7F-A1C0-45C02CF1626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77200" y="1376364"/>
            <a:ext cx="3657600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</p:spTree>
    <p:extLst>
      <p:ext uri="{BB962C8B-B14F-4D97-AF65-F5344CB8AC3E}">
        <p14:creationId xmlns:p14="http://schemas.microsoft.com/office/powerpoint/2010/main" val="42730302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D1E30E-1BF6-594A-9FC6-8338AFC074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447215"/>
            <a:ext cx="6082991" cy="1298575"/>
          </a:xfrm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3824080"/>
            <a:ext cx="6082992" cy="408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628318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A0153E-CBAE-1E4E-B1B8-ACD58EB6AB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447215"/>
            <a:ext cx="6250260" cy="1298575"/>
          </a:xfrm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3824080"/>
            <a:ext cx="6250260" cy="408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120111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3655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light in space&#10;&#10;Description automatically generated">
            <a:extLst>
              <a:ext uri="{FF2B5EF4-FFF2-40B4-BE49-F238E27FC236}">
                <a16:creationId xmlns:a16="http://schemas.microsoft.com/office/drawing/2014/main" id="{C4BC1D0C-27EE-4046-9282-CC31C2B30F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88AD644-FBE3-F546-93FC-9E20DA798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189303"/>
            <a:ext cx="6773303" cy="2963427"/>
          </a:xfrm>
          <a:noFill/>
        </p:spPr>
        <p:txBody>
          <a:bodyPr tIns="216000" anchor="ctr"/>
          <a:lstStyle>
            <a:lvl1pPr algn="l">
              <a:defRPr sz="40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quote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EF0CE46-C0A1-DD4A-B07B-2DDC6CC30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4354961"/>
            <a:ext cx="6773303" cy="744046"/>
          </a:xfrm>
          <a:prstGeom prst="rect">
            <a:avLst/>
          </a:prstGeom>
          <a:noFill/>
        </p:spPr>
        <p:txBody>
          <a:bodyPr rIns="72000" anchor="t"/>
          <a:lstStyle>
            <a:lvl1pPr marL="0" indent="0" algn="l">
              <a:spcAft>
                <a:spcPts val="0"/>
              </a:spcAft>
              <a:buNone/>
              <a:defRPr sz="18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add name</a:t>
            </a:r>
          </a:p>
          <a:p>
            <a:pPr lvl="1"/>
            <a:r>
              <a:rPr lang="en-US" dirty="0"/>
              <a:t>Click to add job title or company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15928CC-4E60-3E44-B472-A079E7EB5C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199" y="6456781"/>
            <a:ext cx="1044691" cy="1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26090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B84FE1-4F9B-FB47-868C-9D7C324D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91" y="3329098"/>
            <a:ext cx="10932237" cy="84124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9F78CBD-69D2-0A7D-0195-128D8FA527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9700" y="1425566"/>
            <a:ext cx="5808398" cy="11063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AFBC496-617D-DC49-9EF1-A8B834E8409B}"/>
              </a:ext>
            </a:extLst>
          </p:cNvPr>
          <p:cNvSpPr txBox="1"/>
          <p:nvPr userDrawn="1"/>
        </p:nvSpPr>
        <p:spPr>
          <a:xfrm>
            <a:off x="4213686" y="5965440"/>
            <a:ext cx="3762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 sz="2000" b="0" i="0" kern="1200" dirty="0">
                <a:solidFill>
                  <a:schemeClr val="bg1"/>
                </a:solidFill>
                <a:latin typeface="Arial" panose="020B0604020202020204" pitchFamily="34" charset="0"/>
                <a:ea typeface="Lato Light" charset="0"/>
                <a:cs typeface="Lato Light" charset="0"/>
              </a:rPr>
              <a:t>vertica.com</a:t>
            </a:r>
          </a:p>
        </p:txBody>
      </p:sp>
    </p:spTree>
    <p:extLst>
      <p:ext uri="{BB962C8B-B14F-4D97-AF65-F5344CB8AC3E}">
        <p14:creationId xmlns:p14="http://schemas.microsoft.com/office/powerpoint/2010/main" val="389156892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Secon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view of earth from space&#10;&#10;Description automatically generated">
            <a:extLst>
              <a:ext uri="{FF2B5EF4-FFF2-40B4-BE49-F238E27FC236}">
                <a16:creationId xmlns:a16="http://schemas.microsoft.com/office/drawing/2014/main" id="{3CD833B2-86B0-1147-9F5A-89821FC38E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2013030F-A1D7-07F6-6353-04E292CDA5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931" y="2971828"/>
            <a:ext cx="4800329" cy="91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1369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7A4E1F0-ED0F-2C48-9426-F1CA70CB93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223"/>
            <a:ext cx="12191207" cy="685755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2525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950" y="6509177"/>
            <a:ext cx="1247156" cy="2374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EC343-4F2B-F24B-92BF-377B479F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BB05805-8421-8E4E-A397-11266D9B830F}"/>
              </a:ext>
            </a:extLst>
          </p:cNvPr>
          <p:cNvSpPr txBox="1">
            <a:spLocks/>
          </p:cNvSpPr>
          <p:nvPr userDrawn="1"/>
        </p:nvSpPr>
        <p:spPr>
          <a:xfrm flipH="1">
            <a:off x="5045186" y="6476400"/>
            <a:ext cx="6524283" cy="271938"/>
          </a:xfrm>
          <a:prstGeom prst="rect">
            <a:avLst/>
          </a:prstGeom>
          <a:ln w="0"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r" defTabSz="914400" rtl="0" eaLnBrk="1" fontAlgn="base" latinLnBrk="0" hangingPunct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70000" indent="-2645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US" dirty="0"/>
              <a:t>OpenText ©2025 All rights reserved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7B23C72F-F8C0-A248-9E66-A645081616B8}"/>
              </a:ext>
            </a:extLst>
          </p:cNvPr>
          <p:cNvSpPr txBox="1">
            <a:spLocks/>
          </p:cNvSpPr>
          <p:nvPr userDrawn="1"/>
        </p:nvSpPr>
        <p:spPr>
          <a:xfrm>
            <a:off x="11571480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70000" indent="-2645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573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ark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4E8A1F-F0B9-4E05-91AB-99061E97C1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223"/>
            <a:ext cx="12191207" cy="685755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711" y="152401"/>
            <a:ext cx="11651764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2E41B-E531-4D4E-9B8C-328872F5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F5BABF32-54A9-BC44-9F67-87DB9E3990B9}"/>
              </a:ext>
            </a:extLst>
          </p:cNvPr>
          <p:cNvSpPr txBox="1">
            <a:spLocks/>
          </p:cNvSpPr>
          <p:nvPr userDrawn="1"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OpenText ©2025 All rights reserved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0C5F97F1-AB4F-1B48-BDDD-9ACFF3677086}"/>
              </a:ext>
            </a:extLst>
          </p:cNvPr>
          <p:cNvSpPr txBox="1">
            <a:spLocks/>
          </p:cNvSpPr>
          <p:nvPr userDrawn="1"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0049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4" y="1825625"/>
            <a:ext cx="508497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7390" y="1825625"/>
            <a:ext cx="508115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632" y="6352240"/>
            <a:ext cx="365760" cy="365125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9029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s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50976" y="1736725"/>
            <a:ext cx="5029200" cy="444023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  <a:p>
            <a:pPr lvl="4"/>
            <a:r>
              <a:rPr lang="en-US" dirty="0"/>
              <a:t>Fifth level - avoid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9350" y="1736725"/>
            <a:ext cx="5029200" cy="444023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  <a:p>
            <a:pPr lvl="4"/>
            <a:r>
              <a:rPr lang="en-US" dirty="0"/>
              <a:t>Fifth level - avoid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4135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Two Columns—INFORM</a:t>
            </a:r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086077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 Separat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5" y="429272"/>
            <a:ext cx="10311765" cy="10762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632" y="6352240"/>
            <a:ext cx="365760" cy="365125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6785" y="967383"/>
            <a:ext cx="10311765" cy="538112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subhead text (20pt)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46785" y="2043605"/>
            <a:ext cx="10311765" cy="4133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63150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 Separat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5" y="429272"/>
            <a:ext cx="10311765" cy="10762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632" y="6352240"/>
            <a:ext cx="365760" cy="365125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6785" y="967383"/>
            <a:ext cx="10311765" cy="538112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subhead text (20pt)</a:t>
            </a:r>
          </a:p>
        </p:txBody>
      </p:sp>
    </p:spTree>
    <p:extLst>
      <p:ext uri="{BB962C8B-B14F-4D97-AF65-F5344CB8AC3E}">
        <p14:creationId xmlns:p14="http://schemas.microsoft.com/office/powerpoint/2010/main" val="106208689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SzPct val="80000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First level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20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18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16 </a:t>
            </a:r>
            <a:r>
              <a:rPr lang="en-US" dirty="0" err="1"/>
              <a:t>pt</a:t>
            </a:r>
            <a:endParaRPr lang="en-US" dirty="0"/>
          </a:p>
          <a:p>
            <a:pPr lvl="4"/>
            <a:r>
              <a:rPr lang="en-US" dirty="0"/>
              <a:t>Fifth level – avoid as too small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92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Title and Content</a:t>
            </a:r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867883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Subtitle">
    <p:bg>
      <p:bgPr>
        <a:gradFill flip="none" rotWithShape="1">
          <a:gsLst>
            <a:gs pos="37000">
              <a:srgbClr val="000000"/>
            </a:gs>
            <a:gs pos="100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46786" y="429275"/>
            <a:ext cx="10311765" cy="657844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dirty="0"/>
              <a:t>Content + Subtitle</a:t>
            </a:r>
          </a:p>
        </p:txBody>
      </p:sp>
      <p:sp>
        <p:nvSpPr>
          <p:cNvPr id="5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950976" y="1087119"/>
            <a:ext cx="10311765" cy="41837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text in Calibri (20pt)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946786" y="1728000"/>
            <a:ext cx="10311765" cy="44521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384264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AB832C-093E-63DD-C076-96A3360375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6D82020-977B-074A-ABCD-112BD3B94A4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3741285"/>
            <a:ext cx="6194503" cy="624691"/>
          </a:xfrm>
          <a:prstGeom prst="rect">
            <a:avLst/>
          </a:prstGeom>
          <a:noFill/>
        </p:spPr>
        <p:txBody>
          <a:bodyPr lIns="0" t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Presentation Subtitle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63C04AC-74DA-1648-A9CB-6E4FDDB1FA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506463"/>
            <a:ext cx="6194502" cy="1227138"/>
          </a:xfrm>
          <a:noFill/>
          <a:ln>
            <a:noFill/>
          </a:ln>
        </p:spPr>
        <p:txBody>
          <a:bodyPr vert="horz" wrap="square" lIns="0" tIns="72000" rIns="91440" bIns="0" numCol="1" anchor="b" anchorCtr="0" compatLnSpc="1">
            <a:prstTxWarp prst="textNoShape">
              <a:avLst/>
            </a:prstTxWarp>
          </a:bodyPr>
          <a:lstStyle>
            <a:lvl1pPr>
              <a:defRPr lang="en-US" sz="4400" b="1" cap="none" spc="0" baseline="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/>
              <a:t>Click to Add 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7F883-98AA-0214-43C2-FDCBFB197F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9" y="5471828"/>
            <a:ext cx="4568159" cy="904942"/>
          </a:xfrm>
          <a:noFill/>
        </p:spPr>
        <p:txBody>
          <a:bodyPr/>
          <a:lstStyle>
            <a:lvl1pPr>
              <a:defRPr sz="1800">
                <a:solidFill>
                  <a:schemeClr val="accent4">
                    <a:lumMod val="75000"/>
                  </a:schemeClr>
                </a:solidFill>
              </a:defRPr>
            </a:lvl1pPr>
            <a:lvl2pPr marL="9525" indent="0">
              <a:buNone/>
              <a:defRPr sz="1400">
                <a:solidFill>
                  <a:schemeClr val="accent4">
                    <a:lumMod val="75000"/>
                  </a:schemeClr>
                </a:solidFill>
              </a:defRPr>
            </a:lvl2pPr>
            <a:lvl3pPr marL="0" indent="0">
              <a:buNone/>
              <a:defRPr sz="1200">
                <a:solidFill>
                  <a:schemeClr val="accent4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  <a:p>
            <a:pPr lvl="2"/>
            <a:r>
              <a:rPr lang="en-US" dirty="0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689D76-FA9C-CFA6-9187-F2F82CE2D7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21995" y="366510"/>
            <a:ext cx="2362677" cy="37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767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08B887-878E-B858-E229-F31F4DAAB3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199" y="152401"/>
            <a:ext cx="11277601" cy="9731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A197A-BE11-07E9-42EF-EACAB96DB07B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7199" y="1376363"/>
            <a:ext cx="11277601" cy="48339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300178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C21221-84DB-1EB7-BF2E-65A34E3D30E7}"/>
              </a:ext>
            </a:extLst>
          </p:cNvPr>
          <p:cNvSpPr/>
          <p:nvPr userDrawn="1"/>
        </p:nvSpPr>
        <p:spPr>
          <a:xfrm>
            <a:off x="9772891" y="1952674"/>
            <a:ext cx="2419109" cy="41945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7086600" y="827365"/>
            <a:ext cx="4360762" cy="50847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Drag and drop image onto this area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76363"/>
            <a:ext cx="6387983" cy="14507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57200" y="2990937"/>
            <a:ext cx="6387982" cy="292119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1pPr>
            <a:lvl2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2pPr>
            <a:lvl3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3pPr>
            <a:lvl4pPr marL="667512" indent="-285750"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5pPr>
            <a:lvl6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6pPr>
            <a:lvl7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7pPr>
            <a:lvl8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8pPr>
            <a:lvl9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3"/>
            <a:r>
              <a:rPr lang="en-US"/>
              <a:t>Fifth level</a:t>
            </a:r>
          </a:p>
          <a:p>
            <a:pPr lvl="3"/>
            <a:r>
              <a:rPr lang="en-US"/>
              <a:t>Sixth level</a:t>
            </a:r>
          </a:p>
          <a:p>
            <a:pPr lvl="3"/>
            <a:endParaRPr lang="en-US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4768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0448E2-6999-C159-E049-265C70C7F30F}"/>
              </a:ext>
            </a:extLst>
          </p:cNvPr>
          <p:cNvSpPr/>
          <p:nvPr userDrawn="1"/>
        </p:nvSpPr>
        <p:spPr>
          <a:xfrm>
            <a:off x="0" y="1878245"/>
            <a:ext cx="2419109" cy="41945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715618" y="827365"/>
            <a:ext cx="4360762" cy="50847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Drag and drop image onto this area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817" y="1376363"/>
            <a:ext cx="6387983" cy="14507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2199B-C228-5D52-DD6B-2086BCACFEF8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5346818" y="2990937"/>
            <a:ext cx="6387982" cy="292119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1pPr>
            <a:lvl2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2pPr>
            <a:lvl3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3pPr>
            <a:lvl4pPr marL="667512" indent="-285750"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5pPr>
            <a:lvl6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6pPr>
            <a:lvl7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7pPr>
            <a:lvl8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8pPr>
            <a:lvl9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3"/>
            <a:r>
              <a:rPr lang="en-US"/>
              <a:t>Fifth level</a:t>
            </a:r>
          </a:p>
          <a:p>
            <a:pPr lvl="3"/>
            <a:r>
              <a:rPr lang="en-US"/>
              <a:t>Sixth level</a:t>
            </a:r>
          </a:p>
          <a:p>
            <a:pPr lvl="3"/>
            <a:endParaRPr lang="en-US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5884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Title | Image |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685D570-6647-F971-C849-D0C3DBD02D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30338" y="1682447"/>
            <a:ext cx="9334118" cy="1814512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244E714C-3ABF-3462-C000-25C1344F6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57200" y="152401"/>
            <a:ext cx="11277600" cy="9731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6000"/>
            </a:lvl1pPr>
          </a:lstStyle>
          <a:p>
            <a:pPr lvl="0"/>
            <a:r>
              <a:rPr lang="en-US" dirty="0"/>
              <a:t>Edit master title style</a:t>
            </a:r>
            <a:endParaRPr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F1832A-FCB8-06A9-1E9D-8599497C49D7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1430338" y="3838790"/>
            <a:ext cx="9334118" cy="195769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1pPr>
            <a:lvl2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2pPr>
            <a:lvl3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3pPr>
            <a:lvl4pPr marL="667512" indent="-285750"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5pPr>
            <a:lvl6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6pPr>
            <a:lvl7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7pPr>
            <a:lvl8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8pPr>
            <a:lvl9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6448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Title | Picture Left | Bod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685D570-6647-F971-C849-D0C3DBD02D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30338" y="1657465"/>
            <a:ext cx="3824568" cy="181451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F1832A-FCB8-06A9-1E9D-8599497C49D7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1430338" y="3813808"/>
            <a:ext cx="3824568" cy="195769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1pPr>
            <a:lvl2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2pPr>
            <a:lvl3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3pPr>
            <a:lvl4pPr marL="667512" indent="-285750"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5pPr>
            <a:lvl6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6pPr>
            <a:lvl7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7pPr>
            <a:lvl8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8pPr>
            <a:lvl9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9988AB-AB5D-BD6A-30DC-B55E4BB9042F}"/>
              </a:ext>
            </a:extLst>
          </p:cNvPr>
          <p:cNvSpPr/>
          <p:nvPr userDrawn="1"/>
        </p:nvSpPr>
        <p:spPr>
          <a:xfrm>
            <a:off x="0" y="1656708"/>
            <a:ext cx="1430761" cy="18152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D0D0D-F17F-C4DB-696D-111460373A80}"/>
              </a:ext>
            </a:extLst>
          </p:cNvPr>
          <p:cNvSpPr>
            <a:spLocks noGrp="1"/>
          </p:cNvSpPr>
          <p:nvPr>
            <p:ph idx="11" hasCustomPrompt="1"/>
          </p:nvPr>
        </p:nvSpPr>
        <p:spPr bwMode="auto">
          <a:xfrm>
            <a:off x="5645452" y="1656708"/>
            <a:ext cx="6089348" cy="411479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1pPr>
            <a:lvl2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2pPr>
            <a:lvl3pPr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defRPr sz="1400">
                <a:latin typeface="+mn-lt"/>
              </a:defRPr>
            </a:lvl3pPr>
            <a:lvl4pPr marL="667512" indent="-285750">
              <a:spcBef>
                <a:spcPts val="3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5pPr>
            <a:lvl6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6pPr>
            <a:lvl7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7pPr>
            <a:lvl8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8pPr>
            <a:lvl9pPr>
              <a:spcBef>
                <a:spcPts val="300"/>
              </a:spcBef>
              <a:spcAft>
                <a:spcPts val="800"/>
              </a:spcAft>
              <a:defRPr sz="1400">
                <a:latin typeface="+mn-lt"/>
              </a:defRPr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67EF970-9A18-FF7A-780E-592C48A96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57200" y="152401"/>
            <a:ext cx="11277600" cy="9731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6000"/>
            </a:lvl1pPr>
          </a:lstStyle>
          <a:p>
            <a:pPr lvl="0"/>
            <a:r>
              <a:rPr lang="en-US" dirty="0"/>
              <a:t>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811447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8A9AC0-3CF1-36E9-F1F3-850CF64BE05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199" y="152401"/>
            <a:ext cx="11277601" cy="9731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814753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2552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88AD644-FBE3-F546-93FC-9E20DA798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4019" y="1571932"/>
            <a:ext cx="8835826" cy="2963427"/>
          </a:xfrm>
          <a:noFill/>
        </p:spPr>
        <p:txBody>
          <a:bodyPr tIns="216000" anchor="t"/>
          <a:lstStyle>
            <a:lvl1pPr algn="l">
              <a:defRPr sz="320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quote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EF0CE46-C0A1-DD4A-B07B-2DDC6CC30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64019" y="4737590"/>
            <a:ext cx="8835826" cy="744046"/>
          </a:xfrm>
          <a:prstGeom prst="rect">
            <a:avLst/>
          </a:prstGeom>
          <a:noFill/>
        </p:spPr>
        <p:txBody>
          <a:bodyPr rIns="72000" anchor="t"/>
          <a:lstStyle>
            <a:lvl1pPr marL="0" indent="0" algn="l">
              <a:spcAft>
                <a:spcPts val="0"/>
              </a:spcAft>
              <a:buNone/>
              <a:defRPr sz="1800" b="1" i="0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name</a:t>
            </a:r>
          </a:p>
          <a:p>
            <a:pPr lvl="1"/>
            <a:r>
              <a:rPr lang="en-US" dirty="0"/>
              <a:t>Click to add job title or company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8BB0C-2A9F-1036-E94E-7236919AEEDB}"/>
              </a:ext>
            </a:extLst>
          </p:cNvPr>
          <p:cNvSpPr txBox="1"/>
          <p:nvPr userDrawn="1"/>
        </p:nvSpPr>
        <p:spPr>
          <a:xfrm>
            <a:off x="857161" y="1255016"/>
            <a:ext cx="1006858" cy="21236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800" b="1" dirty="0">
                <a:solidFill>
                  <a:schemeClr val="accent2"/>
                </a:solidFill>
                <a:latin typeface="Arial" panose="020B0604020202020204" pitchFamily="34" charset="0"/>
                <a:ea typeface="Source Sans Pro SemiBold" panose="020B0603030403020204" pitchFamily="34" charset="0"/>
                <a:cs typeface="Arial" panose="020B0604020202020204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530886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BEF44C-BD38-B432-EBC5-E673CD105B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447215"/>
            <a:ext cx="6082991" cy="1298575"/>
          </a:xfrm>
          <a:noFill/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3824080"/>
            <a:ext cx="6082992" cy="40896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398899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BEF44C-BD38-B432-EBC5-E673CD105B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447215"/>
            <a:ext cx="6082991" cy="1298575"/>
          </a:xfrm>
          <a:noFill/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3824080"/>
            <a:ext cx="6082992" cy="40896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647371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BEF44C-BD38-B432-EBC5-E673CD105B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447215"/>
            <a:ext cx="6082991" cy="1298575"/>
          </a:xfrm>
          <a:noFill/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3824080"/>
            <a:ext cx="6082992" cy="40896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 here</a:t>
            </a:r>
          </a:p>
        </p:txBody>
      </p:sp>
    </p:spTree>
    <p:extLst>
      <p:ext uri="{BB962C8B-B14F-4D97-AF65-F5344CB8AC3E}">
        <p14:creationId xmlns:p14="http://schemas.microsoft.com/office/powerpoint/2010/main" val="676559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B324DA4-713B-1584-50F2-0B88A9852A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060" y="6038921"/>
            <a:ext cx="264894" cy="27085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6B84FE1-4F9B-FB47-868C-9D7C324D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91" y="3329098"/>
            <a:ext cx="10932237" cy="841248"/>
          </a:xfrm>
          <a:noFill/>
        </p:spPr>
        <p:txBody>
          <a:bodyPr/>
          <a:lstStyle>
            <a:lvl1pPr algn="ctr"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A25AF6-CFC3-3A41-B1AE-BE0BD4B28982}"/>
              </a:ext>
            </a:extLst>
          </p:cNvPr>
          <p:cNvSpPr txBox="1"/>
          <p:nvPr userDrawn="1"/>
        </p:nvSpPr>
        <p:spPr>
          <a:xfrm>
            <a:off x="968913" y="5965440"/>
            <a:ext cx="2472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aseline="0" dirty="0" err="1">
                <a:solidFill>
                  <a:schemeClr val="tx1"/>
                </a:solidFill>
                <a:latin typeface="+mj-lt"/>
                <a:ea typeface="Lato Light" charset="0"/>
                <a:cs typeface="Lato Light" charset="0"/>
              </a:rPr>
              <a:t>twitter.com</a:t>
            </a:r>
            <a:r>
              <a:rPr lang="en-US" sz="2000" baseline="0" dirty="0">
                <a:solidFill>
                  <a:schemeClr val="tx1"/>
                </a:solidFill>
                <a:latin typeface="+mj-lt"/>
                <a:ea typeface="Lato Light" charset="0"/>
                <a:cs typeface="Lato Light" charset="0"/>
              </a:rPr>
              <a:t>/</a:t>
            </a:r>
            <a:r>
              <a:rPr lang="en-US" sz="2000" baseline="0" dirty="0" err="1">
                <a:solidFill>
                  <a:schemeClr val="tx1"/>
                </a:solidFill>
                <a:latin typeface="+mj-lt"/>
                <a:ea typeface="Lato Light" charset="0"/>
                <a:cs typeface="Lato Light" charset="0"/>
              </a:rPr>
              <a:t>opentext</a:t>
            </a:r>
            <a:endParaRPr lang="en-US" sz="2000" baseline="0" dirty="0">
              <a:solidFill>
                <a:schemeClr val="tx1"/>
              </a:solidFill>
              <a:latin typeface="+mj-lt"/>
              <a:ea typeface="Lato Light" charset="0"/>
              <a:cs typeface="Lato Light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FBC496-617D-DC49-9EF1-A8B834E8409B}"/>
              </a:ext>
            </a:extLst>
          </p:cNvPr>
          <p:cNvSpPr txBox="1"/>
          <p:nvPr userDrawn="1"/>
        </p:nvSpPr>
        <p:spPr>
          <a:xfrm>
            <a:off x="4713575" y="5965440"/>
            <a:ext cx="3762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 sz="2000" b="0" i="0" kern="1200" baseline="0" dirty="0" err="1">
                <a:solidFill>
                  <a:schemeClr val="tx1"/>
                </a:solidFill>
                <a:latin typeface="Arial" panose="020B0604020202020204" pitchFamily="34" charset="0"/>
                <a:ea typeface="Lato Light" charset="0"/>
                <a:cs typeface="Lato Light" charset="0"/>
              </a:rPr>
              <a:t>linkedin.com</a:t>
            </a:r>
            <a:r>
              <a:rPr lang="en-US" sz="2000" b="0" i="0" kern="1200" baseline="0" dirty="0">
                <a:solidFill>
                  <a:schemeClr val="tx1"/>
                </a:solidFill>
                <a:latin typeface="Arial" panose="020B0604020202020204" pitchFamily="34" charset="0"/>
                <a:ea typeface="Lato Light" charset="0"/>
                <a:cs typeface="Lato Light" charset="0"/>
              </a:rPr>
              <a:t>/company/</a:t>
            </a:r>
            <a:r>
              <a:rPr lang="en-US" sz="2000" b="0" i="0" kern="1200" baseline="0" dirty="0" err="1">
                <a:solidFill>
                  <a:schemeClr val="tx1"/>
                </a:solidFill>
                <a:latin typeface="Arial" panose="020B0604020202020204" pitchFamily="34" charset="0"/>
                <a:ea typeface="Lato Light" charset="0"/>
                <a:cs typeface="Lato Light" charset="0"/>
              </a:rPr>
              <a:t>opentext</a:t>
            </a:r>
            <a:endParaRPr lang="en-US" sz="2000" b="0" i="0" kern="1200" baseline="0" dirty="0">
              <a:solidFill>
                <a:schemeClr val="tx1"/>
              </a:solidFill>
              <a:latin typeface="Arial" panose="020B0604020202020204" pitchFamily="34" charset="0"/>
              <a:ea typeface="Lato Light" charset="0"/>
              <a:cs typeface="Lato Light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4AD03D-B9EB-1A40-BF60-60D15F88F20C}"/>
              </a:ext>
            </a:extLst>
          </p:cNvPr>
          <p:cNvSpPr txBox="1"/>
          <p:nvPr userDrawn="1"/>
        </p:nvSpPr>
        <p:spPr>
          <a:xfrm>
            <a:off x="9848030" y="5965440"/>
            <a:ext cx="1712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aseline="0" dirty="0" err="1">
                <a:solidFill>
                  <a:schemeClr val="tx1"/>
                </a:solidFill>
                <a:latin typeface="+mj-lt"/>
                <a:ea typeface="Lato Light" charset="0"/>
                <a:cs typeface="Lato Light" charset="0"/>
              </a:rPr>
              <a:t>opentext.com</a:t>
            </a:r>
            <a:endParaRPr lang="en-US" sz="2000" baseline="0" dirty="0">
              <a:solidFill>
                <a:schemeClr val="tx1"/>
              </a:solidFill>
              <a:latin typeface="+mj-lt"/>
              <a:ea typeface="Lato Light" charset="0"/>
              <a:cs typeface="Lato Light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09ABBB-E1ED-9140-A37E-497EE66EECC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0565" y="6038920"/>
            <a:ext cx="280922" cy="2942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F63DFB-4FD9-4C44-AE34-DE20806C826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9090" y="5966542"/>
            <a:ext cx="329503" cy="34323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3C1639-F42D-A522-A97E-1368D3DD4E0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63089" y="1349477"/>
            <a:ext cx="7488831" cy="118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6549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2"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57AE0D-5D70-38C7-CA56-36BBDCA1B7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15307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5FC6-E615-2A40-BD93-96F93CE1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1"/>
            <a:ext cx="11277600" cy="9731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2861E7-C993-CF4C-B237-7333B82A5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376363"/>
            <a:ext cx="11277600" cy="50006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29137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-2Columns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48CD36-C99F-DE53-87EE-E2640957BC45}"/>
              </a:ext>
            </a:extLst>
          </p:cNvPr>
          <p:cNvSpPr/>
          <p:nvPr/>
        </p:nvSpPr>
        <p:spPr>
          <a:xfrm>
            <a:off x="0" y="0"/>
            <a:ext cx="3058668" cy="6858000"/>
          </a:xfrm>
          <a:prstGeom prst="rect">
            <a:avLst/>
          </a:prstGeom>
          <a:gradFill flip="none" rotWithShape="1">
            <a:gsLst>
              <a:gs pos="100000">
                <a:srgbClr val="002E57"/>
              </a:gs>
              <a:gs pos="0">
                <a:srgbClr val="00406A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BBA29C-3962-C0AC-D183-08BAB9F9F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769" y="291600"/>
            <a:ext cx="8547092" cy="989612"/>
          </a:xfrm>
        </p:spPr>
        <p:txBody>
          <a:bodyPr lIns="0" tIns="0" rIns="0" bIns="0" anchor="t" anchorCtr="0">
            <a:noAutofit/>
          </a:bodyPr>
          <a:lstStyle>
            <a:lvl1pPr>
              <a:defRPr sz="2800" b="0" i="0" baseline="0">
                <a:solidFill>
                  <a:schemeClr val="tx2"/>
                </a:solidFill>
                <a:latin typeface="Agoda Sans Stemless" panose="020F0503020203020204" pitchFamily="34" charset="0"/>
                <a:cs typeface="Agoda Sans Stemless" panose="020F0503020203020204" pitchFamily="34" charset="0"/>
              </a:defRPr>
            </a:lvl1pPr>
          </a:lstStyle>
          <a:p>
            <a:pPr lvl="0"/>
            <a:r>
              <a:rPr lang="en-US"/>
              <a:t>Add title here</a:t>
            </a:r>
            <a:endParaRPr lang="en-TH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6411368-68C4-9303-ED6D-319759EF8E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266" y="6577320"/>
            <a:ext cx="4854207" cy="156475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 b="0" baseline="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 footer here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80B3AF88-EA2D-63A9-175C-AB5E0E60819E}"/>
              </a:ext>
            </a:extLst>
          </p:cNvPr>
          <p:cNvSpPr txBox="1">
            <a:spLocks/>
          </p:cNvSpPr>
          <p:nvPr/>
        </p:nvSpPr>
        <p:spPr>
          <a:xfrm>
            <a:off x="11457912" y="6486088"/>
            <a:ext cx="518159" cy="254797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en-TH"/>
            </a:defPPr>
            <a:lvl1pPr marL="0" algn="r" defTabSz="914400" rtl="0" eaLnBrk="1" latinLnBrk="0" hangingPunct="1">
              <a:defRPr sz="900" b="0" i="0" kern="1200" baseline="0">
                <a:solidFill>
                  <a:schemeClr val="bg1">
                    <a:lumMod val="65000"/>
                  </a:schemeClr>
                </a:solidFill>
                <a:latin typeface="Agoda Sans Text" panose="020F0503020203020204" pitchFamily="34" charset="0"/>
                <a:ea typeface="+mn-ea"/>
                <a:cs typeface="Agoda Sans Text" panose="020F0503020203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12B7A4-C51A-9347-A5DE-5EEB9738C989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B778A48-D5FC-B133-7985-D67CE4C786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268" y="1454150"/>
            <a:ext cx="8547870" cy="303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2107CCFF-E0F8-6F55-DC43-CAEE29609EB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8854" y="1454150"/>
            <a:ext cx="2550455" cy="3126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Line 6">
            <a:extLst>
              <a:ext uri="{FF2B5EF4-FFF2-40B4-BE49-F238E27FC236}">
                <a16:creationId xmlns:a16="http://schemas.microsoft.com/office/drawing/2014/main" id="{1A41D55F-A109-098C-9D18-CA2A5DDBC16E}"/>
              </a:ext>
            </a:extLst>
          </p:cNvPr>
          <p:cNvSpPr>
            <a:spLocks noChangeShapeType="1"/>
          </p:cNvSpPr>
          <p:nvPr/>
        </p:nvSpPr>
        <p:spPr bwMode="gray">
          <a:xfrm>
            <a:off x="3349768" y="1757778"/>
            <a:ext cx="8547091" cy="0"/>
          </a:xfrm>
          <a:prstGeom prst="line">
            <a:avLst/>
          </a:prstGeom>
          <a:ln w="952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goda Sans Stem" panose="020F0503020203020204" pitchFamily="34" charset="0"/>
              <a:cs typeface="Agoda Sans Stem" panose="020F0503020203020204" pitchFamily="34" charset="0"/>
            </a:endParaRPr>
          </a:p>
        </p:txBody>
      </p:sp>
      <p:sp>
        <p:nvSpPr>
          <p:cNvPr id="33" name="Line 6">
            <a:extLst>
              <a:ext uri="{FF2B5EF4-FFF2-40B4-BE49-F238E27FC236}">
                <a16:creationId xmlns:a16="http://schemas.microsoft.com/office/drawing/2014/main" id="{4197ACAF-6094-0B82-E966-DF81065EFB35}"/>
              </a:ext>
            </a:extLst>
          </p:cNvPr>
          <p:cNvSpPr>
            <a:spLocks noChangeShapeType="1"/>
          </p:cNvSpPr>
          <p:nvPr/>
        </p:nvSpPr>
        <p:spPr bwMode="gray">
          <a:xfrm>
            <a:off x="223438" y="1757778"/>
            <a:ext cx="2555872" cy="2996"/>
          </a:xfrm>
          <a:prstGeom prst="line">
            <a:avLst/>
          </a:prstGeom>
          <a:ln w="9525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goda Sans Stem" panose="020F0503020203020204" pitchFamily="34" charset="0"/>
              <a:cs typeface="Agoda Sans Stem" panose="020F0503020203020204" pitchFamily="34" charset="0"/>
            </a:endParaRP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A0A483A8-2065-4A6F-CDDB-E1EF2639D2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49267" y="1878099"/>
            <a:ext cx="8547091" cy="4514850"/>
          </a:xfrm>
          <a:prstGeom prst="rect">
            <a:avLst/>
          </a:prstGeom>
        </p:spPr>
        <p:txBody>
          <a:bodyPr/>
          <a:lstStyle>
            <a:lvl1pPr>
              <a:defRPr sz="1400" b="0"/>
            </a:lvl1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TH" dirty="0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114A12AF-2735-927C-EC49-3AD6DDF048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854" y="1878099"/>
            <a:ext cx="2550455" cy="4514850"/>
          </a:xfrm>
          <a:prstGeom prst="rect">
            <a:avLst/>
          </a:prstGeom>
        </p:spPr>
        <p:txBody>
          <a:bodyPr/>
          <a:lstStyle>
            <a:lvl1pPr>
              <a:defRPr sz="14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TH" dirty="0"/>
          </a:p>
        </p:txBody>
      </p:sp>
      <p:sp>
        <p:nvSpPr>
          <p:cNvPr id="36" name="Line 6">
            <a:extLst>
              <a:ext uri="{FF2B5EF4-FFF2-40B4-BE49-F238E27FC236}">
                <a16:creationId xmlns:a16="http://schemas.microsoft.com/office/drawing/2014/main" id="{D28B7732-8D09-FEE8-B4E9-AEA5D1D6334A}"/>
              </a:ext>
            </a:extLst>
          </p:cNvPr>
          <p:cNvSpPr>
            <a:spLocks noChangeShapeType="1"/>
          </p:cNvSpPr>
          <p:nvPr/>
        </p:nvSpPr>
        <p:spPr bwMode="gray">
          <a:xfrm>
            <a:off x="3349768" y="1757778"/>
            <a:ext cx="8547091" cy="0"/>
          </a:xfrm>
          <a:prstGeom prst="line">
            <a:avLst/>
          </a:prstGeom>
          <a:ln w="952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goda Sans Stem" panose="020F0503020203020204" pitchFamily="34" charset="0"/>
              <a:cs typeface="Agoda Sans Stem" panose="020F0503020203020204" pitchFamily="34" charset="0"/>
            </a:endParaRPr>
          </a:p>
        </p:txBody>
      </p:sp>
      <p:pic>
        <p:nvPicPr>
          <p:cNvPr id="9" name="Picture 8" descr="A red and white circle&#10;&#10;Description automatically generated">
            <a:extLst>
              <a:ext uri="{FF2B5EF4-FFF2-40B4-BE49-F238E27FC236}">
                <a16:creationId xmlns:a16="http://schemas.microsoft.com/office/drawing/2014/main" id="{F641F3EC-0363-7C1F-FFEC-C4B27EA269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599" y="6577317"/>
            <a:ext cx="1153609" cy="170652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ABB8CC6-E9F5-75F2-F810-6F2FED3EA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1100" y="0"/>
            <a:ext cx="11608799" cy="292100"/>
          </a:xfrm>
          <a:prstGeom prst="rect">
            <a:avLst/>
          </a:prstGeom>
        </p:spPr>
        <p:txBody>
          <a:bodyPr rIns="0" bIns="0" anchor="ctr">
            <a:noAutofit/>
          </a:bodyPr>
          <a:lstStyle>
            <a:lvl1pPr marL="0" indent="0" algn="r">
              <a:buNone/>
              <a:defRPr sz="900" b="0">
                <a:solidFill>
                  <a:schemeClr val="bg2"/>
                </a:solidFill>
                <a:latin typeface="+mn-lt"/>
                <a:cs typeface="Agoda Sans Text" panose="020F0503020203020204" pitchFamily="34" charset="0"/>
              </a:defRPr>
            </a:lvl1pPr>
          </a:lstStyle>
          <a:p>
            <a:pPr lvl="0"/>
            <a:r>
              <a:rPr lang="en-US" dirty="0"/>
              <a:t>Page Tracker</a:t>
            </a:r>
            <a:endParaRPr lang="en-TH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EE69532-5540-173E-500F-1DA0DE13FBC8}"/>
              </a:ext>
            </a:extLst>
          </p:cNvPr>
          <p:cNvSpPr txBox="1">
            <a:spLocks/>
          </p:cNvSpPr>
          <p:nvPr userDrawn="1"/>
        </p:nvSpPr>
        <p:spPr>
          <a:xfrm>
            <a:off x="11476200" y="6486493"/>
            <a:ext cx="460063" cy="254797"/>
          </a:xfrm>
          <a:prstGeom prst="rect">
            <a:avLst/>
          </a:prstGeom>
        </p:spPr>
        <p:txBody>
          <a:bodyPr vert="horz" lIns="91440" tIns="0" rIns="0" bIns="0" rtlCol="0" anchor="b" anchorCtr="0">
            <a:noAutofit/>
          </a:bodyPr>
          <a:lstStyle>
            <a:defPPr>
              <a:defRPr lang="en-TH"/>
            </a:defPPr>
            <a:lvl1pPr marL="0" algn="r" defTabSz="914400" rtl="0" eaLnBrk="1" latinLnBrk="0" hangingPunct="1">
              <a:defRPr sz="900" b="0" i="0" kern="1200" baseline="0">
                <a:solidFill>
                  <a:schemeClr val="bg1">
                    <a:lumMod val="65000"/>
                  </a:schemeClr>
                </a:solidFill>
                <a:latin typeface="Agoda Sans Text" panose="020F0503020203020204" pitchFamily="34" charset="0"/>
                <a:ea typeface="+mn-ea"/>
                <a:cs typeface="Agoda Sans Text" panose="020F0503020203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12B7A4-C51A-9347-A5DE-5EEB9738C989}" type="slidenum">
              <a:rPr lang="en-US" smtClean="0">
                <a:solidFill>
                  <a:schemeClr val="bg2"/>
                </a:solidFill>
                <a:latin typeface="+mn-lt"/>
              </a:rPr>
              <a:pPr/>
              <a:t>‹#›</a:t>
            </a:fld>
            <a:endParaRPr lang="en-US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3104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Release Roadmap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FC4B19-AD68-4FC0-AD9E-C8485DE541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99" y="822960"/>
            <a:ext cx="11019237" cy="9601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>
                <a:latin typeface="+mn-lt"/>
              </a:defRPr>
            </a:lvl1pPr>
            <a:lvl2pPr marL="288000" indent="0">
              <a:buNone/>
              <a:defRPr sz="1200">
                <a:latin typeface="+mn-lt"/>
              </a:defRPr>
            </a:lvl2pPr>
            <a:lvl3pPr marL="576000" indent="0">
              <a:buNone/>
              <a:defRPr sz="1200">
                <a:latin typeface="+mn-lt"/>
              </a:defRPr>
            </a:lvl3pPr>
            <a:lvl4pPr marL="864000" indent="0">
              <a:buNone/>
              <a:defRPr sz="1200">
                <a:latin typeface="+mn-lt"/>
              </a:defRPr>
            </a:lvl4pPr>
            <a:lvl5pPr marL="1152000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add text – enter description of product vision and plans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C35E66-3FFB-466B-81C7-4A28542C4057}"/>
              </a:ext>
            </a:extLst>
          </p:cNvPr>
          <p:cNvGrpSpPr/>
          <p:nvPr userDrawn="1"/>
        </p:nvGrpSpPr>
        <p:grpSpPr>
          <a:xfrm>
            <a:off x="8047244" y="1897380"/>
            <a:ext cx="3566392" cy="640080"/>
            <a:chOff x="16093440" y="3794760"/>
            <a:chExt cx="7132320" cy="12801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948533C-F3DD-4273-9F4E-0B659AE38893}"/>
                </a:ext>
              </a:extLst>
            </p:cNvPr>
            <p:cNvSpPr/>
            <p:nvPr userDrawn="1"/>
          </p:nvSpPr>
          <p:spPr>
            <a:xfrm>
              <a:off x="16093440" y="3794760"/>
              <a:ext cx="7132320" cy="1280160"/>
            </a:xfrm>
            <a:prstGeom prst="rect">
              <a:avLst/>
            </a:prstGeom>
            <a:solidFill>
              <a:srgbClr val="0072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554480" rtlCol="0" anchor="ctr"/>
            <a:lstStyle/>
            <a:p>
              <a:pPr algn="l"/>
              <a:endParaRPr lang="en-US" sz="1600"/>
            </a:p>
          </p:txBody>
        </p:sp>
        <p:sp>
          <p:nvSpPr>
            <p:cNvPr id="25" name="Freeform: Shape 17">
              <a:extLst>
                <a:ext uri="{FF2B5EF4-FFF2-40B4-BE49-F238E27FC236}">
                  <a16:creationId xmlns:a16="http://schemas.microsoft.com/office/drawing/2014/main" id="{70451369-959F-40DB-BCE7-0F251ACBFD16}"/>
                </a:ext>
              </a:extLst>
            </p:cNvPr>
            <p:cNvSpPr/>
            <p:nvPr userDrawn="1"/>
          </p:nvSpPr>
          <p:spPr>
            <a:xfrm>
              <a:off x="16429746" y="4005250"/>
              <a:ext cx="789867" cy="8388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01" h="4780">
                  <a:moveTo>
                    <a:pt x="1034" y="358"/>
                  </a:moveTo>
                  <a:cubicBezTo>
                    <a:pt x="1050" y="373"/>
                    <a:pt x="1066" y="390"/>
                    <a:pt x="1082" y="390"/>
                  </a:cubicBezTo>
                  <a:cubicBezTo>
                    <a:pt x="1113" y="390"/>
                    <a:pt x="1129" y="373"/>
                    <a:pt x="1145" y="358"/>
                  </a:cubicBezTo>
                  <a:cubicBezTo>
                    <a:pt x="1177" y="326"/>
                    <a:pt x="1177" y="278"/>
                    <a:pt x="1145" y="246"/>
                  </a:cubicBezTo>
                  <a:lnTo>
                    <a:pt x="907" y="24"/>
                  </a:lnTo>
                  <a:cubicBezTo>
                    <a:pt x="875" y="-8"/>
                    <a:pt x="827" y="-8"/>
                    <a:pt x="795" y="24"/>
                  </a:cubicBezTo>
                  <a:cubicBezTo>
                    <a:pt x="764" y="55"/>
                    <a:pt x="764" y="103"/>
                    <a:pt x="795" y="135"/>
                  </a:cubicBezTo>
                  <a:close/>
                  <a:moveTo>
                    <a:pt x="3404" y="390"/>
                  </a:moveTo>
                  <a:cubicBezTo>
                    <a:pt x="3420" y="390"/>
                    <a:pt x="3436" y="373"/>
                    <a:pt x="3452" y="358"/>
                  </a:cubicBezTo>
                  <a:lnTo>
                    <a:pt x="3690" y="135"/>
                  </a:lnTo>
                  <a:cubicBezTo>
                    <a:pt x="3722" y="103"/>
                    <a:pt x="3722" y="55"/>
                    <a:pt x="3690" y="24"/>
                  </a:cubicBezTo>
                  <a:cubicBezTo>
                    <a:pt x="3658" y="-8"/>
                    <a:pt x="3610" y="-8"/>
                    <a:pt x="3579" y="24"/>
                  </a:cubicBezTo>
                  <a:lnTo>
                    <a:pt x="3340" y="246"/>
                  </a:lnTo>
                  <a:cubicBezTo>
                    <a:pt x="3309" y="278"/>
                    <a:pt x="3309" y="326"/>
                    <a:pt x="3340" y="358"/>
                  </a:cubicBezTo>
                  <a:cubicBezTo>
                    <a:pt x="3356" y="373"/>
                    <a:pt x="3372" y="390"/>
                    <a:pt x="3404" y="390"/>
                  </a:cubicBezTo>
                  <a:close/>
                  <a:moveTo>
                    <a:pt x="907" y="3141"/>
                  </a:moveTo>
                  <a:lnTo>
                    <a:pt x="1145" y="2902"/>
                  </a:lnTo>
                  <a:cubicBezTo>
                    <a:pt x="1177" y="2871"/>
                    <a:pt x="1177" y="2823"/>
                    <a:pt x="1145" y="2791"/>
                  </a:cubicBezTo>
                  <a:cubicBezTo>
                    <a:pt x="1113" y="2759"/>
                    <a:pt x="1066" y="2759"/>
                    <a:pt x="1034" y="2791"/>
                  </a:cubicBezTo>
                  <a:lnTo>
                    <a:pt x="795" y="3030"/>
                  </a:lnTo>
                  <a:cubicBezTo>
                    <a:pt x="764" y="3062"/>
                    <a:pt x="764" y="3109"/>
                    <a:pt x="795" y="3141"/>
                  </a:cubicBezTo>
                  <a:cubicBezTo>
                    <a:pt x="811" y="3157"/>
                    <a:pt x="843" y="3157"/>
                    <a:pt x="859" y="3157"/>
                  </a:cubicBezTo>
                  <a:cubicBezTo>
                    <a:pt x="875" y="3157"/>
                    <a:pt x="891" y="3157"/>
                    <a:pt x="907" y="3141"/>
                  </a:cubicBezTo>
                  <a:close/>
                  <a:moveTo>
                    <a:pt x="3627" y="3157"/>
                  </a:moveTo>
                  <a:cubicBezTo>
                    <a:pt x="3643" y="3157"/>
                    <a:pt x="3674" y="3157"/>
                    <a:pt x="3690" y="3141"/>
                  </a:cubicBezTo>
                  <a:cubicBezTo>
                    <a:pt x="3722" y="3109"/>
                    <a:pt x="3722" y="3062"/>
                    <a:pt x="3690" y="3030"/>
                  </a:cubicBezTo>
                  <a:lnTo>
                    <a:pt x="3452" y="2791"/>
                  </a:lnTo>
                  <a:cubicBezTo>
                    <a:pt x="3420" y="2759"/>
                    <a:pt x="3372" y="2759"/>
                    <a:pt x="3340" y="2791"/>
                  </a:cubicBezTo>
                  <a:cubicBezTo>
                    <a:pt x="3309" y="2823"/>
                    <a:pt x="3309" y="2871"/>
                    <a:pt x="3340" y="2902"/>
                  </a:cubicBezTo>
                  <a:lnTo>
                    <a:pt x="3579" y="3141"/>
                  </a:lnTo>
                  <a:cubicBezTo>
                    <a:pt x="3595" y="3157"/>
                    <a:pt x="3610" y="3157"/>
                    <a:pt x="3627" y="3157"/>
                  </a:cubicBezTo>
                  <a:close/>
                  <a:moveTo>
                    <a:pt x="80" y="1662"/>
                  </a:moveTo>
                  <a:lnTo>
                    <a:pt x="446" y="1662"/>
                  </a:lnTo>
                  <a:cubicBezTo>
                    <a:pt x="493" y="1662"/>
                    <a:pt x="525" y="1614"/>
                    <a:pt x="525" y="1582"/>
                  </a:cubicBezTo>
                  <a:cubicBezTo>
                    <a:pt x="525" y="1535"/>
                    <a:pt x="493" y="1503"/>
                    <a:pt x="446" y="1503"/>
                  </a:cubicBezTo>
                  <a:lnTo>
                    <a:pt x="80" y="1503"/>
                  </a:lnTo>
                  <a:cubicBezTo>
                    <a:pt x="32" y="1503"/>
                    <a:pt x="0" y="1535"/>
                    <a:pt x="0" y="1582"/>
                  </a:cubicBezTo>
                  <a:cubicBezTo>
                    <a:pt x="0" y="1614"/>
                    <a:pt x="32" y="1662"/>
                    <a:pt x="80" y="1662"/>
                  </a:cubicBezTo>
                  <a:close/>
                  <a:moveTo>
                    <a:pt x="4056" y="1662"/>
                  </a:moveTo>
                  <a:lnTo>
                    <a:pt x="4422" y="1662"/>
                  </a:lnTo>
                  <a:cubicBezTo>
                    <a:pt x="4470" y="1662"/>
                    <a:pt x="4501" y="1614"/>
                    <a:pt x="4501" y="1582"/>
                  </a:cubicBezTo>
                  <a:cubicBezTo>
                    <a:pt x="4501" y="1535"/>
                    <a:pt x="4470" y="1503"/>
                    <a:pt x="4422" y="1503"/>
                  </a:cubicBezTo>
                  <a:lnTo>
                    <a:pt x="4056" y="1503"/>
                  </a:lnTo>
                  <a:cubicBezTo>
                    <a:pt x="4009" y="1503"/>
                    <a:pt x="3976" y="1535"/>
                    <a:pt x="3976" y="1582"/>
                  </a:cubicBezTo>
                  <a:cubicBezTo>
                    <a:pt x="3976" y="1614"/>
                    <a:pt x="4009" y="1662"/>
                    <a:pt x="4056" y="1662"/>
                  </a:cubicBezTo>
                  <a:close/>
                  <a:moveTo>
                    <a:pt x="1559" y="2887"/>
                  </a:moveTo>
                  <a:lnTo>
                    <a:pt x="1559" y="3141"/>
                  </a:lnTo>
                  <a:lnTo>
                    <a:pt x="1559" y="3236"/>
                  </a:lnTo>
                  <a:lnTo>
                    <a:pt x="1559" y="4159"/>
                  </a:lnTo>
                  <a:cubicBezTo>
                    <a:pt x="1559" y="4525"/>
                    <a:pt x="1829" y="4780"/>
                    <a:pt x="2211" y="4780"/>
                  </a:cubicBezTo>
                  <a:cubicBezTo>
                    <a:pt x="2577" y="4780"/>
                    <a:pt x="2831" y="4525"/>
                    <a:pt x="2831" y="4159"/>
                  </a:cubicBezTo>
                  <a:lnTo>
                    <a:pt x="2831" y="3236"/>
                  </a:lnTo>
                  <a:lnTo>
                    <a:pt x="2831" y="3141"/>
                  </a:lnTo>
                  <a:lnTo>
                    <a:pt x="2831" y="2887"/>
                  </a:lnTo>
                  <a:cubicBezTo>
                    <a:pt x="2991" y="2823"/>
                    <a:pt x="3118" y="2744"/>
                    <a:pt x="3245" y="2616"/>
                  </a:cubicBezTo>
                  <a:cubicBezTo>
                    <a:pt x="3531" y="2330"/>
                    <a:pt x="3690" y="1964"/>
                    <a:pt x="3690" y="1582"/>
                  </a:cubicBezTo>
                  <a:cubicBezTo>
                    <a:pt x="3706" y="1185"/>
                    <a:pt x="3563" y="819"/>
                    <a:pt x="3277" y="533"/>
                  </a:cubicBezTo>
                  <a:cubicBezTo>
                    <a:pt x="3006" y="262"/>
                    <a:pt x="2640" y="103"/>
                    <a:pt x="2243" y="103"/>
                  </a:cubicBezTo>
                  <a:cubicBezTo>
                    <a:pt x="1845" y="103"/>
                    <a:pt x="1479" y="262"/>
                    <a:pt x="1209" y="533"/>
                  </a:cubicBezTo>
                  <a:cubicBezTo>
                    <a:pt x="923" y="819"/>
                    <a:pt x="780" y="1185"/>
                    <a:pt x="764" y="1582"/>
                  </a:cubicBezTo>
                  <a:cubicBezTo>
                    <a:pt x="764" y="1964"/>
                    <a:pt x="923" y="2330"/>
                    <a:pt x="1193" y="2616"/>
                  </a:cubicBezTo>
                  <a:cubicBezTo>
                    <a:pt x="1304" y="2727"/>
                    <a:pt x="1400" y="2823"/>
                    <a:pt x="1559" y="2887"/>
                  </a:cubicBezTo>
                  <a:close/>
                  <a:moveTo>
                    <a:pt x="1718" y="4080"/>
                  </a:moveTo>
                  <a:lnTo>
                    <a:pt x="1718" y="3730"/>
                  </a:lnTo>
                  <a:lnTo>
                    <a:pt x="2434" y="4080"/>
                  </a:lnTo>
                  <a:close/>
                  <a:moveTo>
                    <a:pt x="2211" y="4620"/>
                  </a:moveTo>
                  <a:cubicBezTo>
                    <a:pt x="1956" y="4620"/>
                    <a:pt x="1765" y="4461"/>
                    <a:pt x="1734" y="4239"/>
                  </a:cubicBezTo>
                  <a:lnTo>
                    <a:pt x="2672" y="4239"/>
                  </a:lnTo>
                  <a:cubicBezTo>
                    <a:pt x="2640" y="4477"/>
                    <a:pt x="2465" y="4620"/>
                    <a:pt x="2211" y="4620"/>
                  </a:cubicBezTo>
                  <a:close/>
                  <a:moveTo>
                    <a:pt x="2672" y="4032"/>
                  </a:moveTo>
                  <a:lnTo>
                    <a:pt x="1718" y="3539"/>
                  </a:lnTo>
                  <a:lnTo>
                    <a:pt x="1718" y="3332"/>
                  </a:lnTo>
                  <a:lnTo>
                    <a:pt x="2672" y="3825"/>
                  </a:lnTo>
                  <a:close/>
                  <a:moveTo>
                    <a:pt x="2672" y="3634"/>
                  </a:moveTo>
                  <a:lnTo>
                    <a:pt x="2036" y="3316"/>
                  </a:lnTo>
                  <a:lnTo>
                    <a:pt x="2672" y="3316"/>
                  </a:lnTo>
                  <a:close/>
                  <a:moveTo>
                    <a:pt x="1320" y="660"/>
                  </a:moveTo>
                  <a:cubicBezTo>
                    <a:pt x="1559" y="405"/>
                    <a:pt x="1893" y="262"/>
                    <a:pt x="2243" y="262"/>
                  </a:cubicBezTo>
                  <a:cubicBezTo>
                    <a:pt x="2593" y="262"/>
                    <a:pt x="2927" y="405"/>
                    <a:pt x="3165" y="660"/>
                  </a:cubicBezTo>
                  <a:cubicBezTo>
                    <a:pt x="3420" y="899"/>
                    <a:pt x="3547" y="1217"/>
                    <a:pt x="3531" y="1582"/>
                  </a:cubicBezTo>
                  <a:cubicBezTo>
                    <a:pt x="3531" y="1917"/>
                    <a:pt x="3388" y="2250"/>
                    <a:pt x="3134" y="2505"/>
                  </a:cubicBezTo>
                  <a:cubicBezTo>
                    <a:pt x="3022" y="2616"/>
                    <a:pt x="2895" y="2696"/>
                    <a:pt x="2720" y="2759"/>
                  </a:cubicBezTo>
                  <a:cubicBezTo>
                    <a:pt x="2688" y="2775"/>
                    <a:pt x="2672" y="2791"/>
                    <a:pt x="2672" y="2839"/>
                  </a:cubicBezTo>
                  <a:lnTo>
                    <a:pt x="2672" y="3141"/>
                  </a:lnTo>
                  <a:lnTo>
                    <a:pt x="2672" y="3157"/>
                  </a:lnTo>
                  <a:lnTo>
                    <a:pt x="1734" y="3157"/>
                  </a:lnTo>
                  <a:lnTo>
                    <a:pt x="1718" y="3157"/>
                  </a:lnTo>
                  <a:lnTo>
                    <a:pt x="1718" y="3141"/>
                  </a:lnTo>
                  <a:lnTo>
                    <a:pt x="1718" y="2839"/>
                  </a:lnTo>
                  <a:cubicBezTo>
                    <a:pt x="1718" y="2791"/>
                    <a:pt x="1702" y="2775"/>
                    <a:pt x="1670" y="2759"/>
                  </a:cubicBezTo>
                  <a:cubicBezTo>
                    <a:pt x="1511" y="2696"/>
                    <a:pt x="1432" y="2616"/>
                    <a:pt x="1304" y="2505"/>
                  </a:cubicBezTo>
                  <a:cubicBezTo>
                    <a:pt x="1066" y="2250"/>
                    <a:pt x="923" y="1932"/>
                    <a:pt x="923" y="1582"/>
                  </a:cubicBezTo>
                  <a:cubicBezTo>
                    <a:pt x="938" y="1232"/>
                    <a:pt x="1066" y="899"/>
                    <a:pt x="1320" y="660"/>
                  </a:cubicBezTo>
                  <a:close/>
                  <a:moveTo>
                    <a:pt x="1591" y="2314"/>
                  </a:moveTo>
                  <a:cubicBezTo>
                    <a:pt x="1607" y="2314"/>
                    <a:pt x="1622" y="2298"/>
                    <a:pt x="1638" y="2282"/>
                  </a:cubicBezTo>
                  <a:cubicBezTo>
                    <a:pt x="1670" y="2250"/>
                    <a:pt x="1670" y="2203"/>
                    <a:pt x="1638" y="2171"/>
                  </a:cubicBezTo>
                  <a:cubicBezTo>
                    <a:pt x="1479" y="2012"/>
                    <a:pt x="1400" y="1805"/>
                    <a:pt x="1400" y="1582"/>
                  </a:cubicBezTo>
                  <a:cubicBezTo>
                    <a:pt x="1400" y="1344"/>
                    <a:pt x="1479" y="1137"/>
                    <a:pt x="1638" y="978"/>
                  </a:cubicBezTo>
                  <a:cubicBezTo>
                    <a:pt x="1670" y="946"/>
                    <a:pt x="1670" y="899"/>
                    <a:pt x="1638" y="867"/>
                  </a:cubicBezTo>
                  <a:cubicBezTo>
                    <a:pt x="1607" y="835"/>
                    <a:pt x="1559" y="835"/>
                    <a:pt x="1527" y="867"/>
                  </a:cubicBezTo>
                  <a:cubicBezTo>
                    <a:pt x="1336" y="1057"/>
                    <a:pt x="1241" y="1312"/>
                    <a:pt x="1241" y="1582"/>
                  </a:cubicBezTo>
                  <a:cubicBezTo>
                    <a:pt x="1241" y="1837"/>
                    <a:pt x="1336" y="2091"/>
                    <a:pt x="1527" y="2282"/>
                  </a:cubicBezTo>
                  <a:cubicBezTo>
                    <a:pt x="1543" y="2298"/>
                    <a:pt x="1575" y="2314"/>
                    <a:pt x="1591" y="2314"/>
                  </a:cubicBezTo>
                  <a:close/>
                </a:path>
              </a:pathLst>
            </a:custGeom>
            <a:solidFill>
              <a:schemeClr val="bg1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CA" sz="16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Lucida Sans" pitchFamily="2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144E99D-AD46-449D-B80B-69475C98E136}"/>
              </a:ext>
            </a:extLst>
          </p:cNvPr>
          <p:cNvGrpSpPr/>
          <p:nvPr userDrawn="1"/>
        </p:nvGrpSpPr>
        <p:grpSpPr>
          <a:xfrm>
            <a:off x="4320821" y="1897380"/>
            <a:ext cx="3566392" cy="640080"/>
            <a:chOff x="8641080" y="3794760"/>
            <a:chExt cx="7132320" cy="128016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A72E7EB-5031-4ACF-AD80-942DDD750348}"/>
                </a:ext>
              </a:extLst>
            </p:cNvPr>
            <p:cNvSpPr/>
            <p:nvPr userDrawn="1"/>
          </p:nvSpPr>
          <p:spPr>
            <a:xfrm>
              <a:off x="8641080" y="3794760"/>
              <a:ext cx="7132320" cy="1280160"/>
            </a:xfrm>
            <a:prstGeom prst="rect">
              <a:avLst/>
            </a:prstGeom>
            <a:solidFill>
              <a:srgbClr val="0072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554480" rtlCol="0" anchor="ctr"/>
            <a:lstStyle/>
            <a:p>
              <a:pPr algn="l"/>
              <a:endParaRPr lang="en-US" sz="1600"/>
            </a:p>
          </p:txBody>
        </p:sp>
        <p:sp>
          <p:nvSpPr>
            <p:cNvPr id="24" name="Freeform: Shape 7">
              <a:extLst>
                <a:ext uri="{FF2B5EF4-FFF2-40B4-BE49-F238E27FC236}">
                  <a16:creationId xmlns:a16="http://schemas.microsoft.com/office/drawing/2014/main" id="{B56A6964-63FB-45C5-989C-424E8C9FB044}"/>
                </a:ext>
              </a:extLst>
            </p:cNvPr>
            <p:cNvSpPr/>
            <p:nvPr userDrawn="1"/>
          </p:nvSpPr>
          <p:spPr>
            <a:xfrm>
              <a:off x="8846820" y="4041766"/>
              <a:ext cx="976906" cy="68749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71" h="3006">
                  <a:moveTo>
                    <a:pt x="0" y="1495"/>
                  </a:moveTo>
                  <a:cubicBezTo>
                    <a:pt x="0" y="1670"/>
                    <a:pt x="143" y="1813"/>
                    <a:pt x="318" y="1813"/>
                  </a:cubicBezTo>
                  <a:cubicBezTo>
                    <a:pt x="3181" y="1813"/>
                    <a:pt x="3181" y="1813"/>
                    <a:pt x="3181" y="1813"/>
                  </a:cubicBezTo>
                  <a:cubicBezTo>
                    <a:pt x="2545" y="2449"/>
                    <a:pt x="2545" y="2449"/>
                    <a:pt x="2545" y="2449"/>
                  </a:cubicBezTo>
                  <a:cubicBezTo>
                    <a:pt x="2417" y="2577"/>
                    <a:pt x="2417" y="2784"/>
                    <a:pt x="2545" y="2911"/>
                  </a:cubicBezTo>
                  <a:cubicBezTo>
                    <a:pt x="2608" y="2975"/>
                    <a:pt x="2688" y="3006"/>
                    <a:pt x="2768" y="3006"/>
                  </a:cubicBezTo>
                  <a:cubicBezTo>
                    <a:pt x="2863" y="3006"/>
                    <a:pt x="2943" y="2975"/>
                    <a:pt x="3006" y="2911"/>
                  </a:cubicBezTo>
                  <a:cubicBezTo>
                    <a:pt x="4183" y="1734"/>
                    <a:pt x="4183" y="1734"/>
                    <a:pt x="4183" y="1734"/>
                  </a:cubicBezTo>
                  <a:cubicBezTo>
                    <a:pt x="4215" y="1702"/>
                    <a:pt x="4231" y="1654"/>
                    <a:pt x="4247" y="1622"/>
                  </a:cubicBezTo>
                  <a:cubicBezTo>
                    <a:pt x="4279" y="1543"/>
                    <a:pt x="4279" y="1448"/>
                    <a:pt x="4247" y="1384"/>
                  </a:cubicBezTo>
                  <a:cubicBezTo>
                    <a:pt x="4231" y="1336"/>
                    <a:pt x="4215" y="1304"/>
                    <a:pt x="4183" y="1273"/>
                  </a:cubicBezTo>
                  <a:cubicBezTo>
                    <a:pt x="3006" y="95"/>
                    <a:pt x="3006" y="95"/>
                    <a:pt x="3006" y="95"/>
                  </a:cubicBezTo>
                  <a:cubicBezTo>
                    <a:pt x="2879" y="-32"/>
                    <a:pt x="2672" y="-32"/>
                    <a:pt x="2545" y="95"/>
                  </a:cubicBezTo>
                  <a:cubicBezTo>
                    <a:pt x="2417" y="223"/>
                    <a:pt x="2417" y="413"/>
                    <a:pt x="2545" y="541"/>
                  </a:cubicBezTo>
                  <a:cubicBezTo>
                    <a:pt x="3181" y="1177"/>
                    <a:pt x="3181" y="1177"/>
                    <a:pt x="3181" y="1177"/>
                  </a:cubicBezTo>
                  <a:cubicBezTo>
                    <a:pt x="318" y="1177"/>
                    <a:pt x="318" y="1177"/>
                    <a:pt x="318" y="1177"/>
                  </a:cubicBezTo>
                  <a:cubicBezTo>
                    <a:pt x="143" y="1177"/>
                    <a:pt x="0" y="1320"/>
                    <a:pt x="0" y="1495"/>
                  </a:cubicBezTo>
                  <a:close/>
                  <a:moveTo>
                    <a:pt x="3420" y="1193"/>
                  </a:moveTo>
                  <a:cubicBezTo>
                    <a:pt x="2656" y="430"/>
                    <a:pt x="2656" y="430"/>
                    <a:pt x="2656" y="430"/>
                  </a:cubicBezTo>
                  <a:cubicBezTo>
                    <a:pt x="2625" y="398"/>
                    <a:pt x="2608" y="366"/>
                    <a:pt x="2608" y="318"/>
                  </a:cubicBezTo>
                  <a:cubicBezTo>
                    <a:pt x="2608" y="270"/>
                    <a:pt x="2625" y="239"/>
                    <a:pt x="2656" y="207"/>
                  </a:cubicBezTo>
                  <a:cubicBezTo>
                    <a:pt x="2720" y="143"/>
                    <a:pt x="2831" y="143"/>
                    <a:pt x="2895" y="207"/>
                  </a:cubicBezTo>
                  <a:cubicBezTo>
                    <a:pt x="4072" y="1384"/>
                    <a:pt x="4072" y="1384"/>
                    <a:pt x="4072" y="1384"/>
                  </a:cubicBezTo>
                  <a:cubicBezTo>
                    <a:pt x="4088" y="1400"/>
                    <a:pt x="4104" y="1416"/>
                    <a:pt x="4104" y="1431"/>
                  </a:cubicBezTo>
                  <a:cubicBezTo>
                    <a:pt x="4119" y="1479"/>
                    <a:pt x="4119" y="1527"/>
                    <a:pt x="4104" y="1559"/>
                  </a:cubicBezTo>
                  <a:cubicBezTo>
                    <a:pt x="4104" y="1575"/>
                    <a:pt x="4088" y="1607"/>
                    <a:pt x="4072" y="1622"/>
                  </a:cubicBezTo>
                  <a:cubicBezTo>
                    <a:pt x="2895" y="2800"/>
                    <a:pt x="2895" y="2800"/>
                    <a:pt x="2895" y="2800"/>
                  </a:cubicBezTo>
                  <a:cubicBezTo>
                    <a:pt x="2831" y="2863"/>
                    <a:pt x="2720" y="2863"/>
                    <a:pt x="2656" y="2800"/>
                  </a:cubicBezTo>
                  <a:cubicBezTo>
                    <a:pt x="2592" y="2736"/>
                    <a:pt x="2592" y="2625"/>
                    <a:pt x="2656" y="2561"/>
                  </a:cubicBezTo>
                  <a:cubicBezTo>
                    <a:pt x="3420" y="1797"/>
                    <a:pt x="3420" y="1797"/>
                    <a:pt x="3420" y="1797"/>
                  </a:cubicBezTo>
                  <a:cubicBezTo>
                    <a:pt x="3452" y="1782"/>
                    <a:pt x="3452" y="1734"/>
                    <a:pt x="3435" y="1718"/>
                  </a:cubicBezTo>
                  <a:cubicBezTo>
                    <a:pt x="3435" y="1686"/>
                    <a:pt x="3404" y="1654"/>
                    <a:pt x="3372" y="1654"/>
                  </a:cubicBezTo>
                  <a:cubicBezTo>
                    <a:pt x="318" y="1654"/>
                    <a:pt x="318" y="1654"/>
                    <a:pt x="318" y="1654"/>
                  </a:cubicBezTo>
                  <a:cubicBezTo>
                    <a:pt x="238" y="1654"/>
                    <a:pt x="159" y="1591"/>
                    <a:pt x="159" y="1495"/>
                  </a:cubicBezTo>
                  <a:cubicBezTo>
                    <a:pt x="159" y="1416"/>
                    <a:pt x="238" y="1336"/>
                    <a:pt x="318" y="1336"/>
                  </a:cubicBezTo>
                  <a:cubicBezTo>
                    <a:pt x="3372" y="1336"/>
                    <a:pt x="3372" y="1336"/>
                    <a:pt x="3372" y="1336"/>
                  </a:cubicBezTo>
                  <a:cubicBezTo>
                    <a:pt x="3404" y="1336"/>
                    <a:pt x="3435" y="1320"/>
                    <a:pt x="3435" y="1288"/>
                  </a:cubicBezTo>
                  <a:cubicBezTo>
                    <a:pt x="3452" y="1257"/>
                    <a:pt x="3452" y="1225"/>
                    <a:pt x="3420" y="1193"/>
                  </a:cubicBezTo>
                  <a:close/>
                </a:path>
              </a:pathLst>
            </a:custGeom>
            <a:solidFill>
              <a:schemeClr val="bg1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CA" sz="9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Lucida Sans" pitchFamily="2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D7FA218-91A9-4A84-93AB-EC467551E2C5}"/>
              </a:ext>
            </a:extLst>
          </p:cNvPr>
          <p:cNvGrpSpPr/>
          <p:nvPr userDrawn="1"/>
        </p:nvGrpSpPr>
        <p:grpSpPr>
          <a:xfrm>
            <a:off x="594399" y="1897380"/>
            <a:ext cx="3566392" cy="640080"/>
            <a:chOff x="1188720" y="3794760"/>
            <a:chExt cx="7132320" cy="12801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5D903E-3DEE-49DB-AAB1-A623560A0914}"/>
                </a:ext>
              </a:extLst>
            </p:cNvPr>
            <p:cNvSpPr/>
            <p:nvPr userDrawn="1"/>
          </p:nvSpPr>
          <p:spPr>
            <a:xfrm>
              <a:off x="1188720" y="3794760"/>
              <a:ext cx="7132320" cy="1280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554480" rtlCol="0" anchor="ctr"/>
            <a:lstStyle/>
            <a:p>
              <a:pPr algn="l"/>
              <a:endParaRPr lang="en-US" sz="1600" b="1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9B7B0378-EE77-4C2E-B536-C5E3AE7027D7}"/>
                </a:ext>
              </a:extLst>
            </p:cNvPr>
            <p:cNvSpPr/>
            <p:nvPr userDrawn="1"/>
          </p:nvSpPr>
          <p:spPr>
            <a:xfrm>
              <a:off x="1457226" y="4132508"/>
              <a:ext cx="874546" cy="59675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40" h="3483">
                  <a:moveTo>
                    <a:pt x="4072" y="96"/>
                  </a:moveTo>
                  <a:cubicBezTo>
                    <a:pt x="1591" y="2561"/>
                    <a:pt x="1591" y="2561"/>
                    <a:pt x="1591" y="2561"/>
                  </a:cubicBezTo>
                  <a:cubicBezTo>
                    <a:pt x="573" y="1543"/>
                    <a:pt x="573" y="1543"/>
                    <a:pt x="573" y="1543"/>
                  </a:cubicBezTo>
                  <a:cubicBezTo>
                    <a:pt x="446" y="1416"/>
                    <a:pt x="238" y="1416"/>
                    <a:pt x="111" y="1543"/>
                  </a:cubicBezTo>
                  <a:cubicBezTo>
                    <a:pt x="48" y="1607"/>
                    <a:pt x="0" y="1702"/>
                    <a:pt x="0" y="1782"/>
                  </a:cubicBezTo>
                  <a:cubicBezTo>
                    <a:pt x="0" y="1877"/>
                    <a:pt x="48" y="1956"/>
                    <a:pt x="111" y="2020"/>
                  </a:cubicBezTo>
                  <a:cubicBezTo>
                    <a:pt x="1543" y="3452"/>
                    <a:pt x="1543" y="3452"/>
                    <a:pt x="1543" y="3452"/>
                  </a:cubicBezTo>
                  <a:cubicBezTo>
                    <a:pt x="1559" y="3467"/>
                    <a:pt x="1574" y="3483"/>
                    <a:pt x="1591" y="3483"/>
                  </a:cubicBezTo>
                  <a:cubicBezTo>
                    <a:pt x="1622" y="3483"/>
                    <a:pt x="1638" y="3467"/>
                    <a:pt x="1654" y="3452"/>
                  </a:cubicBezTo>
                  <a:cubicBezTo>
                    <a:pt x="1845" y="3261"/>
                    <a:pt x="1845" y="3261"/>
                    <a:pt x="1845" y="3261"/>
                  </a:cubicBezTo>
                  <a:cubicBezTo>
                    <a:pt x="4533" y="573"/>
                    <a:pt x="4533" y="573"/>
                    <a:pt x="4533" y="573"/>
                  </a:cubicBezTo>
                  <a:cubicBezTo>
                    <a:pt x="4676" y="429"/>
                    <a:pt x="4676" y="223"/>
                    <a:pt x="4533" y="96"/>
                  </a:cubicBezTo>
                  <a:cubicBezTo>
                    <a:pt x="4406" y="-32"/>
                    <a:pt x="4199" y="-32"/>
                    <a:pt x="4072" y="96"/>
                  </a:cubicBezTo>
                  <a:close/>
                  <a:moveTo>
                    <a:pt x="4422" y="462"/>
                  </a:moveTo>
                  <a:cubicBezTo>
                    <a:pt x="1734" y="3149"/>
                    <a:pt x="1734" y="3149"/>
                    <a:pt x="1734" y="3149"/>
                  </a:cubicBezTo>
                  <a:cubicBezTo>
                    <a:pt x="1591" y="3292"/>
                    <a:pt x="1591" y="3292"/>
                    <a:pt x="1591" y="3292"/>
                  </a:cubicBezTo>
                  <a:cubicBezTo>
                    <a:pt x="223" y="1909"/>
                    <a:pt x="223" y="1909"/>
                    <a:pt x="223" y="1909"/>
                  </a:cubicBezTo>
                  <a:cubicBezTo>
                    <a:pt x="191" y="1877"/>
                    <a:pt x="159" y="1829"/>
                    <a:pt x="159" y="1782"/>
                  </a:cubicBezTo>
                  <a:cubicBezTo>
                    <a:pt x="159" y="1734"/>
                    <a:pt x="191" y="1686"/>
                    <a:pt x="223" y="1655"/>
                  </a:cubicBezTo>
                  <a:cubicBezTo>
                    <a:pt x="255" y="1622"/>
                    <a:pt x="302" y="1607"/>
                    <a:pt x="350" y="1607"/>
                  </a:cubicBezTo>
                  <a:cubicBezTo>
                    <a:pt x="382" y="1607"/>
                    <a:pt x="429" y="1622"/>
                    <a:pt x="461" y="1655"/>
                  </a:cubicBezTo>
                  <a:cubicBezTo>
                    <a:pt x="1543" y="2736"/>
                    <a:pt x="1543" y="2736"/>
                    <a:pt x="1543" y="2736"/>
                  </a:cubicBezTo>
                  <a:cubicBezTo>
                    <a:pt x="1574" y="2768"/>
                    <a:pt x="1622" y="2768"/>
                    <a:pt x="1654" y="2736"/>
                  </a:cubicBezTo>
                  <a:cubicBezTo>
                    <a:pt x="4183" y="207"/>
                    <a:pt x="4183" y="207"/>
                    <a:pt x="4183" y="207"/>
                  </a:cubicBezTo>
                  <a:cubicBezTo>
                    <a:pt x="4246" y="143"/>
                    <a:pt x="4358" y="143"/>
                    <a:pt x="4422" y="207"/>
                  </a:cubicBezTo>
                  <a:cubicBezTo>
                    <a:pt x="4501" y="271"/>
                    <a:pt x="4501" y="382"/>
                    <a:pt x="4422" y="462"/>
                  </a:cubicBezTo>
                  <a:close/>
                </a:path>
              </a:pathLst>
            </a:custGeom>
            <a:solidFill>
              <a:schemeClr val="bg1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CA" sz="9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Lucida Sans" pitchFamily="2"/>
              </a:endParaRPr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B9C6070-C0C7-42A9-9AAF-75D671E6DC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84717" y="365570"/>
            <a:ext cx="1828919" cy="16002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750">
                <a:solidFill>
                  <a:schemeClr val="bg1"/>
                </a:solidFill>
                <a:latin typeface="+mn-lt"/>
              </a:defRPr>
            </a:lvl1pPr>
            <a:lvl2pPr marL="288000" indent="0">
              <a:buNone/>
              <a:defRPr sz="750">
                <a:solidFill>
                  <a:schemeClr val="bg1"/>
                </a:solidFill>
                <a:latin typeface="+mn-lt"/>
              </a:defRPr>
            </a:lvl2pPr>
            <a:lvl3pPr marL="576000" indent="0">
              <a:buNone/>
              <a:defRPr sz="750">
                <a:solidFill>
                  <a:schemeClr val="bg1"/>
                </a:solidFill>
                <a:latin typeface="+mn-lt"/>
              </a:defRPr>
            </a:lvl3pPr>
            <a:lvl4pPr marL="864000" indent="0">
              <a:buNone/>
              <a:defRPr sz="750">
                <a:solidFill>
                  <a:schemeClr val="bg1"/>
                </a:solidFill>
                <a:latin typeface="+mn-lt"/>
              </a:defRPr>
            </a:lvl4pPr>
            <a:lvl5pPr marL="1152000" indent="0">
              <a:buNone/>
              <a:defRPr sz="75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Last updated: &lt;click to enter date&gt;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CAE6132-A18F-4BD8-BAB4-E0137C0FA8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504" y="2537460"/>
            <a:ext cx="3566710" cy="3742690"/>
          </a:xfrm>
          <a:prstGeom prst="rect">
            <a:avLst/>
          </a:prstGeom>
        </p:spPr>
        <p:txBody>
          <a:bodyPr lIns="457200" tIns="91440" rIns="457200" bIns="91440"/>
          <a:lstStyle>
            <a:lvl1pPr marL="0" indent="0">
              <a:spcBef>
                <a:spcPts val="600"/>
              </a:spcBef>
              <a:buNone/>
              <a:defRPr sz="1400" b="1">
                <a:latin typeface="+mn-lt"/>
              </a:defRPr>
            </a:lvl1pPr>
            <a:lvl2pPr marL="141732" indent="-141732">
              <a:spcBef>
                <a:spcPts val="0"/>
              </a:spcBef>
              <a:defRPr sz="1200"/>
            </a:lvl2pPr>
            <a:lvl3pPr marL="457200" indent="-141732">
              <a:spcBef>
                <a:spcPts val="0"/>
              </a:spcBef>
              <a:defRPr sz="1200">
                <a:latin typeface="+mn-lt"/>
              </a:defRPr>
            </a:lvl3pPr>
            <a:lvl4pPr>
              <a:spcBef>
                <a:spcPts val="300"/>
              </a:spcBef>
              <a:defRPr sz="1200"/>
            </a:lvl4pPr>
            <a:lvl5pPr>
              <a:spcBef>
                <a:spcPts val="300"/>
              </a:spcBef>
              <a:defRPr sz="1200"/>
            </a:lvl5pPr>
          </a:lstStyle>
          <a:p>
            <a:pPr lvl="0"/>
            <a:r>
              <a:rPr lang="en-US"/>
              <a:t>Click to enter top themes, use indent to create sub-bullets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C485911E-B2CD-48B4-AD59-2C9A9E0C11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4399" y="2533505"/>
            <a:ext cx="3566710" cy="3742690"/>
          </a:xfrm>
          <a:prstGeom prst="rect">
            <a:avLst/>
          </a:prstGeom>
        </p:spPr>
        <p:txBody>
          <a:bodyPr lIns="457200" tIns="91440" rIns="457200" bIns="91440"/>
          <a:lstStyle>
            <a:lvl1pPr marL="0" indent="0">
              <a:spcBef>
                <a:spcPts val="600"/>
              </a:spcBef>
              <a:buNone/>
              <a:defRPr sz="1400" b="1">
                <a:latin typeface="+mn-lt"/>
              </a:defRPr>
            </a:lvl1pPr>
            <a:lvl2pPr marL="141732" indent="-141732">
              <a:spcBef>
                <a:spcPts val="0"/>
              </a:spcBef>
              <a:defRPr sz="1200"/>
            </a:lvl2pPr>
            <a:lvl3pPr marL="457200" indent="-141732">
              <a:spcBef>
                <a:spcPts val="0"/>
              </a:spcBef>
              <a:defRPr sz="1200">
                <a:latin typeface="+mn-lt"/>
              </a:defRPr>
            </a:lvl3pPr>
            <a:lvl4pPr>
              <a:spcBef>
                <a:spcPts val="300"/>
              </a:spcBef>
              <a:defRPr sz="1200"/>
            </a:lvl4pPr>
            <a:lvl5pPr>
              <a:spcBef>
                <a:spcPts val="300"/>
              </a:spcBef>
              <a:defRPr sz="1200"/>
            </a:lvl5pPr>
          </a:lstStyle>
          <a:p>
            <a:pPr lvl="0"/>
            <a:r>
              <a:rPr lang="en-US"/>
              <a:t>Click to enter top themes, use indent to create sub-bullets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636F27BD-A9F9-49FB-9DB5-8FE86668B4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47085" y="2537840"/>
            <a:ext cx="3566710" cy="3742690"/>
          </a:xfrm>
          <a:prstGeom prst="rect">
            <a:avLst/>
          </a:prstGeom>
        </p:spPr>
        <p:txBody>
          <a:bodyPr lIns="457200" tIns="91440" rIns="457200" bIns="91440"/>
          <a:lstStyle>
            <a:lvl1pPr marL="0" indent="0">
              <a:spcBef>
                <a:spcPts val="600"/>
              </a:spcBef>
              <a:buNone/>
              <a:defRPr sz="1400" b="1">
                <a:latin typeface="+mn-lt"/>
              </a:defRPr>
            </a:lvl1pPr>
            <a:lvl2pPr marL="141732" indent="-141732">
              <a:spcBef>
                <a:spcPts val="0"/>
              </a:spcBef>
              <a:defRPr sz="1200"/>
            </a:lvl2pPr>
            <a:lvl3pPr marL="457200" indent="-141732">
              <a:spcBef>
                <a:spcPts val="0"/>
              </a:spcBef>
              <a:defRPr sz="1200">
                <a:latin typeface="+mn-lt"/>
              </a:defRPr>
            </a:lvl3pPr>
            <a:lvl4pPr>
              <a:spcBef>
                <a:spcPts val="300"/>
              </a:spcBef>
              <a:defRPr sz="1200"/>
            </a:lvl4pPr>
            <a:lvl5pPr>
              <a:spcBef>
                <a:spcPts val="300"/>
              </a:spcBef>
              <a:defRPr sz="1200"/>
            </a:lvl5pPr>
          </a:lstStyle>
          <a:p>
            <a:pPr lvl="0"/>
            <a:r>
              <a:rPr lang="en-US"/>
              <a:t>Click to enter top themes, use indent to create sub-bullets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2D8A6A-A996-420B-B244-07BAEB5BB1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1689" y="1986460"/>
            <a:ext cx="2510795" cy="467251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  <a:lvl2pPr marL="288000" indent="0">
              <a:buNone/>
              <a:defRPr>
                <a:solidFill>
                  <a:schemeClr val="bg1"/>
                </a:solidFill>
              </a:defRPr>
            </a:lvl2pPr>
            <a:lvl3pPr marL="576000" indent="0">
              <a:buNone/>
              <a:defRPr>
                <a:solidFill>
                  <a:schemeClr val="bg1"/>
                </a:solidFill>
              </a:defRPr>
            </a:lvl3pPr>
            <a:lvl4pPr marL="864000" indent="0">
              <a:buNone/>
              <a:defRPr>
                <a:solidFill>
                  <a:schemeClr val="bg1"/>
                </a:solidFill>
              </a:defRPr>
            </a:lvl4pPr>
            <a:lvl5pPr marL="1152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Enter release name/date</a:t>
            </a:r>
          </a:p>
          <a:p>
            <a:pPr lvl="0"/>
            <a:r>
              <a:rPr lang="en-US"/>
              <a:t>Recently Delivered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003F2B4-AB89-4EFE-B01B-652935782B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4301" y="1983795"/>
            <a:ext cx="2602725" cy="467251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  <a:lvl2pPr marL="288000" indent="0">
              <a:buNone/>
              <a:defRPr>
                <a:solidFill>
                  <a:schemeClr val="bg1"/>
                </a:solidFill>
              </a:defRPr>
            </a:lvl2pPr>
            <a:lvl3pPr marL="576000" indent="0">
              <a:buNone/>
              <a:defRPr>
                <a:solidFill>
                  <a:schemeClr val="bg1"/>
                </a:solidFill>
              </a:defRPr>
            </a:lvl3pPr>
            <a:lvl4pPr marL="864000" indent="0">
              <a:buNone/>
              <a:defRPr>
                <a:solidFill>
                  <a:schemeClr val="bg1"/>
                </a:solidFill>
              </a:defRPr>
            </a:lvl4pPr>
            <a:lvl5pPr marL="1152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Enter release name/date</a:t>
            </a:r>
          </a:p>
          <a:p>
            <a:pPr lvl="0"/>
            <a:r>
              <a:rPr lang="en-US"/>
              <a:t>In Progress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B7440BA-68ED-4698-9817-7AAAF10607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60615" y="1983795"/>
            <a:ext cx="2602725" cy="467251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  <a:lvl2pPr marL="288000" indent="0">
              <a:buNone/>
              <a:defRPr>
                <a:solidFill>
                  <a:schemeClr val="bg1"/>
                </a:solidFill>
              </a:defRPr>
            </a:lvl2pPr>
            <a:lvl3pPr marL="576000" indent="0">
              <a:buNone/>
              <a:defRPr>
                <a:solidFill>
                  <a:schemeClr val="bg1"/>
                </a:solidFill>
              </a:defRPr>
            </a:lvl3pPr>
            <a:lvl4pPr marL="864000" indent="0">
              <a:buNone/>
              <a:defRPr>
                <a:solidFill>
                  <a:schemeClr val="bg1"/>
                </a:solidFill>
              </a:defRPr>
            </a:lvl4pPr>
            <a:lvl5pPr marL="1152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Enter release name/date</a:t>
            </a:r>
          </a:p>
          <a:p>
            <a:pPr lvl="0"/>
            <a:r>
              <a:rPr lang="en-US"/>
              <a:t>Planned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8AD6A8-330E-B6F5-2358-103D00781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55" y="365125"/>
            <a:ext cx="10515491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405784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651D2-EDFB-B914-3D38-431095D0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E59A1-7A07-3FC8-0FEB-9CC9E554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57E6C-F9C5-BA94-FC70-C3B41C6C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B3FB4-AAF4-4CC6-836D-3400BC7C2226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42ECA-3178-C13D-AD2B-53E417DC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36A90-9B50-194B-A712-75E0C185C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BA3-BF12-4720-B795-CE63A2A6F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6293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KO-SKO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planet with lights in the background&#10;&#10;Description automatically generated">
            <a:extLst>
              <a:ext uri="{FF2B5EF4-FFF2-40B4-BE49-F238E27FC236}">
                <a16:creationId xmlns:a16="http://schemas.microsoft.com/office/drawing/2014/main" id="{FD399818-F7B6-A549-ABD4-5E93B56F78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6D82020-977B-074A-ABCD-112BD3B94A4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3741285"/>
            <a:ext cx="6194503" cy="624691"/>
          </a:xfrm>
          <a:prstGeom prst="rect">
            <a:avLst/>
          </a:prstGeom>
        </p:spPr>
        <p:txBody>
          <a:bodyPr lIns="0" t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Presentation Subtitle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63C04AC-74DA-1648-A9CB-6E4FDDB1FA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506463"/>
            <a:ext cx="6194502" cy="1227138"/>
          </a:xfrm>
          <a:noFill/>
          <a:ln>
            <a:noFill/>
          </a:ln>
        </p:spPr>
        <p:txBody>
          <a:bodyPr vert="horz" wrap="square" lIns="0" tIns="72000" rIns="91440" bIns="0" numCol="1" anchor="b" anchorCtr="0" compatLnSpc="1">
            <a:prstTxWarp prst="textNoShape">
              <a:avLst/>
            </a:prstTxWarp>
          </a:bodyPr>
          <a:lstStyle>
            <a:lvl1pPr>
              <a:defRPr lang="en-US" sz="4400" b="1" cap="none" spc="0" baseline="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/>
              <a:t>Click to Add 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7F883-98AA-0214-43C2-FDCBFB197F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9" y="5471828"/>
            <a:ext cx="4568159" cy="904942"/>
          </a:xfrm>
        </p:spPr>
        <p:txBody>
          <a:bodyPr/>
          <a:lstStyle>
            <a:lvl1pPr>
              <a:defRPr sz="1800">
                <a:solidFill>
                  <a:schemeClr val="accent4">
                    <a:lumMod val="75000"/>
                  </a:schemeClr>
                </a:solidFill>
              </a:defRPr>
            </a:lvl1pPr>
            <a:lvl2pPr marL="9525" indent="0">
              <a:buNone/>
              <a:defRPr sz="1400">
                <a:solidFill>
                  <a:schemeClr val="accent4">
                    <a:lumMod val="75000"/>
                  </a:schemeClr>
                </a:solidFill>
              </a:defRPr>
            </a:lvl2pPr>
            <a:lvl3pPr marL="0" indent="0">
              <a:buNone/>
              <a:defRPr sz="1200">
                <a:solidFill>
                  <a:schemeClr val="accent4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  <a:p>
            <a:pPr lvl="2"/>
            <a:r>
              <a:rPr lang="en-US" dirty="0"/>
              <a:t>Date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229AB7-495C-1143-81DD-0A92CB211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199" y="366510"/>
            <a:ext cx="1850734" cy="3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033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52401"/>
            <a:ext cx="11277601" cy="973138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</p:spTree>
    <p:extLst>
      <p:ext uri="{BB962C8B-B14F-4D97-AF65-F5344CB8AC3E}">
        <p14:creationId xmlns:p14="http://schemas.microsoft.com/office/powerpoint/2010/main" val="377549892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5FC6-E615-2A40-BD93-96F93CE1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1"/>
            <a:ext cx="11277600" cy="9731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2861E7-C993-CF4C-B237-7333B82A5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376363"/>
            <a:ext cx="11277600" cy="50006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55531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7086600" y="1376362"/>
            <a:ext cx="4648200" cy="50006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Drag and drop image onto this area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11277601" cy="9731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57200" y="1376362"/>
            <a:ext cx="6387982" cy="50006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01401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Photo2,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6201105" y="0"/>
            <a:ext cx="5990895" cy="6858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Drag and drop image onto this area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5533698" cy="9731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57199" y="1376363"/>
            <a:ext cx="5533697" cy="50006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0350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Photo,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0" y="0"/>
            <a:ext cx="5983014" cy="6858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Drag and drop image onto this area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14" y="152400"/>
            <a:ext cx="5585218" cy="9731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6339015" y="1376363"/>
            <a:ext cx="5589460" cy="50006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35185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an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3582-E7AD-494F-A077-ED0BBC4F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11277601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97A5D-0EFF-1DDB-AE38-4D91FE537A1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376363"/>
            <a:ext cx="5522976" cy="483213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32F13-9DC4-8A2C-0362-A16F5BF1DF6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350" y="1376363"/>
            <a:ext cx="5505450" cy="483213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</p:txBody>
      </p:sp>
    </p:spTree>
    <p:extLst>
      <p:ext uri="{BB962C8B-B14F-4D97-AF65-F5344CB8AC3E}">
        <p14:creationId xmlns:p14="http://schemas.microsoft.com/office/powerpoint/2010/main" val="2691389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nel w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3582-E7AD-494F-A077-ED0BBC4F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11277601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6D09544-9CDC-4A0E-4BAE-0D18D6CDFDF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1" y="1376364"/>
            <a:ext cx="5522976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807B934-3895-E7A1-94F0-C662B90C6DA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923393"/>
            <a:ext cx="5522976" cy="4286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3C4BB97-4BB5-9602-3652-B57EE865C96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2440" y="1376363"/>
            <a:ext cx="5512359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DA1FA30-30D1-426D-5910-F71EE8772C1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2441" y="1923393"/>
            <a:ext cx="5522976" cy="4286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</p:txBody>
      </p:sp>
    </p:spTree>
    <p:extLst>
      <p:ext uri="{BB962C8B-B14F-4D97-AF65-F5344CB8AC3E}">
        <p14:creationId xmlns:p14="http://schemas.microsoft.com/office/powerpoint/2010/main" val="70270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nel w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3582-E7AD-494F-A077-ED0BBC4F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400"/>
            <a:ext cx="11277601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27E9E-2A4E-13A4-A87E-DE8C65D3B6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915510"/>
            <a:ext cx="3657600" cy="4461478"/>
          </a:xfrm>
        </p:spPr>
        <p:txBody>
          <a:bodyPr/>
          <a:lstStyle>
            <a:lvl1pPr marL="176213" indent="-176213">
              <a:spcAft>
                <a:spcPts val="600"/>
              </a:spcAft>
              <a:defRPr sz="1800"/>
            </a:lvl1pPr>
            <a:lvl2pPr marL="519113" indent="-173038"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 baseline="0"/>
            </a:lvl4pPr>
            <a:lvl5pPr>
              <a:spcAft>
                <a:spcPts val="600"/>
              </a:spcAft>
              <a:defRPr sz="1400" baseline="0"/>
            </a:lvl5pPr>
          </a:lstStyle>
          <a:p>
            <a:pPr lvl="0"/>
            <a:r>
              <a:rPr lang="en-US" dirty="0"/>
              <a:t>First level 18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16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– avoid as too small</a:t>
            </a:r>
          </a:p>
          <a:p>
            <a:pPr lvl="3"/>
            <a:r>
              <a:rPr lang="en-US" dirty="0"/>
              <a:t>Fourth – avoid as too small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33472-A09A-D1A4-073D-DE82DAE7721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67200" y="1915510"/>
            <a:ext cx="3657600" cy="4461478"/>
          </a:xfrm>
        </p:spPr>
        <p:txBody>
          <a:bodyPr/>
          <a:lstStyle>
            <a:lvl1pPr marL="176213" indent="-176213">
              <a:spcAft>
                <a:spcPts val="600"/>
              </a:spcAft>
              <a:defRPr sz="1800"/>
            </a:lvl1pPr>
            <a:lvl2pPr marL="519113" indent="-173038"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First level 18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16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– avoid as too small</a:t>
            </a:r>
          </a:p>
          <a:p>
            <a:pPr lvl="3"/>
            <a:r>
              <a:rPr lang="en-US" dirty="0"/>
              <a:t>Fourth – avoid as too small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A8402FF-FE00-FF0A-90B0-159E7EB3806D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077200" y="1915510"/>
            <a:ext cx="3657600" cy="4461478"/>
          </a:xfrm>
        </p:spPr>
        <p:txBody>
          <a:bodyPr/>
          <a:lstStyle>
            <a:lvl1pPr marL="176213" indent="-176213">
              <a:spcAft>
                <a:spcPts val="600"/>
              </a:spcAft>
              <a:defRPr sz="1800"/>
            </a:lvl1pPr>
            <a:lvl2pPr marL="519113" indent="-173038"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First level 18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16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– avoid as too small</a:t>
            </a:r>
          </a:p>
          <a:p>
            <a:pPr lvl="3"/>
            <a:r>
              <a:rPr lang="en-US" dirty="0"/>
              <a:t>Fourth – avoid as too small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BC1EDD0-DAC4-7B52-DB31-73A8A6BE14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7198" y="1376364"/>
            <a:ext cx="3657599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47A286C-35D0-5E77-DF0F-E3ACE8174E9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267200" y="1376363"/>
            <a:ext cx="3657600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F50C2AB-B538-DC7F-A1C0-45C02CF1626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77200" y="1376364"/>
            <a:ext cx="3657600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Column Title 20 </a:t>
            </a:r>
            <a:r>
              <a:rPr lang="en-US" dirty="0" err="1"/>
              <a:t>pt</a:t>
            </a:r>
            <a:r>
              <a:rPr lang="en-US" dirty="0"/>
              <a:t> bold</a:t>
            </a:r>
          </a:p>
        </p:txBody>
      </p:sp>
    </p:spTree>
    <p:extLst>
      <p:ext uri="{BB962C8B-B14F-4D97-AF65-F5344CB8AC3E}">
        <p14:creationId xmlns:p14="http://schemas.microsoft.com/office/powerpoint/2010/main" val="25522425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D1E30E-1BF6-594A-9FC6-8338AFC074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447215"/>
            <a:ext cx="6082991" cy="1298575"/>
          </a:xfrm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3824080"/>
            <a:ext cx="6082992" cy="408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707136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A0153E-CBAE-1E4E-B1B8-ACD58EB6AB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447215"/>
            <a:ext cx="6250260" cy="1298575"/>
          </a:xfrm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3824080"/>
            <a:ext cx="6250260" cy="408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25721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95145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light in space&#10;&#10;Description automatically generated">
            <a:extLst>
              <a:ext uri="{FF2B5EF4-FFF2-40B4-BE49-F238E27FC236}">
                <a16:creationId xmlns:a16="http://schemas.microsoft.com/office/drawing/2014/main" id="{C4BC1D0C-27EE-4046-9282-CC31C2B30F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88AD644-FBE3-F546-93FC-9E20DA798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189303"/>
            <a:ext cx="6773303" cy="2963427"/>
          </a:xfrm>
          <a:noFill/>
        </p:spPr>
        <p:txBody>
          <a:bodyPr tIns="216000" anchor="ctr"/>
          <a:lstStyle>
            <a:lvl1pPr algn="l">
              <a:defRPr sz="40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quote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EF0CE46-C0A1-DD4A-B07B-2DDC6CC30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4354961"/>
            <a:ext cx="6773303" cy="744046"/>
          </a:xfrm>
          <a:prstGeom prst="rect">
            <a:avLst/>
          </a:prstGeom>
          <a:noFill/>
        </p:spPr>
        <p:txBody>
          <a:bodyPr rIns="72000" anchor="t"/>
          <a:lstStyle>
            <a:lvl1pPr marL="0" indent="0" algn="l">
              <a:spcAft>
                <a:spcPts val="0"/>
              </a:spcAft>
              <a:buNone/>
              <a:defRPr sz="18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add name</a:t>
            </a:r>
          </a:p>
          <a:p>
            <a:pPr lvl="1"/>
            <a:r>
              <a:rPr lang="en-US" dirty="0"/>
              <a:t>Click to add job title or company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15928CC-4E60-3E44-B472-A079E7EB5C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199" y="6456781"/>
            <a:ext cx="1044691" cy="1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16973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B84FE1-4F9B-FB47-868C-9D7C324D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91" y="3329098"/>
            <a:ext cx="10932237" cy="84124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9F78CBD-69D2-0A7D-0195-128D8FA527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9700" y="1425566"/>
            <a:ext cx="5808398" cy="11063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AFBC496-617D-DC49-9EF1-A8B834E8409B}"/>
              </a:ext>
            </a:extLst>
          </p:cNvPr>
          <p:cNvSpPr txBox="1"/>
          <p:nvPr userDrawn="1"/>
        </p:nvSpPr>
        <p:spPr>
          <a:xfrm>
            <a:off x="4213686" y="5965440"/>
            <a:ext cx="3762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 sz="2000" b="0" i="0" kern="1200" dirty="0">
                <a:solidFill>
                  <a:schemeClr val="bg1"/>
                </a:solidFill>
                <a:latin typeface="Arial" panose="020B0604020202020204" pitchFamily="34" charset="0"/>
                <a:ea typeface="Lato Light" charset="0"/>
                <a:cs typeface="Lato Light" charset="0"/>
              </a:rPr>
              <a:t>vertica.com</a:t>
            </a:r>
          </a:p>
        </p:txBody>
      </p:sp>
    </p:spTree>
    <p:extLst>
      <p:ext uri="{BB962C8B-B14F-4D97-AF65-F5344CB8AC3E}">
        <p14:creationId xmlns:p14="http://schemas.microsoft.com/office/powerpoint/2010/main" val="369942674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Secon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view of earth from space&#10;&#10;Description automatically generated">
            <a:extLst>
              <a:ext uri="{FF2B5EF4-FFF2-40B4-BE49-F238E27FC236}">
                <a16:creationId xmlns:a16="http://schemas.microsoft.com/office/drawing/2014/main" id="{3CD833B2-86B0-1147-9F5A-89821FC38E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2013030F-A1D7-07F6-6353-04E292CDA5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931" y="2971828"/>
            <a:ext cx="4800329" cy="91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3251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7A4E1F0-ED0F-2C48-9426-F1CA70CB93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223"/>
            <a:ext cx="12191207" cy="685755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2525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950" y="6509177"/>
            <a:ext cx="1247156" cy="2374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EC343-4F2B-F24B-92BF-377B479F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BB05805-8421-8E4E-A397-11266D9B830F}"/>
              </a:ext>
            </a:extLst>
          </p:cNvPr>
          <p:cNvSpPr txBox="1">
            <a:spLocks/>
          </p:cNvSpPr>
          <p:nvPr userDrawn="1"/>
        </p:nvSpPr>
        <p:spPr>
          <a:xfrm flipH="1">
            <a:off x="5045186" y="6476400"/>
            <a:ext cx="6524283" cy="271938"/>
          </a:xfrm>
          <a:prstGeom prst="rect">
            <a:avLst/>
          </a:prstGeom>
          <a:ln w="0"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r" defTabSz="914400" rtl="0" eaLnBrk="1" fontAlgn="base" latinLnBrk="0" hangingPunct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70000" indent="-2645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US" dirty="0"/>
              <a:t>OpenText ©2023 All rights reserved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7B23C72F-F8C0-A248-9E66-A645081616B8}"/>
              </a:ext>
            </a:extLst>
          </p:cNvPr>
          <p:cNvSpPr txBox="1">
            <a:spLocks/>
          </p:cNvSpPr>
          <p:nvPr userDrawn="1"/>
        </p:nvSpPr>
        <p:spPr>
          <a:xfrm>
            <a:off x="11571480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70000" indent="-2645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6436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ark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4E8A1F-F0B9-4E05-91AB-99061E97C1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223"/>
            <a:ext cx="12191207" cy="685755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711" y="152401"/>
            <a:ext cx="11651764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2E41B-E531-4D4E-9B8C-328872F5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F5BABF32-54A9-BC44-9F67-87DB9E3990B9}"/>
              </a:ext>
            </a:extLst>
          </p:cNvPr>
          <p:cNvSpPr txBox="1">
            <a:spLocks/>
          </p:cNvSpPr>
          <p:nvPr userDrawn="1"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OpenText ©2023 All rights reserved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0C5F97F1-AB4F-1B48-BDDD-9ACFF3677086}"/>
              </a:ext>
            </a:extLst>
          </p:cNvPr>
          <p:cNvSpPr txBox="1">
            <a:spLocks/>
          </p:cNvSpPr>
          <p:nvPr userDrawn="1"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42955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4" y="1825625"/>
            <a:ext cx="508497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7390" y="1825625"/>
            <a:ext cx="508115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632" y="6352240"/>
            <a:ext cx="365760" cy="365125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3328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s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50976" y="1736725"/>
            <a:ext cx="5029200" cy="444023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  <a:p>
            <a:pPr lvl="4"/>
            <a:r>
              <a:rPr lang="en-US" dirty="0"/>
              <a:t>Fifth level - avoid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9350" y="1736725"/>
            <a:ext cx="5029200" cy="444023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First level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18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16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- avoid</a:t>
            </a:r>
          </a:p>
          <a:p>
            <a:pPr lvl="4"/>
            <a:r>
              <a:rPr lang="en-US" dirty="0"/>
              <a:t>Fifth level - avoid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4135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Two Columns—INFORM</a:t>
            </a:r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452704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 Separat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5" y="429272"/>
            <a:ext cx="10311765" cy="10762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632" y="6352240"/>
            <a:ext cx="365760" cy="365125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6785" y="967383"/>
            <a:ext cx="10311765" cy="538112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subhead text (20pt)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46785" y="2043605"/>
            <a:ext cx="10311765" cy="4133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7549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 Separat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5" y="429272"/>
            <a:ext cx="10311765" cy="10762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632" y="6352240"/>
            <a:ext cx="365760" cy="365125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6785" y="967383"/>
            <a:ext cx="10311765" cy="538112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subhead text (20pt)</a:t>
            </a:r>
          </a:p>
        </p:txBody>
      </p:sp>
    </p:spTree>
    <p:extLst>
      <p:ext uri="{BB962C8B-B14F-4D97-AF65-F5344CB8AC3E}">
        <p14:creationId xmlns:p14="http://schemas.microsoft.com/office/powerpoint/2010/main" val="213275184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SzPct val="80000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First level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 20 </a:t>
            </a:r>
            <a:r>
              <a:rPr lang="en-US" dirty="0" err="1"/>
              <a:t>pt</a:t>
            </a:r>
            <a:endParaRPr lang="en-US" dirty="0"/>
          </a:p>
          <a:p>
            <a:pPr lvl="2"/>
            <a:r>
              <a:rPr lang="en-US" dirty="0"/>
              <a:t>Third level 18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Fourth level 16 </a:t>
            </a:r>
            <a:r>
              <a:rPr lang="en-US" dirty="0" err="1"/>
              <a:t>pt</a:t>
            </a:r>
            <a:endParaRPr lang="en-US" dirty="0"/>
          </a:p>
          <a:p>
            <a:pPr lvl="4"/>
            <a:r>
              <a:rPr lang="en-US" dirty="0"/>
              <a:t>Fifth level – avoid as too small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92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Title and Content</a:t>
            </a:r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913908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46786" y="429275"/>
            <a:ext cx="10311765" cy="657844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dirty="0"/>
              <a:t>Content + Subtitle</a:t>
            </a:r>
          </a:p>
        </p:txBody>
      </p:sp>
      <p:sp>
        <p:nvSpPr>
          <p:cNvPr id="5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950976" y="1087119"/>
            <a:ext cx="10311765" cy="41837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text in Calibri (20pt)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946786" y="1728000"/>
            <a:ext cx="10311765" cy="44521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696640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ank You 2"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57AE0D-5D70-38C7-CA56-36BBDCA1B7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9247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69EC3411-C227-78FA-3957-A15A0635B4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6D82020-977B-074A-ABCD-112BD3B94A4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3525" y="4997135"/>
            <a:ext cx="11664950" cy="624691"/>
          </a:xfrm>
          <a:prstGeom prst="rect">
            <a:avLst/>
          </a:prstGeom>
        </p:spPr>
        <p:txBody>
          <a:bodyPr lIns="0" t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Presentation Subtitle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63C04AC-74DA-1648-A9CB-6E4FDDB1FA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5" y="3759200"/>
            <a:ext cx="11664950" cy="1227138"/>
          </a:xfrm>
          <a:noFill/>
          <a:ln>
            <a:noFill/>
          </a:ln>
        </p:spPr>
        <p:txBody>
          <a:bodyPr vert="horz" wrap="square" lIns="0" tIns="72000" rIns="91440" bIns="0" numCol="1" anchor="b" anchorCtr="0" compatLnSpc="1">
            <a:prstTxWarp prst="textNoShape">
              <a:avLst/>
            </a:prstTxWarp>
          </a:bodyPr>
          <a:lstStyle>
            <a:lvl1pPr>
              <a:defRPr lang="en-US" sz="4000" b="1" cap="none" spc="0" baseline="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/>
              <a:t>Click to Add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4529088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4" cy="973138"/>
          </a:xfrm>
        </p:spPr>
        <p:txBody>
          <a:bodyPr/>
          <a:lstStyle>
            <a:lvl1pPr>
              <a:defRPr sz="2500"/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545DD-AEDF-3C4F-9EC7-AB6A827D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78F57F-F8EC-DF4D-A2E9-05360350F155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9862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2F8766-37F6-BB44-A385-24D81BE59C82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4575F-3EA8-EE45-9C85-F58C40832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D737EC-FEF8-1C45-9244-8EA67515B7A7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93738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2E41B-E531-4D4E-9B8C-328872F5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33990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S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7285220" y="0"/>
            <a:ext cx="4906780" cy="6344239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Drag and drop image onto slide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3A6F8CA-EB29-7B4C-8C88-14F0FA8683CF}"/>
              </a:ext>
            </a:extLst>
          </p:cNvPr>
          <p:cNvGrpSpPr/>
          <p:nvPr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F4B2B0-BF85-6749-9807-1542F0D260A9}"/>
                </a:ext>
              </a:extLst>
            </p:cNvPr>
            <p:cNvSpPr/>
            <p:nvPr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969EFC-6015-994F-AAAE-36B45550D796}"/>
                </a:ext>
              </a:extLst>
            </p:cNvPr>
            <p:cNvSpPr txBox="1"/>
            <p:nvPr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857ABE-281D-204A-961D-D55C5A4EECEA}"/>
                </a:ext>
              </a:extLst>
            </p:cNvPr>
            <p:cNvCxnSpPr>
              <a:cxnSpLocks/>
            </p:cNvCxnSpPr>
            <p:nvPr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6349B6-CD87-3C40-A671-7A1B3EDBFBDB}"/>
                </a:ext>
              </a:extLst>
            </p:cNvPr>
            <p:cNvSpPr txBox="1"/>
            <p:nvPr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F3C8DC-0EB1-A54A-9CC4-B7E9EB96D6B5}"/>
                </a:ext>
              </a:extLst>
            </p:cNvPr>
            <p:cNvGrpSpPr/>
            <p:nvPr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C20CD52-3955-584F-A4C5-5ABDC961B346}"/>
                  </a:ext>
                </a:extLst>
              </p:cNvPr>
              <p:cNvGrpSpPr/>
              <p:nvPr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771F22C-7095-2046-98D8-7F526D021947}"/>
                    </a:ext>
                  </a:extLst>
                </p:cNvPr>
                <p:cNvSpPr/>
                <p:nvPr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F8D0D1-E25C-514F-B0F6-009FE88EDA7B}"/>
                    </a:ext>
                  </a:extLst>
                </p:cNvPr>
                <p:cNvSpPr txBox="1"/>
                <p:nvPr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C5FEE07-2797-9841-AF3F-7B02EA44BEC6}"/>
                    </a:ext>
                  </a:extLst>
                </p:cNvPr>
                <p:cNvSpPr txBox="1"/>
                <p:nvPr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1BA9531-EC5F-D348-A85B-1F3BE61794D3}"/>
                    </a:ext>
                  </a:extLst>
                </p:cNvPr>
                <p:cNvSpPr txBox="1"/>
                <p:nvPr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49FC18-348C-3841-A7B1-EEDE4ECECA73}"/>
                  </a:ext>
                </a:extLst>
              </p:cNvPr>
              <p:cNvSpPr txBox="1"/>
              <p:nvPr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BE07A37F-BC36-8141-9134-2D60B9BCDD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738F67-F841-DE42-B53F-A15AB7EF8263}"/>
                </a:ext>
              </a:extLst>
            </p:cNvPr>
            <p:cNvGrpSpPr/>
            <p:nvPr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763862F-B08E-3A4A-B63B-0F08304B80A9}"/>
                  </a:ext>
                </a:extLst>
              </p:cNvPr>
              <p:cNvSpPr/>
              <p:nvPr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D6367C-0588-7B43-B808-760C7B6E2CA8}"/>
                  </a:ext>
                </a:extLst>
              </p:cNvPr>
              <p:cNvSpPr txBox="1"/>
              <p:nvPr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8EFBD302-5FB8-0241-8B29-359EEE3196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3F54A8-F6DF-774C-9ABE-A2BD51A7AF06}"/>
                  </a:ext>
                </a:extLst>
              </p:cNvPr>
              <p:cNvSpPr txBox="1"/>
              <p:nvPr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56BAB2B-CC37-3343-9E88-87CF2EE18C5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069F4C-8AD2-9246-B11A-D858D8BD55B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CA2CD0A-D65C-EA4B-BD79-7328CBB7BABA}"/>
                </a:ext>
              </a:extLst>
            </p:cNvPr>
            <p:cNvSpPr txBox="1"/>
            <p:nvPr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77A331-35D8-0E4E-94C4-8D81EC99B7C7}"/>
                </a:ext>
              </a:extLst>
            </p:cNvPr>
            <p:cNvSpPr txBox="1"/>
            <p:nvPr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3C2DA6-AE93-3E49-87C1-AD34E5C1951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63CBDF1-AD68-0547-8D1F-E199906767F1}"/>
              </a:ext>
            </a:extLst>
          </p:cNvPr>
          <p:cNvSpPr txBox="1"/>
          <p:nvPr/>
        </p:nvSpPr>
        <p:spPr>
          <a:xfrm>
            <a:off x="0" y="-648990"/>
            <a:ext cx="5481946" cy="234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spc="5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7A7D7BE-DE18-CA45-BE37-32B6AA2AB25E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2400"/>
            <a:ext cx="6576662" cy="9731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28868-B510-B340-BF03-8D07F832CAC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263525" y="1376363"/>
            <a:ext cx="6581657" cy="478948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3"/>
            <a:endParaRPr lang="en-US"/>
          </a:p>
          <a:p>
            <a:pPr lvl="3"/>
            <a:endParaRPr lang="en-US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359482A-1469-0E40-AC08-7208D177B0C2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B9106F-91AC-8B43-BB2C-BC6976A93C17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DF3FA2A-CD4B-4F43-99EE-1824E65B3525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9B6403A-623C-E048-924B-AFF35D529E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4CADAE7-71E9-0146-885C-62552CAD408E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B7C515C-9E8E-4F4D-8CC2-2ABB0CC55DD0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DF12327-FE2A-AC47-9B62-B74E889B05F8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E5E4BE0C-C05E-EC4C-9F28-233264319ED1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51B7BBB-CD0F-BB47-B6DC-FD07A76AC376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CE8B0A89-3F9F-E545-AE62-28655DF9E750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0033488-307D-7443-B277-7985F62E9853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0D5CF5D-7553-9548-824D-38964FBE0B2C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57" name="Graphic 56">
                <a:extLst>
                  <a:ext uri="{FF2B5EF4-FFF2-40B4-BE49-F238E27FC236}">
                    <a16:creationId xmlns:a16="http://schemas.microsoft.com/office/drawing/2014/main" id="{15D7316D-53D3-344E-BB9C-F6164581EB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400B615-4CE0-D34E-BF93-76B99B749D7B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C3DB9F6-E2A9-1A44-93F4-C9DA7806A6EB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6C32E33-E1A4-6545-8168-536140A34DFB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52" name="Graphic 51">
                <a:extLst>
                  <a:ext uri="{FF2B5EF4-FFF2-40B4-BE49-F238E27FC236}">
                    <a16:creationId xmlns:a16="http://schemas.microsoft.com/office/drawing/2014/main" id="{4B103A4A-10D1-7143-846E-27726D7C50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B7E24D2-173A-144A-B5FC-C8483736690D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5ED7284E-6039-1049-9671-C75601B59649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54405C4-52EB-804B-9012-D435585D82C8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D1BBC7B-63C2-404E-9506-410774BEB031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9E8EBD-E3C6-3040-AB88-9B04F8B88CE7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97C38B-956B-3045-9C41-F0E9A55FB0D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4D0CEE89-87EB-FA4C-A449-35236BF1E1A6}"/>
              </a:ext>
            </a:extLst>
          </p:cNvPr>
          <p:cNvSpPr txBox="1"/>
          <p:nvPr userDrawn="1"/>
        </p:nvSpPr>
        <p:spPr>
          <a:xfrm>
            <a:off x="0" y="-648990"/>
            <a:ext cx="5481946" cy="234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spc="5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7392A90-A105-1148-B086-9F1DF5955B47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456243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5FC6-E615-2A40-BD93-96F93CE1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2401"/>
            <a:ext cx="11651764" cy="973138"/>
          </a:xfrm>
        </p:spPr>
        <p:txBody>
          <a:bodyPr/>
          <a:lstStyle>
            <a:lvl1pPr>
              <a:defRPr sz="2500" baseline="0">
                <a:latin typeface="Calibri" panose="020F0502020204030204" pitchFamily="34" charset="0"/>
                <a:ea typeface="나눔고딕" panose="020D0604000000000000" pitchFamily="50" charset="-12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AAF051-0DB1-5547-9810-62319ABD2BB9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9ACD5-841B-9742-BF12-AB47740C0DD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2861E7-C993-CF4C-B237-7333B82A5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63525" y="1125539"/>
            <a:ext cx="11651764" cy="5040312"/>
          </a:xfrm>
        </p:spPr>
        <p:txBody>
          <a:bodyPr/>
          <a:lstStyle>
            <a:lvl1pPr>
              <a:defRPr sz="1500" baseline="0">
                <a:latin typeface="Calibri" panose="020F0502020204030204" pitchFamily="34" charset="0"/>
                <a:ea typeface="나눔고딕" panose="020D0604000000000000" pitchFamily="50" charset="-127"/>
              </a:defRPr>
            </a:lvl1pPr>
            <a:lvl2pPr marL="222250" indent="-212725">
              <a:buFont typeface="Wingdings" panose="05000000000000000000" pitchFamily="2" charset="2"/>
              <a:buChar char="§"/>
              <a:defRPr sz="1200" baseline="0">
                <a:latin typeface="Calibri" panose="020F0502020204030204" pitchFamily="34" charset="0"/>
                <a:ea typeface="나눔고딕" panose="020D0604000000000000" pitchFamily="50" charset="-127"/>
              </a:defRPr>
            </a:lvl2pPr>
            <a:lvl3pPr marL="468000" indent="-226800">
              <a:buFont typeface="Courier New" panose="02070309020205020404" pitchFamily="49" charset="0"/>
              <a:buChar char="o"/>
              <a:defRPr sz="1000" baseline="0">
                <a:latin typeface="Calibri" panose="020F0502020204030204" pitchFamily="34" charset="0"/>
                <a:ea typeface="나눔고딕" panose="020D0604000000000000" pitchFamily="50" charset="-127"/>
              </a:defRPr>
            </a:lvl3pPr>
            <a:lvl4pPr>
              <a:defRPr sz="1000" baseline="0">
                <a:latin typeface="Calibri" panose="020F0502020204030204" pitchFamily="34" charset="0"/>
                <a:ea typeface="나눔고딕" panose="020D0604000000000000" pitchFamily="50" charset="-127"/>
              </a:defRPr>
            </a:lvl4pPr>
            <a:lvl5pPr>
              <a:defRPr sz="1000" baseline="0">
                <a:latin typeface="Calibri" panose="020F0502020204030204" pitchFamily="34" charset="0"/>
                <a:ea typeface="나눔고딕" panose="020D0604000000000000" pitchFamily="50" charset="-12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BB7F8B-FA22-D54D-8196-4A2B73EEB05A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42428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an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0581EFDC-AB6C-D944-8578-8F86B1E8A428}"/>
              </a:ext>
            </a:extLst>
          </p:cNvPr>
          <p:cNvSpPr txBox="1">
            <a:spLocks/>
          </p:cNvSpPr>
          <p:nvPr/>
        </p:nvSpPr>
        <p:spPr>
          <a:xfrm>
            <a:off x="263525" y="1391942"/>
            <a:ext cx="5669800" cy="474304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66">
            <a:extLst>
              <a:ext uri="{FF2B5EF4-FFF2-40B4-BE49-F238E27FC236}">
                <a16:creationId xmlns:a16="http://schemas.microsoft.com/office/drawing/2014/main" id="{D138DEA1-CD5F-B240-AA70-68E83AD6C981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>
          <a:xfrm>
            <a:off x="263525" y="1391942"/>
            <a:ext cx="5669800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A3582-E7AD-494F-A077-ED0BBC4F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2400"/>
            <a:ext cx="11651764" cy="9731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B41468-138A-CC4E-B6DB-B7BB37BD42F3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6167F22-9CD6-E640-8BC4-4AD04811E23A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>
          <a:xfrm>
            <a:off x="371475" y="2117737"/>
            <a:ext cx="5442471" cy="3894126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06EA8AD-7EFE-BF40-9C85-86D70664FBD6}"/>
              </a:ext>
            </a:extLst>
          </p:cNvPr>
          <p:cNvSpPr txBox="1">
            <a:spLocks/>
          </p:cNvSpPr>
          <p:nvPr/>
        </p:nvSpPr>
        <p:spPr>
          <a:xfrm>
            <a:off x="6253831" y="1391942"/>
            <a:ext cx="5661458" cy="474304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1" name="Text Placeholder 66">
            <a:extLst>
              <a:ext uri="{FF2B5EF4-FFF2-40B4-BE49-F238E27FC236}">
                <a16:creationId xmlns:a16="http://schemas.microsoft.com/office/drawing/2014/main" id="{ADB40F71-0956-9E4E-8678-71614400702B}"/>
              </a:ext>
            </a:extLst>
          </p:cNvPr>
          <p:cNvSpPr>
            <a:spLocks noGrp="1"/>
          </p:cNvSpPr>
          <p:nvPr>
            <p:ph type="body" sz="quarter" idx="134"/>
          </p:nvPr>
        </p:nvSpPr>
        <p:spPr>
          <a:xfrm>
            <a:off x="6253831" y="1391942"/>
            <a:ext cx="5661458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B55F77E-31E9-084F-8473-24AEADF9FC7F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6390791" y="2117737"/>
            <a:ext cx="5429734" cy="3894126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7D9F0BC6-0C75-0E42-8C6B-79A179A1D846}"/>
              </a:ext>
            </a:extLst>
          </p:cNvPr>
          <p:cNvSpPr txBox="1">
            <a:spLocks/>
          </p:cNvSpPr>
          <p:nvPr userDrawn="1"/>
        </p:nvSpPr>
        <p:spPr>
          <a:xfrm>
            <a:off x="263525" y="1391942"/>
            <a:ext cx="5669800" cy="474304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916561-8485-CB4E-99A2-2E3B5A8F2CE8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6F395A8D-C088-3046-8594-2332FD6E7865}"/>
              </a:ext>
            </a:extLst>
          </p:cNvPr>
          <p:cNvSpPr txBox="1">
            <a:spLocks/>
          </p:cNvSpPr>
          <p:nvPr userDrawn="1"/>
        </p:nvSpPr>
        <p:spPr>
          <a:xfrm>
            <a:off x="6253831" y="1391942"/>
            <a:ext cx="5661458" cy="4743044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71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anel Content (Ico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CD462DD1-2968-DD4D-8645-554A7F0A7118}"/>
              </a:ext>
            </a:extLst>
          </p:cNvPr>
          <p:cNvSpPr txBox="1">
            <a:spLocks/>
          </p:cNvSpPr>
          <p:nvPr/>
        </p:nvSpPr>
        <p:spPr>
          <a:xfrm>
            <a:off x="276711" y="2598785"/>
            <a:ext cx="5656614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66">
            <a:extLst>
              <a:ext uri="{FF2B5EF4-FFF2-40B4-BE49-F238E27FC236}">
                <a16:creationId xmlns:a16="http://schemas.microsoft.com/office/drawing/2014/main" id="{DAF97D3C-21F8-474A-9A9B-C16CB312E522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283901" y="2602177"/>
            <a:ext cx="5649424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167DD1A5-0ADA-ED4C-973F-B79AF4024696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>
          <a:xfrm>
            <a:off x="404813" y="3331495"/>
            <a:ext cx="5409134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56376-453E-6C41-8339-71927A31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2401"/>
            <a:ext cx="11651764" cy="9731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0757BF4-FC23-F246-B395-CBA94693BE9F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24A6C93-038D-8A4A-97D9-65BB92DF9160}"/>
              </a:ext>
            </a:extLst>
          </p:cNvPr>
          <p:cNvGrpSpPr/>
          <p:nvPr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A3BF86E-DC4A-534E-AB71-5E37E0AA464A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EA083D4-81AF-304E-A7DC-4D13A47CD55E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BADED5F-7065-3947-BD5E-9618CC9DEC53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E038719-D17B-184C-926B-19D2C1FE12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6619C4-DDFD-114D-A3A1-EEF4D2E1A1C4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283901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56" name="Picture Placeholder 3">
            <a:extLst>
              <a:ext uri="{FF2B5EF4-FFF2-40B4-BE49-F238E27FC236}">
                <a16:creationId xmlns:a16="http://schemas.microsoft.com/office/drawing/2014/main" id="{1655C88E-D663-3249-9C5A-B04DD9BCC181}"/>
              </a:ext>
            </a:extLst>
          </p:cNvPr>
          <p:cNvSpPr>
            <a:spLocks noGrp="1"/>
          </p:cNvSpPr>
          <p:nvPr>
            <p:ph type="pic" sz="quarter" idx="126" hasCustomPrompt="1"/>
          </p:nvPr>
        </p:nvSpPr>
        <p:spPr>
          <a:xfrm>
            <a:off x="6265865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CC3F5CC-BA22-C648-BC83-061C4AE60D31}"/>
              </a:ext>
            </a:extLst>
          </p:cNvPr>
          <p:cNvSpPr>
            <a:spLocks noGrp="1"/>
          </p:cNvSpPr>
          <p:nvPr>
            <p:ph type="dt" sz="half" idx="13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D4D1209F-636E-294D-9E55-5371A0A9B107}"/>
              </a:ext>
            </a:extLst>
          </p:cNvPr>
          <p:cNvSpPr txBox="1">
            <a:spLocks/>
          </p:cNvSpPr>
          <p:nvPr/>
        </p:nvSpPr>
        <p:spPr>
          <a:xfrm>
            <a:off x="6265865" y="2598785"/>
            <a:ext cx="5649424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1" name="Text Placeholder 66">
            <a:extLst>
              <a:ext uri="{FF2B5EF4-FFF2-40B4-BE49-F238E27FC236}">
                <a16:creationId xmlns:a16="http://schemas.microsoft.com/office/drawing/2014/main" id="{DD527E8C-0C00-CD44-9A9D-C99529CCB7DB}"/>
              </a:ext>
            </a:extLst>
          </p:cNvPr>
          <p:cNvSpPr>
            <a:spLocks noGrp="1"/>
          </p:cNvSpPr>
          <p:nvPr>
            <p:ph type="body" sz="quarter" idx="137"/>
          </p:nvPr>
        </p:nvSpPr>
        <p:spPr>
          <a:xfrm>
            <a:off x="6265865" y="2602177"/>
            <a:ext cx="5649424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DBC8B929-B893-E64A-B20C-B44677394EE0}"/>
              </a:ext>
            </a:extLst>
          </p:cNvPr>
          <p:cNvSpPr>
            <a:spLocks noGrp="1"/>
          </p:cNvSpPr>
          <p:nvPr>
            <p:ph type="body" sz="quarter" idx="138"/>
          </p:nvPr>
        </p:nvSpPr>
        <p:spPr>
          <a:xfrm>
            <a:off x="6402825" y="3331495"/>
            <a:ext cx="5384363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9AF6A1-DE47-1E41-9281-E04E34E5F81A}"/>
              </a:ext>
            </a:extLst>
          </p:cNvPr>
          <p:cNvSpPr txBox="1">
            <a:spLocks/>
          </p:cNvSpPr>
          <p:nvPr userDrawn="1"/>
        </p:nvSpPr>
        <p:spPr>
          <a:xfrm>
            <a:off x="276711" y="2598785"/>
            <a:ext cx="5656614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45FC27-F54E-CE49-A418-EEFEACFFC7C1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47543E-F55A-7046-B1CB-F88CC660C71F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F1A7B1-EFD2-5B4F-A626-4FA7ACD2E1AD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C00431C-B79D-BE48-9E0D-D8578B573F0E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5809FF-07A9-9444-8182-23F0141A093F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CAABBE7-B0A1-ED47-BE01-5F7C9B159F9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F5C19DE1-5CB2-294F-B3B0-2B582DEC085F}"/>
              </a:ext>
            </a:extLst>
          </p:cNvPr>
          <p:cNvSpPr txBox="1">
            <a:spLocks/>
          </p:cNvSpPr>
          <p:nvPr userDrawn="1"/>
        </p:nvSpPr>
        <p:spPr>
          <a:xfrm>
            <a:off x="6265865" y="2598785"/>
            <a:ext cx="5649424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40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6376-453E-6C41-8339-71927A31E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3" cy="973138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99BC23A-3B01-0D44-975B-919E068E7DB6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7B08C38-910D-964B-A120-50880DB008AA}"/>
              </a:ext>
            </a:extLst>
          </p:cNvPr>
          <p:cNvGrpSpPr/>
          <p:nvPr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102BC4B-767C-144D-B470-7C9A67C98D8E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33D43AB-7238-7144-98E0-9F11714B43C6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56C260E-5D1C-E24C-B487-C5EFA5BB8500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EB7B75A-A91A-B445-B64F-EBBB2A9D8A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705AF949-22FD-8B47-A471-528D1F16CE7E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263525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75" name="Picture Placeholder 3">
            <a:extLst>
              <a:ext uri="{FF2B5EF4-FFF2-40B4-BE49-F238E27FC236}">
                <a16:creationId xmlns:a16="http://schemas.microsoft.com/office/drawing/2014/main" id="{B708DBD7-84C9-F343-847E-8BDCB000DA55}"/>
              </a:ext>
            </a:extLst>
          </p:cNvPr>
          <p:cNvSpPr>
            <a:spLocks noGrp="1"/>
          </p:cNvSpPr>
          <p:nvPr>
            <p:ph type="pic" sz="quarter" idx="134" hasCustomPrompt="1"/>
          </p:nvPr>
        </p:nvSpPr>
        <p:spPr>
          <a:xfrm>
            <a:off x="4233276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FB6A6219-2A0D-6149-B744-17E6573B3B2E}"/>
              </a:ext>
            </a:extLst>
          </p:cNvPr>
          <p:cNvSpPr>
            <a:spLocks noGrp="1"/>
          </p:cNvSpPr>
          <p:nvPr>
            <p:ph type="pic" sz="quarter" idx="137" hasCustomPrompt="1"/>
          </p:nvPr>
        </p:nvSpPr>
        <p:spPr>
          <a:xfrm>
            <a:off x="8173291" y="1374946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0494A-4DC5-8B4C-8737-5D8272C5A77D}"/>
              </a:ext>
            </a:extLst>
          </p:cNvPr>
          <p:cNvSpPr>
            <a:spLocks noGrp="1"/>
          </p:cNvSpPr>
          <p:nvPr>
            <p:ph type="dt" sz="half" idx="144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39CA89E-338C-F246-9CD9-50533660AFE2}"/>
              </a:ext>
            </a:extLst>
          </p:cNvPr>
          <p:cNvSpPr txBox="1">
            <a:spLocks/>
          </p:cNvSpPr>
          <p:nvPr/>
        </p:nvSpPr>
        <p:spPr>
          <a:xfrm>
            <a:off x="263525" y="2598785"/>
            <a:ext cx="372410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7" name="Text Placeholder 66">
            <a:extLst>
              <a:ext uri="{FF2B5EF4-FFF2-40B4-BE49-F238E27FC236}">
                <a16:creationId xmlns:a16="http://schemas.microsoft.com/office/drawing/2014/main" id="{ED2B70F4-65AA-7E4B-9E7A-E5F9FC88014A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263525" y="2602177"/>
            <a:ext cx="372410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FEED44F2-D9E8-F448-A5CA-55E53FAD41DF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>
          <a:xfrm>
            <a:off x="400487" y="3331495"/>
            <a:ext cx="3393730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C22818E-467A-1842-928E-12FC2915B62C}"/>
              </a:ext>
            </a:extLst>
          </p:cNvPr>
          <p:cNvSpPr txBox="1">
            <a:spLocks/>
          </p:cNvSpPr>
          <p:nvPr/>
        </p:nvSpPr>
        <p:spPr>
          <a:xfrm>
            <a:off x="8191182" y="2598785"/>
            <a:ext cx="372410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0" name="Text Placeholder 66">
            <a:extLst>
              <a:ext uri="{FF2B5EF4-FFF2-40B4-BE49-F238E27FC236}">
                <a16:creationId xmlns:a16="http://schemas.microsoft.com/office/drawing/2014/main" id="{B230F826-F726-9C4B-9014-221E6700D3FE}"/>
              </a:ext>
            </a:extLst>
          </p:cNvPr>
          <p:cNvSpPr>
            <a:spLocks noGrp="1"/>
          </p:cNvSpPr>
          <p:nvPr>
            <p:ph type="body" sz="quarter" idx="147"/>
          </p:nvPr>
        </p:nvSpPr>
        <p:spPr>
          <a:xfrm>
            <a:off x="8191182" y="2602177"/>
            <a:ext cx="372410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0EC7E759-79EA-C04D-A497-CD5B2EE61862}"/>
              </a:ext>
            </a:extLst>
          </p:cNvPr>
          <p:cNvSpPr>
            <a:spLocks noGrp="1"/>
          </p:cNvSpPr>
          <p:nvPr>
            <p:ph type="body" sz="quarter" idx="148"/>
          </p:nvPr>
        </p:nvSpPr>
        <p:spPr>
          <a:xfrm>
            <a:off x="8328144" y="3331495"/>
            <a:ext cx="3393730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4D608A51-8DFB-F34F-8785-096E9DE316B0}"/>
              </a:ext>
            </a:extLst>
          </p:cNvPr>
          <p:cNvSpPr txBox="1">
            <a:spLocks/>
          </p:cNvSpPr>
          <p:nvPr/>
        </p:nvSpPr>
        <p:spPr>
          <a:xfrm>
            <a:off x="4233276" y="2598785"/>
            <a:ext cx="372410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3" name="Text Placeholder 66">
            <a:extLst>
              <a:ext uri="{FF2B5EF4-FFF2-40B4-BE49-F238E27FC236}">
                <a16:creationId xmlns:a16="http://schemas.microsoft.com/office/drawing/2014/main" id="{5D7BF5E6-C34A-2745-BF7D-92D0FA805C00}"/>
              </a:ext>
            </a:extLst>
          </p:cNvPr>
          <p:cNvSpPr>
            <a:spLocks noGrp="1"/>
          </p:cNvSpPr>
          <p:nvPr>
            <p:ph type="body" sz="quarter" idx="149"/>
          </p:nvPr>
        </p:nvSpPr>
        <p:spPr>
          <a:xfrm>
            <a:off x="4233276" y="2602177"/>
            <a:ext cx="372410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041DD718-B521-4442-8665-441D08329882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>
          <a:xfrm>
            <a:off x="4370238" y="3331495"/>
            <a:ext cx="3393730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90000" rIns="9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3F94EB-811F-2E4F-AC70-A3BE8423CE79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D763B98-9043-B54F-97DD-12B0A13A5198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93A43B-7F48-C74C-8569-291CD009ADB6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265EAB-353C-D34B-AD8A-7559024A7A5D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4C8BAE7-67F2-544B-92C0-31BAC36DD3DB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0DF47D4-AF92-8741-A3F7-F1C8466014B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F263F45-207F-594D-BA78-8E6FF6C57DEF}"/>
              </a:ext>
            </a:extLst>
          </p:cNvPr>
          <p:cNvSpPr txBox="1">
            <a:spLocks/>
          </p:cNvSpPr>
          <p:nvPr userDrawn="1"/>
        </p:nvSpPr>
        <p:spPr>
          <a:xfrm>
            <a:off x="263525" y="2598785"/>
            <a:ext cx="372410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28EB220-131E-1D46-8DDC-401190F059EE}"/>
              </a:ext>
            </a:extLst>
          </p:cNvPr>
          <p:cNvSpPr txBox="1">
            <a:spLocks/>
          </p:cNvSpPr>
          <p:nvPr userDrawn="1"/>
        </p:nvSpPr>
        <p:spPr>
          <a:xfrm>
            <a:off x="8191182" y="2598785"/>
            <a:ext cx="372410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5259117C-8222-CA49-B845-4ED67EAF485D}"/>
              </a:ext>
            </a:extLst>
          </p:cNvPr>
          <p:cNvSpPr txBox="1">
            <a:spLocks/>
          </p:cNvSpPr>
          <p:nvPr userDrawn="1"/>
        </p:nvSpPr>
        <p:spPr>
          <a:xfrm>
            <a:off x="4233276" y="2598785"/>
            <a:ext cx="372410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15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24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8C1AD84E-F0A4-8840-A246-5359D4393326}"/>
              </a:ext>
            </a:extLst>
          </p:cNvPr>
          <p:cNvSpPr txBox="1">
            <a:spLocks/>
          </p:cNvSpPr>
          <p:nvPr/>
        </p:nvSpPr>
        <p:spPr>
          <a:xfrm>
            <a:off x="263526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36" name="Text Placeholder 66">
            <a:extLst>
              <a:ext uri="{FF2B5EF4-FFF2-40B4-BE49-F238E27FC236}">
                <a16:creationId xmlns:a16="http://schemas.microsoft.com/office/drawing/2014/main" id="{1B8DEDE3-EC2F-5841-89BE-B7F7AFB0CFE1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263526" y="2602177"/>
            <a:ext cx="223678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56376-453E-6C41-8339-71927A31E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6" y="152401"/>
            <a:ext cx="11651764" cy="973138"/>
          </a:xfrm>
        </p:spPr>
        <p:txBody>
          <a:bodyPr/>
          <a:lstStyle/>
          <a:p>
            <a:r>
              <a:rPr lang="en-US"/>
              <a:t>Click to add slide title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2819F21-ACAB-5047-B4BB-49F2487E8123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50328BC-896C-064A-96DF-DF75F7D2C556}"/>
              </a:ext>
            </a:extLst>
          </p:cNvPr>
          <p:cNvGrpSpPr/>
          <p:nvPr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1D061D3-3D4F-8044-8348-8BAE6CEBA96F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27AD5D2-1C3A-A742-994F-2DC51780104F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A1B1125-9150-F645-8F43-995F5DA29606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31277BE-B774-E940-BF28-BB7D6D3CB8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5A34A3A7-9822-1B4E-8EA1-363808A257E1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274884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B6B7146A-CBE5-7E43-95B1-20037BA683E0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>
          <a:xfrm>
            <a:off x="422627" y="3331495"/>
            <a:ext cx="1954312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1400">
                <a:solidFill>
                  <a:schemeClr val="tx1"/>
                </a:solidFill>
              </a:defRPr>
            </a:lvl1pPr>
            <a:lvl2pPr marL="180000" indent="-180000">
              <a:defRPr sz="1400">
                <a:solidFill>
                  <a:schemeClr val="tx1"/>
                </a:solidFill>
              </a:defRPr>
            </a:lvl2pPr>
            <a:lvl3pPr marL="360000" indent="-180000">
              <a:buSzPct val="85000"/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3pPr>
            <a:lvl4pPr marL="360000" indent="-180000">
              <a:defRPr sz="1200">
                <a:solidFill>
                  <a:schemeClr val="tx1"/>
                </a:solidFill>
              </a:defRPr>
            </a:lvl4pPr>
            <a:lvl5pPr marL="360000" indent="-180000"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5pPr>
            <a:lvl6pPr marL="360000" indent="-180000">
              <a:defRPr sz="1200">
                <a:solidFill>
                  <a:schemeClr val="tx1"/>
                </a:solidFill>
              </a:defRPr>
            </a:lvl6pPr>
            <a:lvl7pPr marL="360000" indent="-180000">
              <a:defRPr sz="1200">
                <a:solidFill>
                  <a:schemeClr val="tx1"/>
                </a:solidFill>
              </a:defRPr>
            </a:lvl7pPr>
            <a:lvl8pPr marL="360000" indent="-180000">
              <a:defRPr sz="1200">
                <a:solidFill>
                  <a:schemeClr val="tx1"/>
                </a:solidFill>
              </a:defRPr>
            </a:lvl8pPr>
            <a:lvl9pPr marL="360000" indent="-180000">
              <a:defRPr sz="12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21C1BF8E-7F70-6444-9C8A-7FEAE21EDE1E}"/>
              </a:ext>
            </a:extLst>
          </p:cNvPr>
          <p:cNvSpPr txBox="1">
            <a:spLocks/>
          </p:cNvSpPr>
          <p:nvPr/>
        </p:nvSpPr>
        <p:spPr>
          <a:xfrm>
            <a:off x="2616582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68" name="Text Placeholder 66">
            <a:extLst>
              <a:ext uri="{FF2B5EF4-FFF2-40B4-BE49-F238E27FC236}">
                <a16:creationId xmlns:a16="http://schemas.microsoft.com/office/drawing/2014/main" id="{EE1428B6-4E55-E44B-8AAF-5A0F836A7A6B}"/>
              </a:ext>
            </a:extLst>
          </p:cNvPr>
          <p:cNvSpPr>
            <a:spLocks noGrp="1"/>
          </p:cNvSpPr>
          <p:nvPr>
            <p:ph type="body" sz="quarter" idx="161"/>
          </p:nvPr>
        </p:nvSpPr>
        <p:spPr>
          <a:xfrm>
            <a:off x="2616582" y="2602177"/>
            <a:ext cx="223678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1E07978C-29E0-2F47-B8E0-FB56E40F97EA}"/>
              </a:ext>
            </a:extLst>
          </p:cNvPr>
          <p:cNvSpPr>
            <a:spLocks noGrp="1"/>
          </p:cNvSpPr>
          <p:nvPr>
            <p:ph type="pic" sz="quarter" idx="162" hasCustomPrompt="1"/>
          </p:nvPr>
        </p:nvSpPr>
        <p:spPr>
          <a:xfrm>
            <a:off x="2627940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4143DB53-0E49-A745-9428-F6A0BE2E375C}"/>
              </a:ext>
            </a:extLst>
          </p:cNvPr>
          <p:cNvSpPr>
            <a:spLocks noGrp="1"/>
          </p:cNvSpPr>
          <p:nvPr>
            <p:ph type="body" sz="quarter" idx="163"/>
          </p:nvPr>
        </p:nvSpPr>
        <p:spPr>
          <a:xfrm>
            <a:off x="2775683" y="3331495"/>
            <a:ext cx="1954312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1400">
                <a:solidFill>
                  <a:schemeClr val="tx1"/>
                </a:solidFill>
              </a:defRPr>
            </a:lvl1pPr>
            <a:lvl2pPr marL="180000" indent="-180000">
              <a:defRPr sz="1400">
                <a:solidFill>
                  <a:schemeClr val="tx1"/>
                </a:solidFill>
              </a:defRPr>
            </a:lvl2pPr>
            <a:lvl3pPr marL="360000" indent="-180000">
              <a:buSzPct val="85000"/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3pPr>
            <a:lvl4pPr marL="360000" indent="-180000">
              <a:defRPr sz="1200">
                <a:solidFill>
                  <a:schemeClr val="tx1"/>
                </a:solidFill>
              </a:defRPr>
            </a:lvl4pPr>
            <a:lvl5pPr marL="360000" indent="-180000"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5pPr>
            <a:lvl6pPr marL="360000" indent="-180000">
              <a:defRPr sz="1200">
                <a:solidFill>
                  <a:schemeClr val="tx1"/>
                </a:solidFill>
              </a:defRPr>
            </a:lvl6pPr>
            <a:lvl7pPr marL="360000" indent="-180000">
              <a:defRPr sz="1200">
                <a:solidFill>
                  <a:schemeClr val="tx1"/>
                </a:solidFill>
              </a:defRPr>
            </a:lvl7pPr>
            <a:lvl8pPr marL="360000" indent="-180000">
              <a:defRPr sz="1200">
                <a:solidFill>
                  <a:schemeClr val="tx1"/>
                </a:solidFill>
              </a:defRPr>
            </a:lvl8pPr>
            <a:lvl9pPr marL="360000" indent="-180000">
              <a:defRPr sz="12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82D71F7B-ECEF-5E49-BAB9-0A70C9D5B2D8}"/>
              </a:ext>
            </a:extLst>
          </p:cNvPr>
          <p:cNvSpPr txBox="1">
            <a:spLocks/>
          </p:cNvSpPr>
          <p:nvPr/>
        </p:nvSpPr>
        <p:spPr>
          <a:xfrm>
            <a:off x="4981830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79" name="Text Placeholder 66">
            <a:extLst>
              <a:ext uri="{FF2B5EF4-FFF2-40B4-BE49-F238E27FC236}">
                <a16:creationId xmlns:a16="http://schemas.microsoft.com/office/drawing/2014/main" id="{03C2B6CA-630B-3449-897E-9EDE33AEA12E}"/>
              </a:ext>
            </a:extLst>
          </p:cNvPr>
          <p:cNvSpPr>
            <a:spLocks noGrp="1"/>
          </p:cNvSpPr>
          <p:nvPr>
            <p:ph type="body" sz="quarter" idx="164"/>
          </p:nvPr>
        </p:nvSpPr>
        <p:spPr>
          <a:xfrm>
            <a:off x="4981830" y="2602177"/>
            <a:ext cx="223678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D0AEFF38-20D2-A64A-9D04-9737CAC87400}"/>
              </a:ext>
            </a:extLst>
          </p:cNvPr>
          <p:cNvSpPr>
            <a:spLocks noGrp="1"/>
          </p:cNvSpPr>
          <p:nvPr>
            <p:ph type="pic" sz="quarter" idx="165" hasCustomPrompt="1"/>
          </p:nvPr>
        </p:nvSpPr>
        <p:spPr>
          <a:xfrm>
            <a:off x="4993188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5EDABC7A-301D-4D44-A5F2-D911D46ECB39}"/>
              </a:ext>
            </a:extLst>
          </p:cNvPr>
          <p:cNvSpPr>
            <a:spLocks noGrp="1"/>
          </p:cNvSpPr>
          <p:nvPr>
            <p:ph type="body" sz="quarter" idx="166"/>
          </p:nvPr>
        </p:nvSpPr>
        <p:spPr>
          <a:xfrm>
            <a:off x="5140931" y="3331495"/>
            <a:ext cx="1954312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1400">
                <a:solidFill>
                  <a:schemeClr val="tx1"/>
                </a:solidFill>
              </a:defRPr>
            </a:lvl1pPr>
            <a:lvl2pPr marL="180000" indent="-180000">
              <a:defRPr sz="1400">
                <a:solidFill>
                  <a:schemeClr val="tx1"/>
                </a:solidFill>
              </a:defRPr>
            </a:lvl2pPr>
            <a:lvl3pPr marL="360000" indent="-180000">
              <a:buSzPct val="85000"/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3pPr>
            <a:lvl4pPr marL="360000" indent="-180000">
              <a:defRPr sz="1200">
                <a:solidFill>
                  <a:schemeClr val="tx1"/>
                </a:solidFill>
              </a:defRPr>
            </a:lvl4pPr>
            <a:lvl5pPr marL="360000" indent="-180000"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5pPr>
            <a:lvl6pPr marL="360000" indent="-180000">
              <a:defRPr sz="1200">
                <a:solidFill>
                  <a:schemeClr val="tx1"/>
                </a:solidFill>
              </a:defRPr>
            </a:lvl6pPr>
            <a:lvl7pPr marL="360000" indent="-180000">
              <a:defRPr sz="1200">
                <a:solidFill>
                  <a:schemeClr val="tx1"/>
                </a:solidFill>
              </a:defRPr>
            </a:lvl7pPr>
            <a:lvl8pPr marL="360000" indent="-180000">
              <a:defRPr sz="1200">
                <a:solidFill>
                  <a:schemeClr val="tx1"/>
                </a:solidFill>
              </a:defRPr>
            </a:lvl8pPr>
            <a:lvl9pPr marL="360000" indent="-180000">
              <a:defRPr sz="12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0FBD021F-BF05-5041-8A79-6F7C032DBAC7}"/>
              </a:ext>
            </a:extLst>
          </p:cNvPr>
          <p:cNvSpPr txBox="1">
            <a:spLocks/>
          </p:cNvSpPr>
          <p:nvPr/>
        </p:nvSpPr>
        <p:spPr>
          <a:xfrm>
            <a:off x="7347078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84" name="Text Placeholder 66">
            <a:extLst>
              <a:ext uri="{FF2B5EF4-FFF2-40B4-BE49-F238E27FC236}">
                <a16:creationId xmlns:a16="http://schemas.microsoft.com/office/drawing/2014/main" id="{754EA112-6BEB-1649-B532-A432A7BE19DE}"/>
              </a:ext>
            </a:extLst>
          </p:cNvPr>
          <p:cNvSpPr>
            <a:spLocks noGrp="1"/>
          </p:cNvSpPr>
          <p:nvPr>
            <p:ph type="body" sz="quarter" idx="167"/>
          </p:nvPr>
        </p:nvSpPr>
        <p:spPr>
          <a:xfrm>
            <a:off x="7347078" y="2602177"/>
            <a:ext cx="223678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C2E0D43C-3904-914E-89EB-0667F9782898}"/>
              </a:ext>
            </a:extLst>
          </p:cNvPr>
          <p:cNvSpPr>
            <a:spLocks noGrp="1"/>
          </p:cNvSpPr>
          <p:nvPr>
            <p:ph type="pic" sz="quarter" idx="168" hasCustomPrompt="1"/>
          </p:nvPr>
        </p:nvSpPr>
        <p:spPr>
          <a:xfrm>
            <a:off x="7358436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B2D6B3CB-A997-BF43-96FC-64FC12DA6874}"/>
              </a:ext>
            </a:extLst>
          </p:cNvPr>
          <p:cNvSpPr>
            <a:spLocks noGrp="1"/>
          </p:cNvSpPr>
          <p:nvPr>
            <p:ph type="body" sz="quarter" idx="169"/>
          </p:nvPr>
        </p:nvSpPr>
        <p:spPr>
          <a:xfrm>
            <a:off x="7506179" y="3331495"/>
            <a:ext cx="1954312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1400">
                <a:solidFill>
                  <a:schemeClr val="tx1"/>
                </a:solidFill>
              </a:defRPr>
            </a:lvl1pPr>
            <a:lvl2pPr marL="180000" indent="-180000">
              <a:defRPr sz="1400">
                <a:solidFill>
                  <a:schemeClr val="tx1"/>
                </a:solidFill>
              </a:defRPr>
            </a:lvl2pPr>
            <a:lvl3pPr marL="360000" indent="-180000">
              <a:buSzPct val="85000"/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3pPr>
            <a:lvl4pPr marL="360000" indent="-180000">
              <a:defRPr sz="1200">
                <a:solidFill>
                  <a:schemeClr val="tx1"/>
                </a:solidFill>
              </a:defRPr>
            </a:lvl4pPr>
            <a:lvl5pPr marL="360000" indent="-180000"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5pPr>
            <a:lvl6pPr marL="360000" indent="-180000">
              <a:defRPr sz="1200">
                <a:solidFill>
                  <a:schemeClr val="tx1"/>
                </a:solidFill>
              </a:defRPr>
            </a:lvl6pPr>
            <a:lvl7pPr marL="360000" indent="-180000">
              <a:defRPr sz="1200">
                <a:solidFill>
                  <a:schemeClr val="tx1"/>
                </a:solidFill>
              </a:defRPr>
            </a:lvl7pPr>
            <a:lvl8pPr marL="360000" indent="-180000">
              <a:defRPr sz="1200">
                <a:solidFill>
                  <a:schemeClr val="tx1"/>
                </a:solidFill>
              </a:defRPr>
            </a:lvl8pPr>
            <a:lvl9pPr marL="360000" indent="-180000">
              <a:defRPr sz="12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87" name="Text Placeholder 5">
            <a:extLst>
              <a:ext uri="{FF2B5EF4-FFF2-40B4-BE49-F238E27FC236}">
                <a16:creationId xmlns:a16="http://schemas.microsoft.com/office/drawing/2014/main" id="{503485E0-F7AD-3A40-9FC3-8F149B50815E}"/>
              </a:ext>
            </a:extLst>
          </p:cNvPr>
          <p:cNvSpPr txBox="1">
            <a:spLocks/>
          </p:cNvSpPr>
          <p:nvPr/>
        </p:nvSpPr>
        <p:spPr>
          <a:xfrm>
            <a:off x="9687942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89" name="Text Placeholder 66">
            <a:extLst>
              <a:ext uri="{FF2B5EF4-FFF2-40B4-BE49-F238E27FC236}">
                <a16:creationId xmlns:a16="http://schemas.microsoft.com/office/drawing/2014/main" id="{52F54C64-A143-044B-A709-746149BC32DA}"/>
              </a:ext>
            </a:extLst>
          </p:cNvPr>
          <p:cNvSpPr>
            <a:spLocks noGrp="1"/>
          </p:cNvSpPr>
          <p:nvPr>
            <p:ph type="body" sz="quarter" idx="170"/>
          </p:nvPr>
        </p:nvSpPr>
        <p:spPr>
          <a:xfrm>
            <a:off x="9687942" y="2602177"/>
            <a:ext cx="2236787" cy="565378"/>
          </a:xfrm>
          <a:prstGeom prst="rect">
            <a:avLst/>
          </a:prstGeom>
          <a:solidFill>
            <a:schemeClr val="accent1"/>
          </a:solidFill>
        </p:spPr>
        <p:txBody>
          <a:bodyPr lIns="72000" tIns="90000" bIns="9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i="0" cap="none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0" name="Picture Placeholder 3">
            <a:extLst>
              <a:ext uri="{FF2B5EF4-FFF2-40B4-BE49-F238E27FC236}">
                <a16:creationId xmlns:a16="http://schemas.microsoft.com/office/drawing/2014/main" id="{D5096C43-4378-4A4B-912B-4D48DFC61844}"/>
              </a:ext>
            </a:extLst>
          </p:cNvPr>
          <p:cNvSpPr>
            <a:spLocks noGrp="1"/>
          </p:cNvSpPr>
          <p:nvPr>
            <p:ph type="pic" sz="quarter" idx="171" hasCustomPrompt="1"/>
          </p:nvPr>
        </p:nvSpPr>
        <p:spPr>
          <a:xfrm>
            <a:off x="9699300" y="1376363"/>
            <a:ext cx="1046835" cy="1045785"/>
          </a:xfrm>
        </p:spPr>
        <p:txBody>
          <a:bodyPr wrap="square" anchor="ctr"/>
          <a:lstStyle>
            <a:lvl1pPr marL="0" indent="0" algn="ctr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Copy and paste icon from asset slide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653721AF-5CB8-C246-9949-892109159316}"/>
              </a:ext>
            </a:extLst>
          </p:cNvPr>
          <p:cNvSpPr>
            <a:spLocks noGrp="1"/>
          </p:cNvSpPr>
          <p:nvPr>
            <p:ph type="body" sz="quarter" idx="172"/>
          </p:nvPr>
        </p:nvSpPr>
        <p:spPr>
          <a:xfrm>
            <a:off x="9847043" y="3331495"/>
            <a:ext cx="1954312" cy="2680367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  <a:ln w="12700">
            <a:noFill/>
          </a:ln>
        </p:spPr>
        <p:txBody>
          <a:bodyPr lIns="72000" tIns="72000" rIns="72000" bIns="72000"/>
          <a:lstStyle>
            <a:lvl1pPr>
              <a:defRPr sz="1400">
                <a:solidFill>
                  <a:schemeClr val="tx1"/>
                </a:solidFill>
              </a:defRPr>
            </a:lvl1pPr>
            <a:lvl2pPr marL="180000" indent="-180000">
              <a:defRPr sz="1400">
                <a:solidFill>
                  <a:schemeClr val="tx1"/>
                </a:solidFill>
              </a:defRPr>
            </a:lvl2pPr>
            <a:lvl3pPr marL="360000" indent="-180000">
              <a:buSzPct val="85000"/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3pPr>
            <a:lvl4pPr marL="360000" indent="-180000">
              <a:defRPr sz="1200">
                <a:solidFill>
                  <a:schemeClr val="tx1"/>
                </a:solidFill>
              </a:defRPr>
            </a:lvl4pPr>
            <a:lvl5pPr marL="360000" indent="-180000">
              <a:buFont typeface="Wingdings" pitchFamily="2" charset="2"/>
              <a:buChar char="§"/>
              <a:defRPr sz="1200">
                <a:solidFill>
                  <a:schemeClr val="tx1"/>
                </a:solidFill>
              </a:defRPr>
            </a:lvl5pPr>
            <a:lvl6pPr marL="360000" indent="-180000">
              <a:defRPr sz="1200">
                <a:solidFill>
                  <a:schemeClr val="tx1"/>
                </a:solidFill>
              </a:defRPr>
            </a:lvl6pPr>
            <a:lvl7pPr marL="360000" indent="-180000">
              <a:defRPr sz="1200">
                <a:solidFill>
                  <a:schemeClr val="tx1"/>
                </a:solidFill>
              </a:defRPr>
            </a:lvl7pPr>
            <a:lvl8pPr marL="360000" indent="-180000">
              <a:defRPr sz="1200">
                <a:solidFill>
                  <a:schemeClr val="tx1"/>
                </a:solidFill>
              </a:defRPr>
            </a:lvl8pPr>
            <a:lvl9pPr marL="360000" indent="-180000">
              <a:defRPr sz="12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5E2B590-5AE5-4D43-BA94-2F288707929D}"/>
              </a:ext>
            </a:extLst>
          </p:cNvPr>
          <p:cNvSpPr txBox="1">
            <a:spLocks/>
          </p:cNvSpPr>
          <p:nvPr userDrawn="1"/>
        </p:nvSpPr>
        <p:spPr>
          <a:xfrm>
            <a:off x="263526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1B13F0-B4AF-5446-8328-C033F7090A61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B6D027-3301-8B48-AA66-4E03327BBC79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B6852D5-F26D-664C-A9F6-BF9037BBFE58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62F5D4E-B8D2-A24F-AC47-22D806E55759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7BA946E-DADB-3B40-A026-86AEAD921482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BF6377A-3E4C-E543-A6E3-B62474F7592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31743E-709B-B74A-B557-00500F507BFA}"/>
              </a:ext>
            </a:extLst>
          </p:cNvPr>
          <p:cNvSpPr txBox="1">
            <a:spLocks/>
          </p:cNvSpPr>
          <p:nvPr userDrawn="1"/>
        </p:nvSpPr>
        <p:spPr>
          <a:xfrm>
            <a:off x="2616582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874CC086-E655-3E48-A8D7-D74BE47D0988}"/>
              </a:ext>
            </a:extLst>
          </p:cNvPr>
          <p:cNvSpPr txBox="1">
            <a:spLocks/>
          </p:cNvSpPr>
          <p:nvPr userDrawn="1"/>
        </p:nvSpPr>
        <p:spPr>
          <a:xfrm>
            <a:off x="4981830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96BA808A-C828-8542-AADB-7C28F4133DE5}"/>
              </a:ext>
            </a:extLst>
          </p:cNvPr>
          <p:cNvSpPr txBox="1">
            <a:spLocks/>
          </p:cNvSpPr>
          <p:nvPr userDrawn="1"/>
        </p:nvSpPr>
        <p:spPr>
          <a:xfrm>
            <a:off x="7347078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BAE2EC45-00CF-FD47-9AF3-31929E5B03F6}"/>
              </a:ext>
            </a:extLst>
          </p:cNvPr>
          <p:cNvSpPr txBox="1">
            <a:spLocks/>
          </p:cNvSpPr>
          <p:nvPr userDrawn="1"/>
        </p:nvSpPr>
        <p:spPr>
          <a:xfrm>
            <a:off x="9687942" y="2598785"/>
            <a:ext cx="2236787" cy="3567062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>
            <a:outerShdw blurRad="381000" dist="127000" dir="2700000" algn="tl" rotWithShape="0">
              <a:prstClr val="black">
                <a:alpha val="822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>
              <a:buNone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24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Statem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1762EBF-E0D7-8245-9003-E6DC25C5B17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"/>
            <a:ext cx="12192000" cy="6341844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05000"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9B5817D-3E68-FC42-8BC8-5368E0F6BBC0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932EA5C5-AD39-5F46-8B0F-BD5BBF63B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731771"/>
            <a:ext cx="12202754" cy="2280204"/>
          </a:xfrm>
          <a:gradFill>
            <a:gsLst>
              <a:gs pos="0">
                <a:schemeClr val="accent1">
                  <a:alpha val="76666"/>
                </a:schemeClr>
              </a:gs>
              <a:gs pos="100000">
                <a:schemeClr val="accent1"/>
              </a:gs>
            </a:gsLst>
            <a:lin ang="5400000" scaled="1"/>
          </a:gradFill>
          <a:ln w="12700">
            <a:noFill/>
          </a:ln>
        </p:spPr>
        <p:txBody>
          <a:bodyPr lIns="251999" rIns="251999" bIns="0" anchor="ctr"/>
          <a:lstStyle>
            <a:lvl1pPr algn="l">
              <a:lnSpc>
                <a:spcPct val="90000"/>
              </a:lnSpc>
              <a:defRPr sz="4400" b="1" i="0" cap="none" spc="0" baseline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Statement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BF1E6-6534-7549-9ED0-8ED25057DAD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D292416-07A1-5C46-B5A0-623EB8F5C6C4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81964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&amp; Supportin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C91952AE-6861-7D4C-A679-7ED17406D2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958552" y="545122"/>
            <a:ext cx="2233448" cy="5495919"/>
          </a:xfrm>
          <a:custGeom>
            <a:avLst/>
            <a:gdLst>
              <a:gd name="connsiteX0" fmla="*/ 312822 w 2233448"/>
              <a:gd name="connsiteY0" fmla="*/ 0 h 5495919"/>
              <a:gd name="connsiteX1" fmla="*/ 568770 w 2233448"/>
              <a:gd name="connsiteY1" fmla="*/ 0 h 5495919"/>
              <a:gd name="connsiteX2" fmla="*/ 568770 w 2233448"/>
              <a:gd name="connsiteY2" fmla="*/ 96713 h 5495919"/>
              <a:gd name="connsiteX3" fmla="*/ 671350 w 2233448"/>
              <a:gd name="connsiteY3" fmla="*/ 199293 h 5495919"/>
              <a:gd name="connsiteX4" fmla="*/ 1820205 w 2233448"/>
              <a:gd name="connsiteY4" fmla="*/ 199293 h 5495919"/>
              <a:gd name="connsiteX5" fmla="*/ 1922785 w 2233448"/>
              <a:gd name="connsiteY5" fmla="*/ 96713 h 5495919"/>
              <a:gd name="connsiteX6" fmla="*/ 1922785 w 2233448"/>
              <a:gd name="connsiteY6" fmla="*/ 0 h 5495919"/>
              <a:gd name="connsiteX7" fmla="*/ 2233448 w 2233448"/>
              <a:gd name="connsiteY7" fmla="*/ 0 h 5495919"/>
              <a:gd name="connsiteX8" fmla="*/ 2233448 w 2233448"/>
              <a:gd name="connsiteY8" fmla="*/ 5495919 h 5495919"/>
              <a:gd name="connsiteX9" fmla="*/ 312822 w 2233448"/>
              <a:gd name="connsiteY9" fmla="*/ 5495919 h 5495919"/>
              <a:gd name="connsiteX10" fmla="*/ 0 w 2233448"/>
              <a:gd name="connsiteY10" fmla="*/ 5183097 h 5495919"/>
              <a:gd name="connsiteX11" fmla="*/ 0 w 2233448"/>
              <a:gd name="connsiteY11" fmla="*/ 312822 h 5495919"/>
              <a:gd name="connsiteX12" fmla="*/ 312822 w 2233448"/>
              <a:gd name="connsiteY12" fmla="*/ 0 h 549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33448" h="5495919">
                <a:moveTo>
                  <a:pt x="312822" y="0"/>
                </a:moveTo>
                <a:lnTo>
                  <a:pt x="568770" y="0"/>
                </a:lnTo>
                <a:lnTo>
                  <a:pt x="568770" y="96713"/>
                </a:lnTo>
                <a:cubicBezTo>
                  <a:pt x="568770" y="153366"/>
                  <a:pt x="614697" y="199293"/>
                  <a:pt x="671350" y="199293"/>
                </a:cubicBezTo>
                <a:lnTo>
                  <a:pt x="1820205" y="199293"/>
                </a:lnTo>
                <a:cubicBezTo>
                  <a:pt x="1876858" y="199293"/>
                  <a:pt x="1922785" y="153366"/>
                  <a:pt x="1922785" y="96713"/>
                </a:cubicBezTo>
                <a:lnTo>
                  <a:pt x="1922785" y="0"/>
                </a:lnTo>
                <a:lnTo>
                  <a:pt x="2233448" y="0"/>
                </a:lnTo>
                <a:lnTo>
                  <a:pt x="2233448" y="5495919"/>
                </a:lnTo>
                <a:lnTo>
                  <a:pt x="312822" y="5495919"/>
                </a:lnTo>
                <a:cubicBezTo>
                  <a:pt x="140055" y="5495919"/>
                  <a:pt x="0" y="5355864"/>
                  <a:pt x="0" y="5183097"/>
                </a:cubicBezTo>
                <a:lnTo>
                  <a:pt x="0" y="312822"/>
                </a:lnTo>
                <a:cubicBezTo>
                  <a:pt x="0" y="140055"/>
                  <a:pt x="140055" y="0"/>
                  <a:pt x="312822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rIns="251999" anchor="ctr"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Drag image onto slide to fill phone screen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A19A1-7307-4944-BE1C-F523537652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4361" y="152400"/>
            <a:ext cx="2879464" cy="6002770"/>
          </a:xfr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11D142-2F56-C44C-92D0-D7EA8A9DAB96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9E686AA-6EDF-FF48-9476-DD83F7100E37}"/>
              </a:ext>
            </a:extLst>
          </p:cNvPr>
          <p:cNvGrpSpPr/>
          <p:nvPr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0AE1A7C-1EB7-E244-8DE3-9EE13BBA15B6}"/>
                </a:ext>
              </a:extLst>
            </p:cNvPr>
            <p:cNvSpPr/>
            <p:nvPr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FEC5364-347F-A24A-B1B8-ABC46E4248D0}"/>
                </a:ext>
              </a:extLst>
            </p:cNvPr>
            <p:cNvSpPr txBox="1"/>
            <p:nvPr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66901DA-7F55-BA47-A660-CAD72EEFE971}"/>
                </a:ext>
              </a:extLst>
            </p:cNvPr>
            <p:cNvCxnSpPr>
              <a:cxnSpLocks/>
            </p:cNvCxnSpPr>
            <p:nvPr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8FDDD2-5858-A446-9B0E-1C063E0B4502}"/>
                </a:ext>
              </a:extLst>
            </p:cNvPr>
            <p:cNvSpPr txBox="1"/>
            <p:nvPr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9D4316F-8829-C74B-A221-4A7DBA272431}"/>
                </a:ext>
              </a:extLst>
            </p:cNvPr>
            <p:cNvGrpSpPr/>
            <p:nvPr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50384B02-75E8-144E-8B22-F27459DBF213}"/>
                  </a:ext>
                </a:extLst>
              </p:cNvPr>
              <p:cNvGrpSpPr/>
              <p:nvPr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0F73B797-007D-8F45-9B2F-99A3C206555C}"/>
                    </a:ext>
                  </a:extLst>
                </p:cNvPr>
                <p:cNvSpPr/>
                <p:nvPr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3AED18F-21AD-404E-BED9-E23726592536}"/>
                    </a:ext>
                  </a:extLst>
                </p:cNvPr>
                <p:cNvSpPr txBox="1"/>
                <p:nvPr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1A0C7D49-CE9B-2F4E-837A-3F7610651477}"/>
                    </a:ext>
                  </a:extLst>
                </p:cNvPr>
                <p:cNvSpPr txBox="1"/>
                <p:nvPr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C08F9347-1020-3542-9083-C25D17003A7D}"/>
                    </a:ext>
                  </a:extLst>
                </p:cNvPr>
                <p:cNvSpPr txBox="1"/>
                <p:nvPr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61D7E8F-96D6-0743-A4E6-BDE8FEE75931}"/>
                  </a:ext>
                </a:extLst>
              </p:cNvPr>
              <p:cNvSpPr txBox="1"/>
              <p:nvPr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92" name="Graphic 91">
                <a:extLst>
                  <a:ext uri="{FF2B5EF4-FFF2-40B4-BE49-F238E27FC236}">
                    <a16:creationId xmlns:a16="http://schemas.microsoft.com/office/drawing/2014/main" id="{3691DA32-4A25-3244-887F-106571CC7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7E1B2C8-A880-484B-8DF3-47F72B6478C1}"/>
                </a:ext>
              </a:extLst>
            </p:cNvPr>
            <p:cNvGrpSpPr/>
            <p:nvPr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81E6E9C-A854-8341-8896-14B11B0CB408}"/>
                  </a:ext>
                </a:extLst>
              </p:cNvPr>
              <p:cNvSpPr/>
              <p:nvPr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7B30112-E1F3-1141-9397-651EDD05AB4F}"/>
                  </a:ext>
                </a:extLst>
              </p:cNvPr>
              <p:cNvSpPr txBox="1"/>
              <p:nvPr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87" name="Graphic 86">
                <a:extLst>
                  <a:ext uri="{FF2B5EF4-FFF2-40B4-BE49-F238E27FC236}">
                    <a16:creationId xmlns:a16="http://schemas.microsoft.com/office/drawing/2014/main" id="{E436DB41-C87B-604D-93C9-4810EC7B87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67E7DC2-AEC6-AF45-A3F3-8D292343CC65}"/>
                  </a:ext>
                </a:extLst>
              </p:cNvPr>
              <p:cNvSpPr txBox="1"/>
              <p:nvPr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4EB5A3B8-7079-2F40-BAFD-A2396423A1F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9857E59-EF61-994A-A389-AD6537DDC94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95D23FB-7145-A148-9DEA-BCBCB72A6803}"/>
                </a:ext>
              </a:extLst>
            </p:cNvPr>
            <p:cNvSpPr txBox="1"/>
            <p:nvPr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56B344F-230E-4740-9A53-CE43DAE6C421}"/>
                </a:ext>
              </a:extLst>
            </p:cNvPr>
            <p:cNvSpPr txBox="1"/>
            <p:nvPr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2F0AEA9-8195-584F-9600-AE1D172C303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E8A3DCD-14B5-734C-91E2-79637E3D58B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09" y="315251"/>
            <a:ext cx="2619391" cy="6219155"/>
          </a:xfrm>
          <a:prstGeom prst="rect">
            <a:avLst/>
          </a:prstGeom>
        </p:spPr>
      </p:pic>
      <p:sp>
        <p:nvSpPr>
          <p:cNvPr id="36" name="Content Placeholder 4">
            <a:extLst>
              <a:ext uri="{FF2B5EF4-FFF2-40B4-BE49-F238E27FC236}">
                <a16:creationId xmlns:a16="http://schemas.microsoft.com/office/drawing/2014/main" id="{869742CE-A9EE-044C-A2BA-81128A041B9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1525" y="152400"/>
            <a:ext cx="6156325" cy="29065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7" name="Content Placeholder 4">
            <a:extLst>
              <a:ext uri="{FF2B5EF4-FFF2-40B4-BE49-F238E27FC236}">
                <a16:creationId xmlns:a16="http://schemas.microsoft.com/office/drawing/2014/main" id="{8848A848-7E9E-154A-8D34-8AD2D6F021C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11525" y="3252095"/>
            <a:ext cx="6156325" cy="29065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49E3D-E464-6B41-AAF7-80CE0AA5A7C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1FD95D-31D3-394B-B5E1-6A64DE59B7B4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FE5DAA1-9C55-5648-8E7F-A99A28527990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C1B8BD1-E030-AA42-BE55-623426B6984A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170735A-AE07-D34D-8C7A-CCB0CD054365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54A638A-04B3-4744-BC26-6DA5CDB3E0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807552F-9188-704F-BFA5-B7C6530E0EF3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A13322C-3B77-5C40-9E80-85228DDD7764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B0019C8-C78C-B445-80CB-9127941D6019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8E15199-F72B-9840-8CB4-B2E9C1BE1663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CA6CE63-7AAB-A843-B22F-75FC7F7B7FF8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A129FCE-F51A-CA49-972B-D63D26F453A7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288C099-2ADD-A443-AE09-DC3DBBAB33F5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E83AC8F-72E3-1E46-A6C4-6D2642C5730F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54" name="Graphic 53">
                <a:extLst>
                  <a:ext uri="{FF2B5EF4-FFF2-40B4-BE49-F238E27FC236}">
                    <a16:creationId xmlns:a16="http://schemas.microsoft.com/office/drawing/2014/main" id="{C4AD293A-531C-0D48-8297-5D7B41D74DB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46D3B3A-5D5D-0A45-8488-D69B4C9831EA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3185D6C-AA61-A247-BDA2-C9BA97116905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1F49C2C-F0DD-4C41-9630-DFDB04931868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49" name="Graphic 48">
                <a:extLst>
                  <a:ext uri="{FF2B5EF4-FFF2-40B4-BE49-F238E27FC236}">
                    <a16:creationId xmlns:a16="http://schemas.microsoft.com/office/drawing/2014/main" id="{AC3F5933-E70E-B045-9FDB-4EA88F814A6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6C7F8C-D8AA-7C40-9952-0ED89E557E61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8A0901CA-37E8-014F-828B-50F19DC6C77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43AD815-9B2A-BE40-A090-525184CF944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8C9E470-06B9-8B4B-AD1A-E61DD3D857CF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C60CD2F-A386-8444-949F-252A76903DE2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9DFBE0E-8958-4B4C-9250-32DEAF3601F8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31E58F53-3EF0-0842-85B6-504392F52B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09" y="315251"/>
            <a:ext cx="2619391" cy="621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154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and Key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292821-60E2-0B4D-AA0C-C16AE0808848}"/>
              </a:ext>
            </a:extLst>
          </p:cNvPr>
          <p:cNvSpPr/>
          <p:nvPr/>
        </p:nvSpPr>
        <p:spPr>
          <a:xfrm>
            <a:off x="6361241" y="404813"/>
            <a:ext cx="5567233" cy="5761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5784247" cy="9731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Click to add slide title</a:t>
            </a:r>
            <a:endParaRPr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F8650D1-39A1-CF44-A6B9-55E0B1645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22957" y="636119"/>
            <a:ext cx="5057470" cy="2229851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y" algn="b"/>
          </a:blipFill>
        </p:spPr>
        <p:txBody>
          <a:bodyPr bIns="46800" anchor="ctr">
            <a:noAutofit/>
          </a:bodyPr>
          <a:lstStyle>
            <a:lvl1pPr marL="0" indent="0"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key takeaway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42D2C7D-D9E4-2347-8910-83CF1D5BA1A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263525" y="1376363"/>
            <a:ext cx="5755755" cy="414657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anchor="b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67390C-CF8E-8A47-87DF-C62375565150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C5F581-628A-AD40-A607-02AC0F42F561}"/>
              </a:ext>
            </a:extLst>
          </p:cNvPr>
          <p:cNvGrpSpPr/>
          <p:nvPr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0358D2C-845B-B249-A1AC-590041D9F72D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E0E1F92-63AA-C54A-A918-BAA49530610A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24624CA-8303-064D-8469-332D0C910C00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77819F-3351-5245-A24F-D67B2F2D83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EFFF55F2-1A60-BC45-9662-1CCB19F3F4F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70647" y="1972801"/>
            <a:ext cx="5755754" cy="418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7" name="Content Placeholder 4">
            <a:extLst>
              <a:ext uri="{FF2B5EF4-FFF2-40B4-BE49-F238E27FC236}">
                <a16:creationId xmlns:a16="http://schemas.microsoft.com/office/drawing/2014/main" id="{86E93ADF-FFD3-6B49-9C09-35011353A9EE}"/>
              </a:ext>
            </a:extLst>
          </p:cNvPr>
          <p:cNvSpPr>
            <a:spLocks noGrp="1"/>
          </p:cNvSpPr>
          <p:nvPr>
            <p:ph sz="quarter" idx="118"/>
          </p:nvPr>
        </p:nvSpPr>
        <p:spPr>
          <a:xfrm>
            <a:off x="6631200" y="3124801"/>
            <a:ext cx="5048736" cy="28367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B95F35B-A7B3-CD42-9DFE-2A3BBA2FDFE0}"/>
              </a:ext>
            </a:extLst>
          </p:cNvPr>
          <p:cNvSpPr>
            <a:spLocks noGrp="1"/>
          </p:cNvSpPr>
          <p:nvPr>
            <p:ph type="dt" sz="half" idx="119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5BDA87-017F-5F46-8EC4-090CB0103643}"/>
              </a:ext>
            </a:extLst>
          </p:cNvPr>
          <p:cNvSpPr/>
          <p:nvPr userDrawn="1"/>
        </p:nvSpPr>
        <p:spPr>
          <a:xfrm>
            <a:off x="6361241" y="404813"/>
            <a:ext cx="5567233" cy="5761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4C6E1B-B20E-BB4A-8785-9223FDDDD96D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499C412-EC70-0C40-BD9A-81581E34D521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F5BE1F7-9092-A349-80A6-D0FB2DAA78F0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62FB661-6EDA-A642-8C19-276EF126E257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05D3A8-3D12-144B-97D7-17BDDD61C776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F46FC56-33DA-6240-9F41-E2DAAC11374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7064729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ck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3" cy="9731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Click to add slide title</a:t>
            </a:r>
            <a:endParaRPr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42D2C7D-D9E4-2347-8910-83CF1D5BA1A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263524" y="1395167"/>
            <a:ext cx="11651763" cy="39585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bIns="72000" anchor="b"/>
          <a:lstStyle>
            <a:lvl1pPr marL="0" indent="0"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2C8ED6C-6153-A847-8DCB-7DEDC274C0A1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263524" y="3876704"/>
            <a:ext cx="11651763" cy="39585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bIns="72000" anchor="b"/>
          <a:lstStyle>
            <a:lvl1pPr marL="0" indent="0"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content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CAAC84-323E-7C4A-9B98-66677C8940A4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5CFC71-B47A-A54D-AEBE-4721F45D29DC}"/>
              </a:ext>
            </a:extLst>
          </p:cNvPr>
          <p:cNvGrpSpPr/>
          <p:nvPr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168C2B9-ADA9-624C-A89E-B96031CDC7FB}"/>
                </a:ext>
              </a:extLst>
            </p:cNvPr>
            <p:cNvSpPr/>
            <p:nvPr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E480F3-3121-1048-91F3-2013B6789287}"/>
                </a:ext>
              </a:extLst>
            </p:cNvPr>
            <p:cNvSpPr/>
            <p:nvPr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B7811A-96C0-B740-8247-00986021E3C8}"/>
                </a:ext>
              </a:extLst>
            </p:cNvPr>
            <p:cNvSpPr txBox="1"/>
            <p:nvPr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6E66BBF-CD27-B944-AA22-91FA904C9C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A13A8-5EA5-E44A-8141-08D1AFCBC1C6}"/>
              </a:ext>
            </a:extLst>
          </p:cNvPr>
          <p:cNvSpPr>
            <a:spLocks noGrp="1"/>
          </p:cNvSpPr>
          <p:nvPr>
            <p:ph type="dt" sz="half" idx="123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F8CB8377-302B-244E-94FB-B36536DBBF83}"/>
              </a:ext>
            </a:extLst>
          </p:cNvPr>
          <p:cNvSpPr>
            <a:spLocks noGrp="1"/>
          </p:cNvSpPr>
          <p:nvPr>
            <p:ph sz="quarter" idx="121"/>
          </p:nvPr>
        </p:nvSpPr>
        <p:spPr>
          <a:xfrm>
            <a:off x="263525" y="1864801"/>
            <a:ext cx="11651763" cy="180529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97868BA9-EAE1-BE46-A782-0E3108629D3F}"/>
              </a:ext>
            </a:extLst>
          </p:cNvPr>
          <p:cNvSpPr>
            <a:spLocks noGrp="1"/>
          </p:cNvSpPr>
          <p:nvPr>
            <p:ph sz="quarter" idx="122"/>
          </p:nvPr>
        </p:nvSpPr>
        <p:spPr>
          <a:xfrm>
            <a:off x="263525" y="4360554"/>
            <a:ext cx="11651763" cy="180529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F82DED-6EB8-F143-84A8-3E202BF8D823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9E12695-8481-344A-94CD-1BA34C793104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2ABF6F-6C10-D846-A337-F9FE18D68BD7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78F2830-DDD3-5A46-ADCF-89A99B965A63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F67A35B-9453-2E49-B376-334B0D3A2DE8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CF52E7C-5031-294A-9B59-989834F8273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461349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1B3A341-ED0E-854D-B998-AE4AF0E50D9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999007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24641-2636-9C4A-B81F-8994DD698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4" cy="973138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B91D0D-9F61-3B4D-9A9B-E8550E88B9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5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724B5D4-892B-344E-ADD3-5946E322FF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3525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425C022-4754-EE42-8C22-2A6124BAE0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6151ECA-E502-F642-A248-BD3AE3ADE55F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A7E929C-7046-3D4E-9BEF-0AA496E0B98F}"/>
              </a:ext>
            </a:extLst>
          </p:cNvPr>
          <p:cNvGrpSpPr/>
          <p:nvPr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60E7864-8F6C-DB45-94B2-619632E9B58E}"/>
                </a:ext>
              </a:extLst>
            </p:cNvPr>
            <p:cNvSpPr/>
            <p:nvPr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A8C1645-2112-B042-9B2C-3F2E8A9FC110}"/>
                </a:ext>
              </a:extLst>
            </p:cNvPr>
            <p:cNvSpPr txBox="1"/>
            <p:nvPr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6B60217-D2C9-8B46-A5A8-32207EAF4295}"/>
                </a:ext>
              </a:extLst>
            </p:cNvPr>
            <p:cNvCxnSpPr>
              <a:cxnSpLocks/>
            </p:cNvCxnSpPr>
            <p:nvPr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11CA8CD-48BC-0748-9FD2-F803EF3B9FBD}"/>
                </a:ext>
              </a:extLst>
            </p:cNvPr>
            <p:cNvSpPr txBox="1"/>
            <p:nvPr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554A704-6674-BB43-AB20-2E181F9B57EB}"/>
                </a:ext>
              </a:extLst>
            </p:cNvPr>
            <p:cNvGrpSpPr/>
            <p:nvPr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012C7B92-F2AA-9F45-A792-FFDCCA4C1309}"/>
                  </a:ext>
                </a:extLst>
              </p:cNvPr>
              <p:cNvGrpSpPr/>
              <p:nvPr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E5544EB0-5E10-254D-8AE0-A8CCC9620441}"/>
                    </a:ext>
                  </a:extLst>
                </p:cNvPr>
                <p:cNvSpPr/>
                <p:nvPr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A59A1BCF-4BC0-BF46-B962-07D8C33C7F41}"/>
                    </a:ext>
                  </a:extLst>
                </p:cNvPr>
                <p:cNvSpPr txBox="1"/>
                <p:nvPr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1D902BA3-9FC1-474F-9879-75FCD0149012}"/>
                    </a:ext>
                  </a:extLst>
                </p:cNvPr>
                <p:cNvSpPr txBox="1"/>
                <p:nvPr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439F8BA-92D5-EC44-A78A-81B6BE9DDB8F}"/>
                    </a:ext>
                  </a:extLst>
                </p:cNvPr>
                <p:cNvSpPr txBox="1"/>
                <p:nvPr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4565E4E-F965-CF47-9AF3-10262D7C7F69}"/>
                  </a:ext>
                </a:extLst>
              </p:cNvPr>
              <p:cNvSpPr txBox="1"/>
              <p:nvPr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119" name="Graphic 118">
                <a:extLst>
                  <a:ext uri="{FF2B5EF4-FFF2-40B4-BE49-F238E27FC236}">
                    <a16:creationId xmlns:a16="http://schemas.microsoft.com/office/drawing/2014/main" id="{AEBD7B6F-3DEE-AD40-9AAF-99977C4B95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B425B32-FE70-644F-8797-8EF8F357BCC5}"/>
                </a:ext>
              </a:extLst>
            </p:cNvPr>
            <p:cNvGrpSpPr/>
            <p:nvPr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922FA7E-E032-194E-B97D-AB34EC836BD2}"/>
                  </a:ext>
                </a:extLst>
              </p:cNvPr>
              <p:cNvSpPr/>
              <p:nvPr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1D6CFBD-0AE8-F241-A5C2-FD0822528B50}"/>
                  </a:ext>
                </a:extLst>
              </p:cNvPr>
              <p:cNvSpPr txBox="1"/>
              <p:nvPr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114" name="Graphic 113">
                <a:extLst>
                  <a:ext uri="{FF2B5EF4-FFF2-40B4-BE49-F238E27FC236}">
                    <a16:creationId xmlns:a16="http://schemas.microsoft.com/office/drawing/2014/main" id="{6FA7765A-139C-694A-A927-345F327F88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6648D52-7111-184F-AF49-A989AA7F5ECE}"/>
                  </a:ext>
                </a:extLst>
              </p:cNvPr>
              <p:cNvSpPr txBox="1"/>
              <p:nvPr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7460780B-D27D-864E-8E82-10F5FA32FB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D01E91B-AF16-5B46-B5E5-6B5B54E6D3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F75532A-74FC-FB4A-A0CF-AAF908803095}"/>
                </a:ext>
              </a:extLst>
            </p:cNvPr>
            <p:cNvSpPr txBox="1"/>
            <p:nvPr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267567B-78A9-4042-8787-54CFCA56E5C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ECDD292-0A41-9347-A63B-366424DB3358}"/>
                </a:ext>
              </a:extLst>
            </p:cNvPr>
            <p:cNvSpPr txBox="1"/>
            <p:nvPr/>
          </p:nvSpPr>
          <p:spPr>
            <a:xfrm>
              <a:off x="12776178" y="2120415"/>
              <a:ext cx="1947530" cy="29084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050"/>
                <a:t>Images will fill in from left to right. 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81F64-BA3C-3144-BCAE-2ED89B12E4AD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52" name="Picture Placeholder 35">
            <a:extLst>
              <a:ext uri="{FF2B5EF4-FFF2-40B4-BE49-F238E27FC236}">
                <a16:creationId xmlns:a16="http://schemas.microsoft.com/office/drawing/2014/main" id="{4B0B3411-E35B-9647-A09B-711F029FC35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4022623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AA80F8C2-4050-A045-AD94-75AD73F6EB0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87141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6273F053-3DCA-A043-9247-ECABDCA39FE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87141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CD4EC102-A65D-9E4C-A5BB-85175C8C12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87141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sp>
        <p:nvSpPr>
          <p:cNvPr id="56" name="Picture Placeholder 35">
            <a:extLst>
              <a:ext uri="{FF2B5EF4-FFF2-40B4-BE49-F238E27FC236}">
                <a16:creationId xmlns:a16="http://schemas.microsoft.com/office/drawing/2014/main" id="{8BEC7FBF-6709-EB48-80A3-EB7EB20E584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auto">
          <a:xfrm>
            <a:off x="7021855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A8A8F3F9-4899-1146-B73A-B5BB6961B2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373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92995636-5046-7345-92E7-A945A363007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86373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C180E255-7138-284A-BDF9-C028FF950A8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86373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sp>
        <p:nvSpPr>
          <p:cNvPr id="60" name="Picture Placeholder 35">
            <a:extLst>
              <a:ext uri="{FF2B5EF4-FFF2-40B4-BE49-F238E27FC236}">
                <a16:creationId xmlns:a16="http://schemas.microsoft.com/office/drawing/2014/main" id="{2EA761DA-83F1-924F-B29B-E54668336CC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auto">
          <a:xfrm>
            <a:off x="9996703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AEF904AA-51FA-504E-9121-A959C42AE6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261221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491FE42-DE74-4C46-97D3-94F6733D19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261221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9">
            <a:extLst>
              <a:ext uri="{FF2B5EF4-FFF2-40B4-BE49-F238E27FC236}">
                <a16:creationId xmlns:a16="http://schemas.microsoft.com/office/drawing/2014/main" id="{D0207C6D-5318-6545-96A3-3A7CDCDC120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61221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44820AF-E512-8240-BAB4-8B0593383A41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5906DB5-85C5-384C-BB11-D321F15CC6DE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D1DA561-68EE-5244-A277-98B0740F57D7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E4F8350-ABB5-6B46-8695-4F904832D4F7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8AB25F9-8C72-DA41-BEB9-72FA1FFC05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EA40190-EF40-8A47-B111-14EDDAAC69B5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CBEBA68-8C77-CD40-B7B6-11CB5B37035C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A671BEC-2CA8-BD49-A69C-5A6D46B44CFC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B87B84A5-F13C-D147-9C57-5C42A6C332D5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771A46B-0D7F-5046-812B-73E38F9A6D8F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87031E56-E9FB-7C4B-8D15-6E0255F9AF09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0D3AA56C-A466-B149-8529-45FB94CC86F2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6C79558-FB2F-6A4C-B81C-B772CA22DAFF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76" name="Graphic 75">
                <a:extLst>
                  <a:ext uri="{FF2B5EF4-FFF2-40B4-BE49-F238E27FC236}">
                    <a16:creationId xmlns:a16="http://schemas.microsoft.com/office/drawing/2014/main" id="{37682E1C-27B7-A547-93F7-EABEB3BA3AA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7B16F0B-6003-D644-920E-FC360EC07596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AB3FE7C-019F-684C-AEBF-462BD7A46240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669262E-7620-7849-9B5E-55CD325010B0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71" name="Graphic 70">
                <a:extLst>
                  <a:ext uri="{FF2B5EF4-FFF2-40B4-BE49-F238E27FC236}">
                    <a16:creationId xmlns:a16="http://schemas.microsoft.com/office/drawing/2014/main" id="{4DF8E3F2-6070-5143-9BE4-6C94EA07C21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898F657-335D-6048-B1DD-1B4FDC0DD73C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4E4BF989-6D5F-0F46-BF34-37DD656FD97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25842C7-1726-9B4D-9EEB-A274EA181C53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6F3C69C-C580-CD4D-A865-C5F5B9845A83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547BFC8-9ADA-B543-80AF-6E66BBEF2313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E023C69-AB27-C34F-939B-7337B0CC7349}"/>
                </a:ext>
              </a:extLst>
            </p:cNvPr>
            <p:cNvSpPr txBox="1"/>
            <p:nvPr userDrawn="1"/>
          </p:nvSpPr>
          <p:spPr>
            <a:xfrm>
              <a:off x="12776178" y="2120415"/>
              <a:ext cx="1947530" cy="29084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050"/>
                <a:t>Images will fill in from left to right.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9469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5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/ 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BE13A4-C793-4649-A719-B7BB3ADDC3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0"/>
            <a:ext cx="12191207" cy="6345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33DFA-5A1C-EA4C-B851-25D99ED561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557939"/>
            <a:ext cx="11651764" cy="5311579"/>
          </a:xfrm>
          <a:noFill/>
        </p:spPr>
        <p:txBody>
          <a:bodyPr lIns="90000" anchor="ctr"/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mission or vision statement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8F58F3-F4DC-1643-8475-D1407A5E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07A19-D758-2D4C-8A26-DFAE2B1496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0"/>
            <a:ext cx="12191207" cy="634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71110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FE3FE8A-F161-D246-959E-ABD4855B3C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95" y="223"/>
            <a:ext cx="12191207" cy="62992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678B08-DC65-D248-8746-992440E249BE}"/>
              </a:ext>
            </a:extLst>
          </p:cNvPr>
          <p:cNvSpPr txBox="1"/>
          <p:nvPr/>
        </p:nvSpPr>
        <p:spPr>
          <a:xfrm>
            <a:off x="0" y="-414211"/>
            <a:ext cx="5481946" cy="234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spc="5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1F3CB-5ABB-E84B-B0E9-7E291E6F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88AD644-FBE3-F546-93FC-9E20DA798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6284" y="1354665"/>
            <a:ext cx="6849005" cy="2985125"/>
          </a:xfrm>
          <a:noFill/>
        </p:spPr>
        <p:txBody>
          <a:bodyPr tIns="216000" anchor="ctr"/>
          <a:lstStyle>
            <a:lvl1pPr algn="r">
              <a:defRPr sz="440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EF0CE46-C0A1-DD4A-B07B-2DDC6CC30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1985" y="4992612"/>
            <a:ext cx="6773303" cy="744046"/>
          </a:xfrm>
          <a:prstGeom prst="rect">
            <a:avLst/>
          </a:prstGeom>
          <a:noFill/>
        </p:spPr>
        <p:txBody>
          <a:bodyPr rIns="72000" anchor="t"/>
          <a:lstStyle>
            <a:lvl1pPr marL="0" indent="0" algn="r">
              <a:buNone/>
              <a:defRPr sz="20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r">
              <a:buNone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add name</a:t>
            </a:r>
          </a:p>
          <a:p>
            <a:pPr lvl="1"/>
            <a:r>
              <a:rPr lang="en-US"/>
              <a:t>Click to add job title or company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7E0E34-77FE-D844-B224-05D60E2C3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6283" y="558272"/>
            <a:ext cx="1092200" cy="1312862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16600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C5913F8-38A0-7F47-B5A2-BE537048EA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29050" y="3745053"/>
            <a:ext cx="1092200" cy="937013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9600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D9D4C9-0409-AA4D-9F08-66CAF7AB36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94" y="223"/>
            <a:ext cx="12191207" cy="63450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7868A6-4854-AF4E-8280-139DCAF6A6A1}"/>
              </a:ext>
            </a:extLst>
          </p:cNvPr>
          <p:cNvSpPr txBox="1"/>
          <p:nvPr userDrawn="1"/>
        </p:nvSpPr>
        <p:spPr>
          <a:xfrm>
            <a:off x="0" y="-414211"/>
            <a:ext cx="5481946" cy="234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spc="5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</p:spTree>
    <p:extLst>
      <p:ext uri="{BB962C8B-B14F-4D97-AF65-F5344CB8AC3E}">
        <p14:creationId xmlns:p14="http://schemas.microsoft.com/office/powerpoint/2010/main" val="293379004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C6B0F3A-8DDD-5444-846F-28551CF656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77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711" y="152401"/>
            <a:ext cx="11638578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9E9EE-BF4F-E049-BB5F-5AA54C2A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9DD08BE4-1B87-4446-A067-4900FF453747}"/>
              </a:ext>
            </a:extLst>
          </p:cNvPr>
          <p:cNvSpPr txBox="1">
            <a:spLocks/>
          </p:cNvSpPr>
          <p:nvPr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>
                <a:solidFill>
                  <a:schemeClr val="bg1"/>
                </a:solidFill>
                <a:cs typeface="Arial" charset="0"/>
              </a:rPr>
              <a:t>OpenText ©2021 All rights reserved</a:t>
            </a:r>
            <a:endParaRPr lang="en-US" sz="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1524786-C3B4-0F4C-9DD1-A89CB20561BF}"/>
              </a:ext>
            </a:extLst>
          </p:cNvPr>
          <p:cNvSpPr txBox="1">
            <a:spLocks/>
          </p:cNvSpPr>
          <p:nvPr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317822-9199-B947-AC7C-F0A457172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77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B69626-C8AB-FD4F-BCFA-4E27051A6938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2F170FE-2D9C-FF40-8B7B-B7B70259D7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18" name="Footer Placeholder 1">
            <a:extLst>
              <a:ext uri="{FF2B5EF4-FFF2-40B4-BE49-F238E27FC236}">
                <a16:creationId xmlns:a16="http://schemas.microsoft.com/office/drawing/2014/main" id="{53216C01-8750-BC46-ACCA-ACEBF9F2E11F}"/>
              </a:ext>
            </a:extLst>
          </p:cNvPr>
          <p:cNvSpPr txBox="1">
            <a:spLocks/>
          </p:cNvSpPr>
          <p:nvPr userDrawn="1"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 dirty="0">
                <a:solidFill>
                  <a:schemeClr val="bg1"/>
                </a:solidFill>
                <a:cs typeface="Arial" charset="0"/>
              </a:rPr>
              <a:t>OpenText ©2023 All rights reserved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5EDD3647-BC57-EE48-914D-F77061864D4B}"/>
              </a:ext>
            </a:extLst>
          </p:cNvPr>
          <p:cNvSpPr txBox="1">
            <a:spLocks/>
          </p:cNvSpPr>
          <p:nvPr userDrawn="1"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27779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ission / 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BE13A4-C793-4649-A719-B7BB3ADDC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0"/>
            <a:ext cx="12191207" cy="6345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33DFA-5A1C-EA4C-B851-25D99ED561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557939"/>
            <a:ext cx="11651764" cy="5311579"/>
          </a:xfrm>
          <a:noFill/>
        </p:spPr>
        <p:txBody>
          <a:bodyPr lIns="90000" anchor="ctr"/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mission or vision statement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8F58F3-F4DC-1643-8475-D1407A5E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90712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ro Statem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1762EBF-E0D7-8245-9003-E6DC25C5B1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1"/>
            <a:ext cx="12192000" cy="6341844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05000"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0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Drag and drop image onto slide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3A6F8CA-EB29-7B4C-8C88-14F0FA8683CF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F4B2B0-BF85-6749-9807-1542F0D260A9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969EFC-6015-994F-AAAE-36B45550D796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857ABE-281D-204A-961D-D55C5A4EEC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6349B6-CD87-3C40-A671-7A1B3EDBFBDB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F3C8DC-0EB1-A54A-9CC4-B7E9EB96D6B5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C20CD52-3955-584F-A4C5-5ABDC961B346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771F22C-7095-2046-98D8-7F526D021947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F8D0D1-E25C-514F-B0F6-009FE88EDA7B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C5FEE07-2797-9841-AF3F-7B02EA44BEC6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1BA9531-EC5F-D348-A85B-1F3BE61794D3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49FC18-348C-3841-A7B1-EEDE4ECECA73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BE07A37F-BC36-8141-9134-2D60B9BCDDB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738F67-F841-DE42-B53F-A15AB7EF8263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763862F-B08E-3A4A-B63B-0F08304B80A9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D6367C-0588-7B43-B808-760C7B6E2CA8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8EFBD302-5FB8-0241-8B29-359EEE31960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3F54A8-F6DF-774C-9ABE-A2BD51A7AF06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56BAB2B-CC37-3343-9E88-87CF2EE18C5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069F4C-8AD2-9246-B11A-D858D8BD55B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CA2CD0A-D65C-EA4B-BD79-7328CBB7BABA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77A331-35D8-0E4E-94C4-8D81EC99B7C7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3C2DA6-AE93-3E49-87C1-AD34E5C1951B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63CBDF1-AD68-0547-8D1F-E199906767F1}"/>
              </a:ext>
            </a:extLst>
          </p:cNvPr>
          <p:cNvSpPr txBox="1"/>
          <p:nvPr userDrawn="1"/>
        </p:nvSpPr>
        <p:spPr>
          <a:xfrm>
            <a:off x="0" y="-414211"/>
            <a:ext cx="5481946" cy="234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spc="5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9B5817D-3E68-FC42-8BC8-5368E0F6BBC0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932EA5C5-AD39-5F46-8B0F-BD5BBF63B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731771"/>
            <a:ext cx="12202754" cy="2280204"/>
          </a:xfrm>
          <a:gradFill>
            <a:gsLst>
              <a:gs pos="0">
                <a:schemeClr val="accent1">
                  <a:alpha val="76666"/>
                </a:schemeClr>
              </a:gs>
              <a:gs pos="100000">
                <a:schemeClr val="accent1"/>
              </a:gs>
            </a:gsLst>
            <a:lin ang="5400000" scaled="1"/>
          </a:gradFill>
          <a:ln w="12700">
            <a:noFill/>
          </a:ln>
        </p:spPr>
        <p:txBody>
          <a:bodyPr lIns="251999" rIns="251999" bIns="0" anchor="ctr"/>
          <a:lstStyle>
            <a:lvl1pPr algn="l">
              <a:lnSpc>
                <a:spcPct val="90000"/>
              </a:lnSpc>
              <a:defRPr sz="4400" b="1" i="0" cap="none" spc="0" baseline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Statement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BF1E6-6534-7549-9ED0-8ED25057DAD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0739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 S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B723B144-FA32-344B-9431-E31382ADDF3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7285220" y="0"/>
            <a:ext cx="4906780" cy="6344239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Drag and drop image onto slide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3A6F8CA-EB29-7B4C-8C88-14F0FA8683CF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F4B2B0-BF85-6749-9807-1542F0D260A9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969EFC-6015-994F-AAAE-36B45550D796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857ABE-281D-204A-961D-D55C5A4EEC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6349B6-CD87-3C40-A671-7A1B3EDBFBDB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F3C8DC-0EB1-A54A-9CC4-B7E9EB96D6B5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C20CD52-3955-584F-A4C5-5ABDC961B346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771F22C-7095-2046-98D8-7F526D021947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F8D0D1-E25C-514F-B0F6-009FE88EDA7B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C5FEE07-2797-9841-AF3F-7B02EA44BEC6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1BA9531-EC5F-D348-A85B-1F3BE61794D3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49FC18-348C-3841-A7B1-EEDE4ECECA73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BE07A37F-BC36-8141-9134-2D60B9BCDDB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738F67-F841-DE42-B53F-A15AB7EF8263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763862F-B08E-3A4A-B63B-0F08304B80A9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D6367C-0588-7B43-B808-760C7B6E2CA8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8EFBD302-5FB8-0241-8B29-359EEE31960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3F54A8-F6DF-774C-9ABE-A2BD51A7AF06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56BAB2B-CC37-3343-9E88-87CF2EE18C5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069F4C-8AD2-9246-B11A-D858D8BD55B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CA2CD0A-D65C-EA4B-BD79-7328CBB7BABA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77A331-35D8-0E4E-94C4-8D81EC99B7C7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3C2DA6-AE93-3E49-87C1-AD34E5C1951B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63CBDF1-AD68-0547-8D1F-E199906767F1}"/>
              </a:ext>
            </a:extLst>
          </p:cNvPr>
          <p:cNvSpPr txBox="1"/>
          <p:nvPr userDrawn="1"/>
        </p:nvSpPr>
        <p:spPr>
          <a:xfrm>
            <a:off x="0" y="-648990"/>
            <a:ext cx="5481946" cy="234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spc="5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7A7D7BE-DE18-CA45-BE37-32B6AA2AB25E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itle 1">
            <a:extLst>
              <a:ext uri="{FF2B5EF4-FFF2-40B4-BE49-F238E27FC236}">
                <a16:creationId xmlns:a16="http://schemas.microsoft.com/office/drawing/2014/main" id="{8F799074-CA80-E946-B8BB-5F58AA39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2400"/>
            <a:ext cx="6576662" cy="9731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28868-B510-B340-BF03-8D07F832CAC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BE5152-68F4-3B49-A693-A6DAE1E6EDE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263525" y="1376363"/>
            <a:ext cx="6581657" cy="478948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3"/>
            <a:endParaRPr lang="en-US"/>
          </a:p>
          <a:p>
            <a:pPr lvl="3"/>
            <a:endParaRPr lang="en-US"/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2549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5FC6-E615-2A40-BD93-96F93CE1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2401"/>
            <a:ext cx="11651764" cy="973138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AAF051-0DB1-5547-9810-62319ABD2BB9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A7B925-8430-5E43-9D3C-5945E52730FF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52167FA-2CE6-3E43-B4E9-804D52B635B2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A8516D1-1923-114A-A760-5BBAB43B9AF8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08893D-AE6E-6F4D-8677-124539924BA5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567EA5D-5284-7243-BA1D-B4D7551362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9ACD5-841B-9742-BF12-AB47740C0DD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2861E7-C993-CF4C-B237-7333B82A5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63525" y="1376363"/>
            <a:ext cx="11651764" cy="47894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309992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stimonial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FE3FE8A-F161-D246-959E-ABD4855B3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95" y="223"/>
            <a:ext cx="12191207" cy="62992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678B08-DC65-D248-8746-992440E249BE}"/>
              </a:ext>
            </a:extLst>
          </p:cNvPr>
          <p:cNvSpPr txBox="1"/>
          <p:nvPr userDrawn="1"/>
        </p:nvSpPr>
        <p:spPr>
          <a:xfrm>
            <a:off x="0" y="-414211"/>
            <a:ext cx="5481946" cy="234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spc="5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 CREATIVE SERVICES TO REQUEST ALTERNATIVE IMAGES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1F3CB-5ABB-E84B-B0E9-7E291E6F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88AD644-FBE3-F546-93FC-9E20DA798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6284" y="1354665"/>
            <a:ext cx="6849005" cy="2985125"/>
          </a:xfrm>
          <a:noFill/>
        </p:spPr>
        <p:txBody>
          <a:bodyPr tIns="216000" anchor="ctr"/>
          <a:lstStyle>
            <a:lvl1pPr algn="r">
              <a:defRPr sz="440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EF0CE46-C0A1-DD4A-B07B-2DDC6CC30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1985" y="4992612"/>
            <a:ext cx="6773303" cy="744046"/>
          </a:xfrm>
          <a:prstGeom prst="rect">
            <a:avLst/>
          </a:prstGeom>
          <a:noFill/>
        </p:spPr>
        <p:txBody>
          <a:bodyPr rIns="72000" anchor="t"/>
          <a:lstStyle>
            <a:lvl1pPr marL="0" indent="0" algn="r">
              <a:buNone/>
              <a:defRPr sz="20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r">
              <a:buNone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add name</a:t>
            </a:r>
          </a:p>
          <a:p>
            <a:pPr lvl="1"/>
            <a:r>
              <a:rPr lang="en-US"/>
              <a:t>Click to add job title or company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7E0E34-77FE-D844-B224-05D60E2C3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6283" y="558272"/>
            <a:ext cx="1092200" cy="1312862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16600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C5913F8-38A0-7F47-B5A2-BE537048EA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29050" y="3745053"/>
            <a:ext cx="1092200" cy="937013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9600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391422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&amp; Supportin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C91952AE-6861-7D4C-A679-7ED17406D2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958552" y="545122"/>
            <a:ext cx="2233448" cy="5495919"/>
          </a:xfrm>
          <a:custGeom>
            <a:avLst/>
            <a:gdLst>
              <a:gd name="connsiteX0" fmla="*/ 312822 w 2233448"/>
              <a:gd name="connsiteY0" fmla="*/ 0 h 5495919"/>
              <a:gd name="connsiteX1" fmla="*/ 568770 w 2233448"/>
              <a:gd name="connsiteY1" fmla="*/ 0 h 5495919"/>
              <a:gd name="connsiteX2" fmla="*/ 568770 w 2233448"/>
              <a:gd name="connsiteY2" fmla="*/ 96713 h 5495919"/>
              <a:gd name="connsiteX3" fmla="*/ 671350 w 2233448"/>
              <a:gd name="connsiteY3" fmla="*/ 199293 h 5495919"/>
              <a:gd name="connsiteX4" fmla="*/ 1820205 w 2233448"/>
              <a:gd name="connsiteY4" fmla="*/ 199293 h 5495919"/>
              <a:gd name="connsiteX5" fmla="*/ 1922785 w 2233448"/>
              <a:gd name="connsiteY5" fmla="*/ 96713 h 5495919"/>
              <a:gd name="connsiteX6" fmla="*/ 1922785 w 2233448"/>
              <a:gd name="connsiteY6" fmla="*/ 0 h 5495919"/>
              <a:gd name="connsiteX7" fmla="*/ 2233448 w 2233448"/>
              <a:gd name="connsiteY7" fmla="*/ 0 h 5495919"/>
              <a:gd name="connsiteX8" fmla="*/ 2233448 w 2233448"/>
              <a:gd name="connsiteY8" fmla="*/ 5495919 h 5495919"/>
              <a:gd name="connsiteX9" fmla="*/ 312822 w 2233448"/>
              <a:gd name="connsiteY9" fmla="*/ 5495919 h 5495919"/>
              <a:gd name="connsiteX10" fmla="*/ 0 w 2233448"/>
              <a:gd name="connsiteY10" fmla="*/ 5183097 h 5495919"/>
              <a:gd name="connsiteX11" fmla="*/ 0 w 2233448"/>
              <a:gd name="connsiteY11" fmla="*/ 312822 h 5495919"/>
              <a:gd name="connsiteX12" fmla="*/ 312822 w 2233448"/>
              <a:gd name="connsiteY12" fmla="*/ 0 h 549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33448" h="5495919">
                <a:moveTo>
                  <a:pt x="312822" y="0"/>
                </a:moveTo>
                <a:lnTo>
                  <a:pt x="568770" y="0"/>
                </a:lnTo>
                <a:lnTo>
                  <a:pt x="568770" y="96713"/>
                </a:lnTo>
                <a:cubicBezTo>
                  <a:pt x="568770" y="153366"/>
                  <a:pt x="614697" y="199293"/>
                  <a:pt x="671350" y="199293"/>
                </a:cubicBezTo>
                <a:lnTo>
                  <a:pt x="1820205" y="199293"/>
                </a:lnTo>
                <a:cubicBezTo>
                  <a:pt x="1876858" y="199293"/>
                  <a:pt x="1922785" y="153366"/>
                  <a:pt x="1922785" y="96713"/>
                </a:cubicBezTo>
                <a:lnTo>
                  <a:pt x="1922785" y="0"/>
                </a:lnTo>
                <a:lnTo>
                  <a:pt x="2233448" y="0"/>
                </a:lnTo>
                <a:lnTo>
                  <a:pt x="2233448" y="5495919"/>
                </a:lnTo>
                <a:lnTo>
                  <a:pt x="312822" y="5495919"/>
                </a:lnTo>
                <a:cubicBezTo>
                  <a:pt x="140055" y="5495919"/>
                  <a:pt x="0" y="5355864"/>
                  <a:pt x="0" y="5183097"/>
                </a:cubicBezTo>
                <a:lnTo>
                  <a:pt x="0" y="312822"/>
                </a:lnTo>
                <a:cubicBezTo>
                  <a:pt x="0" y="140055"/>
                  <a:pt x="140055" y="0"/>
                  <a:pt x="312822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rIns="251999" anchor="ctr"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Drag image onto slide to fill phone screen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A19A1-7307-4944-BE1C-F523537652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4361" y="152400"/>
            <a:ext cx="2879464" cy="6002770"/>
          </a:xfr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11D142-2F56-C44C-92D0-D7EA8A9DAB96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9E686AA-6EDF-FF48-9476-DD83F7100E37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0AE1A7C-1EB7-E244-8DE3-9EE13BBA15B6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FEC5364-347F-A24A-B1B8-ABC46E4248D0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66901DA-7F55-BA47-A660-CAD72EEFE9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8FDDD2-5858-A446-9B0E-1C063E0B4502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9D4316F-8829-C74B-A221-4A7DBA272431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50384B02-75E8-144E-8B22-F27459DBF213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0F73B797-007D-8F45-9B2F-99A3C206555C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3AED18F-21AD-404E-BED9-E23726592536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1A0C7D49-CE9B-2F4E-837A-3F7610651477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C08F9347-1020-3542-9083-C25D17003A7D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61D7E8F-96D6-0743-A4E6-BDE8FEE75931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92" name="Graphic 91">
                <a:extLst>
                  <a:ext uri="{FF2B5EF4-FFF2-40B4-BE49-F238E27FC236}">
                    <a16:creationId xmlns:a16="http://schemas.microsoft.com/office/drawing/2014/main" id="{3691DA32-4A25-3244-887F-106571CC704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7E1B2C8-A880-484B-8DF3-47F72B6478C1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81E6E9C-A854-8341-8896-14B11B0CB408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7B30112-E1F3-1141-9397-651EDD05AB4F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87" name="Graphic 86">
                <a:extLst>
                  <a:ext uri="{FF2B5EF4-FFF2-40B4-BE49-F238E27FC236}">
                    <a16:creationId xmlns:a16="http://schemas.microsoft.com/office/drawing/2014/main" id="{E436DB41-C87B-604D-93C9-4810EC7B879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67E7DC2-AEC6-AF45-A3F3-8D292343CC65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4EB5A3B8-7079-2F40-BAFD-A2396423A1F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9857E59-EF61-994A-A389-AD6537DDC945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95D23FB-7145-A148-9DEA-BCBCB72A6803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56B344F-230E-4740-9A53-CE43DAE6C421}"/>
                </a:ext>
              </a:extLst>
            </p:cNvPr>
            <p:cNvSpPr txBox="1"/>
            <p:nvPr userDrawn="1"/>
          </p:nvSpPr>
          <p:spPr>
            <a:xfrm>
              <a:off x="12776177" y="2045527"/>
              <a:ext cx="2016492" cy="41549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1600"/>
                </a:spcBef>
                <a:spcAft>
                  <a:spcPts val="300"/>
                </a:spcAft>
                <a:defRPr sz="1050" b="0" cap="none" spc="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134938" lvl="1" indent="-131763">
                <a:lnSpc>
                  <a:spcPct val="90000"/>
                </a:lnSpc>
                <a:spcAft>
                  <a:spcPts val="300"/>
                </a:spcAft>
                <a:buFont typeface="Wingdings" pitchFamily="2" charset="2"/>
                <a:buChar char="§"/>
                <a:tabLst/>
                <a:defRPr sz="9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lvl="2"/>
              <a:r>
                <a:rPr lang="en-US" sz="900"/>
                <a:t>Note: If the photo covers your text after you drop it in, simply right click the photo and select ‘Send to Back’.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2F0AEA9-8195-584F-9600-AE1D172C3038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E8A3DCD-14B5-734C-91E2-79637E3D58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09" y="315251"/>
            <a:ext cx="2619391" cy="6219155"/>
          </a:xfrm>
          <a:prstGeom prst="rect">
            <a:avLst/>
          </a:prstGeom>
        </p:spPr>
      </p:pic>
      <p:sp>
        <p:nvSpPr>
          <p:cNvPr id="36" name="Content Placeholder 4">
            <a:extLst>
              <a:ext uri="{FF2B5EF4-FFF2-40B4-BE49-F238E27FC236}">
                <a16:creationId xmlns:a16="http://schemas.microsoft.com/office/drawing/2014/main" id="{869742CE-A9EE-044C-A2BA-81128A041B9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1525" y="152400"/>
            <a:ext cx="6156325" cy="29065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ontent Placeholder 4">
            <a:extLst>
              <a:ext uri="{FF2B5EF4-FFF2-40B4-BE49-F238E27FC236}">
                <a16:creationId xmlns:a16="http://schemas.microsoft.com/office/drawing/2014/main" id="{8848A848-7E9E-154A-8D34-8AD2D6F021C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11525" y="3252095"/>
            <a:ext cx="6156325" cy="29065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49E3D-E464-6B41-AAF7-80CE0AA5A7C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63269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and Key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292821-60E2-0B4D-AA0C-C16AE0808848}"/>
              </a:ext>
            </a:extLst>
          </p:cNvPr>
          <p:cNvSpPr/>
          <p:nvPr userDrawn="1"/>
        </p:nvSpPr>
        <p:spPr>
          <a:xfrm>
            <a:off x="6361241" y="404813"/>
            <a:ext cx="5567233" cy="5761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5784247" cy="9731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Click to add slide title</a:t>
            </a:r>
            <a:endParaRPr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F8650D1-39A1-CF44-A6B9-55E0B1645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22957" y="636119"/>
            <a:ext cx="5057470" cy="2229851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y" algn="b"/>
          </a:blipFill>
        </p:spPr>
        <p:txBody>
          <a:bodyPr bIns="46800" anchor="ctr">
            <a:noAutofit/>
          </a:bodyPr>
          <a:lstStyle>
            <a:lvl1pPr marL="0" indent="0"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key takeaway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42D2C7D-D9E4-2347-8910-83CF1D5BA1A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263525" y="1376363"/>
            <a:ext cx="5755755" cy="414657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anchor="b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67390C-CF8E-8A47-87DF-C62375565150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C5F581-628A-AD40-A607-02AC0F42F561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0358D2C-845B-B249-A1AC-590041D9F72D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E0E1F92-63AA-C54A-A918-BAA49530610A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24624CA-8303-064D-8469-332D0C910C00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77819F-3351-5245-A24F-D67B2F2D83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EFFF55F2-1A60-BC45-9662-1CCB19F3F4F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70647" y="1972801"/>
            <a:ext cx="5755754" cy="418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Content Placeholder 4">
            <a:extLst>
              <a:ext uri="{FF2B5EF4-FFF2-40B4-BE49-F238E27FC236}">
                <a16:creationId xmlns:a16="http://schemas.microsoft.com/office/drawing/2014/main" id="{86E93ADF-FFD3-6B49-9C09-35011353A9EE}"/>
              </a:ext>
            </a:extLst>
          </p:cNvPr>
          <p:cNvSpPr>
            <a:spLocks noGrp="1"/>
          </p:cNvSpPr>
          <p:nvPr>
            <p:ph sz="quarter" idx="118"/>
          </p:nvPr>
        </p:nvSpPr>
        <p:spPr>
          <a:xfrm>
            <a:off x="6631200" y="3124801"/>
            <a:ext cx="5048736" cy="28367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B95F35B-A7B3-CD42-9DFE-2A3BBA2FDFE0}"/>
              </a:ext>
            </a:extLst>
          </p:cNvPr>
          <p:cNvSpPr>
            <a:spLocks noGrp="1"/>
          </p:cNvSpPr>
          <p:nvPr>
            <p:ph type="dt" sz="half" idx="119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4897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ck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3" cy="9731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Click to add slide title</a:t>
            </a:r>
            <a:endParaRPr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42D2C7D-D9E4-2347-8910-83CF1D5BA1A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263524" y="1395167"/>
            <a:ext cx="11651763" cy="39585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bIns="72000" anchor="b"/>
          <a:lstStyle>
            <a:lvl1pPr marL="0" indent="0"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2C8ED6C-6153-A847-8DCB-7DEDC274C0A1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263524" y="3876704"/>
            <a:ext cx="11651763" cy="39585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y" algn="bl"/>
          </a:blipFill>
        </p:spPr>
        <p:txBody>
          <a:bodyPr bIns="72000" anchor="b"/>
          <a:lstStyle>
            <a:lvl1pPr marL="0" indent="0"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content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CAAC84-323E-7C4A-9B98-66677C8940A4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5CFC71-B47A-A54D-AEBE-4721F45D29DC}"/>
              </a:ext>
            </a:extLst>
          </p:cNvPr>
          <p:cNvGrpSpPr/>
          <p:nvPr userDrawn="1"/>
        </p:nvGrpSpPr>
        <p:grpSpPr>
          <a:xfrm>
            <a:off x="12461307" y="152400"/>
            <a:ext cx="3093325" cy="809625"/>
            <a:chOff x="12461307" y="152400"/>
            <a:chExt cx="3093325" cy="80962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168C2B9-ADA9-624C-A89E-B96031CDC7FB}"/>
                </a:ext>
              </a:extLst>
            </p:cNvPr>
            <p:cNvSpPr/>
            <p:nvPr userDrawn="1"/>
          </p:nvSpPr>
          <p:spPr>
            <a:xfrm>
              <a:off x="12461307" y="152400"/>
              <a:ext cx="3093325" cy="8096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E480F3-3121-1048-91F3-2013B6789287}"/>
                </a:ext>
              </a:extLst>
            </p:cNvPr>
            <p:cNvSpPr/>
            <p:nvPr userDrawn="1"/>
          </p:nvSpPr>
          <p:spPr>
            <a:xfrm>
              <a:off x="12517897" y="219592"/>
              <a:ext cx="2960228" cy="66623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B7811A-96C0-B740-8247-00986021E3C8}"/>
                </a:ext>
              </a:extLst>
            </p:cNvPr>
            <p:cNvSpPr txBox="1"/>
            <p:nvPr userDrawn="1"/>
          </p:nvSpPr>
          <p:spPr>
            <a:xfrm>
              <a:off x="13123460" y="325491"/>
              <a:ext cx="2059390" cy="43627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Access programmed text formats by using the ‘Indent More’ button to change the indent level.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6E66BBF-CD27-B944-AA22-91FA904C9CE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/>
          </p:blipFill>
          <p:spPr>
            <a:xfrm>
              <a:off x="12671338" y="333949"/>
              <a:ext cx="320762" cy="350353"/>
            </a:xfrm>
            <a:prstGeom prst="round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A13A8-5EA5-E44A-8141-08D1AFCBC1C6}"/>
              </a:ext>
            </a:extLst>
          </p:cNvPr>
          <p:cNvSpPr>
            <a:spLocks noGrp="1"/>
          </p:cNvSpPr>
          <p:nvPr>
            <p:ph type="dt" sz="half" idx="123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F8CB8377-302B-244E-94FB-B36536DBBF83}"/>
              </a:ext>
            </a:extLst>
          </p:cNvPr>
          <p:cNvSpPr>
            <a:spLocks noGrp="1"/>
          </p:cNvSpPr>
          <p:nvPr>
            <p:ph sz="quarter" idx="121"/>
          </p:nvPr>
        </p:nvSpPr>
        <p:spPr>
          <a:xfrm>
            <a:off x="263525" y="1864801"/>
            <a:ext cx="11651763" cy="180529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97868BA9-EAE1-BE46-A782-0E3108629D3F}"/>
              </a:ext>
            </a:extLst>
          </p:cNvPr>
          <p:cNvSpPr>
            <a:spLocks noGrp="1"/>
          </p:cNvSpPr>
          <p:nvPr>
            <p:ph sz="quarter" idx="122"/>
          </p:nvPr>
        </p:nvSpPr>
        <p:spPr>
          <a:xfrm>
            <a:off x="263525" y="4360554"/>
            <a:ext cx="11651763" cy="180529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459152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1B3A341-ED0E-854D-B998-AE4AF0E50D9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999007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24641-2636-9C4A-B81F-8994DD698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4" cy="973138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B91D0D-9F61-3B4D-9A9B-E8550E88B9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5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724B5D4-892B-344E-ADD3-5946E322FF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3525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425C022-4754-EE42-8C22-2A6124BAE0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6151ECA-E502-F642-A248-BD3AE3ADE55F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A7E929C-7046-3D4E-9BEF-0AA496E0B98F}"/>
              </a:ext>
            </a:extLst>
          </p:cNvPr>
          <p:cNvGrpSpPr/>
          <p:nvPr userDrawn="1"/>
        </p:nvGrpSpPr>
        <p:grpSpPr>
          <a:xfrm>
            <a:off x="12495015" y="152400"/>
            <a:ext cx="2874210" cy="6370984"/>
            <a:chOff x="12457693" y="0"/>
            <a:chExt cx="2874210" cy="6370984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60E7864-8F6C-DB45-94B2-619632E9B58E}"/>
                </a:ext>
              </a:extLst>
            </p:cNvPr>
            <p:cNvSpPr/>
            <p:nvPr userDrawn="1"/>
          </p:nvSpPr>
          <p:spPr>
            <a:xfrm>
              <a:off x="12457693" y="0"/>
              <a:ext cx="2798651" cy="63709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A8C1645-2112-B042-9B2C-3F2E8A9FC110}"/>
                </a:ext>
              </a:extLst>
            </p:cNvPr>
            <p:cNvSpPr txBox="1"/>
            <p:nvPr userDrawn="1"/>
          </p:nvSpPr>
          <p:spPr>
            <a:xfrm>
              <a:off x="12613762" y="150289"/>
              <a:ext cx="1695977" cy="15234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defRPr>
              </a:lvl1pPr>
            </a:lstStyle>
            <a:p>
              <a:pPr marL="0" lvl="0" indent="0">
                <a:buNone/>
              </a:pPr>
              <a:r>
                <a:rPr lang="en-US">
                  <a:solidFill>
                    <a:schemeClr val="bg1"/>
                  </a:solidFill>
                </a:rPr>
                <a:t>HOW TO ADD AN IMAGE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6B60217-D2C9-8B46-A5A8-32207EAF429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3762" y="352906"/>
              <a:ext cx="1755381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11CA8CD-48BC-0748-9FD2-F803EF3B9FBD}"/>
                </a:ext>
              </a:extLst>
            </p:cNvPr>
            <p:cNvSpPr txBox="1"/>
            <p:nvPr userDrawn="1"/>
          </p:nvSpPr>
          <p:spPr>
            <a:xfrm>
              <a:off x="12776177" y="496513"/>
              <a:ext cx="2297338" cy="42165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 b="1"/>
                <a:t>Method 1: </a:t>
              </a:r>
              <a:r>
                <a:rPr lang="en-US" sz="600" b="0"/>
                <a:t>DRAG &amp; DROP</a:t>
              </a:r>
            </a:p>
            <a:p>
              <a:pPr lvl="1">
                <a:buNone/>
              </a:pPr>
              <a:r>
                <a:rPr lang="en-US" sz="1050"/>
                <a:t>On an empty master layout, drag and drop an image onto the slide.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554A704-6674-BB43-AB20-2E181F9B57EB}"/>
                </a:ext>
              </a:extLst>
            </p:cNvPr>
            <p:cNvGrpSpPr/>
            <p:nvPr userDrawn="1"/>
          </p:nvGrpSpPr>
          <p:grpSpPr>
            <a:xfrm>
              <a:off x="12596752" y="2653788"/>
              <a:ext cx="2735151" cy="2087177"/>
              <a:chOff x="12596752" y="5446684"/>
              <a:chExt cx="2735151" cy="2087177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012C7B92-F2AA-9F45-A792-FFDCCA4C1309}"/>
                  </a:ext>
                </a:extLst>
              </p:cNvPr>
              <p:cNvGrpSpPr/>
              <p:nvPr userDrawn="1"/>
            </p:nvGrpSpPr>
            <p:grpSpPr>
              <a:xfrm>
                <a:off x="12596752" y="5446684"/>
                <a:ext cx="2735151" cy="2087177"/>
                <a:chOff x="12596752" y="3550835"/>
                <a:chExt cx="2735151" cy="2087177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E5544EB0-5E10-254D-8AE0-A8CCC9620441}"/>
                    </a:ext>
                  </a:extLst>
                </p:cNvPr>
                <p:cNvSpPr/>
                <p:nvPr userDrawn="1"/>
              </p:nvSpPr>
              <p:spPr>
                <a:xfrm>
                  <a:off x="12596752" y="3550835"/>
                  <a:ext cx="2735151" cy="208717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A59A1BCF-4BC0-BF46-B962-07D8C33C7F41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4875845"/>
                  <a:ext cx="2422981" cy="4985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3175" lvl="1" indent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itchFamily="2" charset="2"/>
                    <a:buNone/>
                    <a:tabLst/>
                    <a:defRPr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Deleting the image may bring the image placeholder to the top layer, covering your text. Right-click on the placeholder and choose “Send to Back”.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1D902BA3-9FC1-474F-9879-75FCD0149012}"/>
                    </a:ext>
                  </a:extLst>
                </p:cNvPr>
                <p:cNvSpPr txBox="1"/>
                <p:nvPr userDrawn="1"/>
              </p:nvSpPr>
              <p:spPr>
                <a:xfrm>
                  <a:off x="12771991" y="3940775"/>
                  <a:ext cx="2156990" cy="81201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1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First, delete the existing image to reset the photo placeholder functionality. </a:t>
                  </a: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may need to shift the gradient aside in order to do this. </a:t>
                  </a:r>
                </a:p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b="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Second, use one of the methods outlined above to add a new photo. </a:t>
                  </a:r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439F8BA-92D5-EC44-A78A-81B6BE9DDB8F}"/>
                    </a:ext>
                  </a:extLst>
                </p:cNvPr>
                <p:cNvSpPr txBox="1"/>
                <p:nvPr userDrawn="1"/>
              </p:nvSpPr>
              <p:spPr>
                <a:xfrm>
                  <a:off x="12771990" y="5385156"/>
                  <a:ext cx="2422981" cy="124650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/>
                <a:p>
                  <a:pPr marL="0" indent="0" algn="l" defTabSz="914400" rtl="0" eaLnBrk="1" latinLnBrk="0" hangingPunct="1">
                    <a:spcBef>
                      <a:spcPts val="200"/>
                    </a:spcBef>
                    <a:buNone/>
                  </a:pPr>
                  <a:r>
                    <a:rPr lang="en-US" sz="900" kern="12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charset="0"/>
                      <a:ea typeface="Arial" charset="0"/>
                      <a:cs typeface="Arial" charset="0"/>
                    </a:rPr>
                    <a:t>You can now add a new image as normal.</a:t>
                  </a:r>
                </a:p>
              </p:txBody>
            </p:sp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4565E4E-F965-CF47-9AF3-10262D7C7F69}"/>
                  </a:ext>
                </a:extLst>
              </p:cNvPr>
              <p:cNvSpPr txBox="1"/>
              <p:nvPr userDrawn="1"/>
            </p:nvSpPr>
            <p:spPr>
              <a:xfrm>
                <a:off x="12962943" y="5575485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Change Image</a:t>
                </a:r>
              </a:p>
            </p:txBody>
          </p:sp>
          <p:pic>
            <p:nvPicPr>
              <p:cNvPr id="119" name="Graphic 118">
                <a:extLst>
                  <a:ext uri="{FF2B5EF4-FFF2-40B4-BE49-F238E27FC236}">
                    <a16:creationId xmlns:a16="http://schemas.microsoft.com/office/drawing/2014/main" id="{AEBD7B6F-3DEE-AD40-9AAF-99977C4B954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5585768"/>
                <a:ext cx="155227" cy="155227"/>
              </a:xfrm>
              <a:prstGeom prst="rect">
                <a:avLst/>
              </a:prstGeom>
            </p:spPr>
          </p:pic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B425B32-FE70-644F-8797-8EF8F357BCC5}"/>
                </a:ext>
              </a:extLst>
            </p:cNvPr>
            <p:cNvGrpSpPr/>
            <p:nvPr userDrawn="1"/>
          </p:nvGrpSpPr>
          <p:grpSpPr>
            <a:xfrm>
              <a:off x="12596752" y="4895098"/>
              <a:ext cx="2735151" cy="1280928"/>
              <a:chOff x="12596752" y="4090029"/>
              <a:chExt cx="2735151" cy="1280928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922FA7E-E032-194E-B97D-AB34EC836BD2}"/>
                  </a:ext>
                </a:extLst>
              </p:cNvPr>
              <p:cNvSpPr/>
              <p:nvPr userDrawn="1"/>
            </p:nvSpPr>
            <p:spPr>
              <a:xfrm>
                <a:off x="12596752" y="4090029"/>
                <a:ext cx="2735151" cy="12809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1D6CFBD-0AE8-F241-A5C2-FD0822528B50}"/>
                  </a:ext>
                </a:extLst>
              </p:cNvPr>
              <p:cNvSpPr txBox="1"/>
              <p:nvPr userDrawn="1"/>
            </p:nvSpPr>
            <p:spPr>
              <a:xfrm>
                <a:off x="12962943" y="4218828"/>
                <a:ext cx="2368960" cy="152349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100">
                    <a:solidFill>
                      <a:schemeClr val="accent2"/>
                    </a:solidFill>
                    <a:latin typeface="Arial" charset="0"/>
                    <a:ea typeface="Arial" charset="0"/>
                    <a:cs typeface="Arial" charset="0"/>
                  </a:rPr>
                  <a:t>TIP: Crop Image</a:t>
                </a:r>
              </a:p>
            </p:txBody>
          </p:sp>
          <p:pic>
            <p:nvPicPr>
              <p:cNvPr id="114" name="Graphic 113">
                <a:extLst>
                  <a:ext uri="{FF2B5EF4-FFF2-40B4-BE49-F238E27FC236}">
                    <a16:creationId xmlns:a16="http://schemas.microsoft.com/office/drawing/2014/main" id="{6FA7765A-139C-694A-A927-345F327F885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756975" y="4229111"/>
                <a:ext cx="155227" cy="155227"/>
              </a:xfrm>
              <a:prstGeom prst="rect">
                <a:avLst/>
              </a:prstGeom>
            </p:spPr>
          </p:pic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6648D52-7111-184F-AF49-A989AA7F5ECE}"/>
                  </a:ext>
                </a:extLst>
              </p:cNvPr>
              <p:cNvSpPr txBox="1"/>
              <p:nvPr userDrawn="1"/>
            </p:nvSpPr>
            <p:spPr>
              <a:xfrm>
                <a:off x="12756975" y="4483012"/>
                <a:ext cx="2384904" cy="738664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lvl="0">
                  <a:spcBef>
                    <a:spcPts val="1000"/>
                  </a:spcBef>
                  <a:spcAft>
                    <a:spcPts val="300"/>
                  </a:spcAft>
                  <a:defRPr sz="1050" b="0" cap="none" spc="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134938" lvl="1" indent="-131763">
                  <a:lnSpc>
                    <a:spcPct val="90000"/>
                  </a:lnSpc>
                  <a:spcAft>
                    <a:spcPts val="300"/>
                  </a:spcAft>
                  <a:buFont typeface="Wingdings" pitchFamily="2" charset="2"/>
                  <a:buChar char="§"/>
                  <a:tabLst/>
                  <a:defRPr sz="90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113" lvl="2" indent="0">
                  <a:spcBef>
                    <a:spcPts val="300"/>
                  </a:spcBef>
                  <a:buFont typeface="Wingdings" pitchFamily="2" charset="2"/>
                  <a:buNone/>
                  <a:tabLst/>
                  <a:defRPr sz="800">
                    <a:solidFill>
                      <a:schemeClr val="bg1">
                        <a:lumMod val="85000"/>
                      </a:schemeClr>
                    </a:solidFill>
                  </a:defRPr>
                </a:lvl3pPr>
              </a:lstStyle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Right-click on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Choose “Crop” from the menu. (       )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Adjust the size and position of the image.</a:t>
                </a:r>
              </a:p>
              <a:p>
                <a:pPr marL="3175" lvl="1" indent="0">
                  <a:buNone/>
                  <a:defRPr/>
                </a:pPr>
                <a:r>
                  <a:rPr lang="en-US" sz="9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charset="0"/>
                    <a:cs typeface="Arial" charset="0"/>
                  </a:rPr>
                  <a:t>Press Esc or click outside the image area to exit the cropping mode.</a:t>
                </a:r>
              </a:p>
            </p:txBody>
          </p: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7460780B-D27D-864E-8E82-10F5FA32FB99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4553978" y="4567445"/>
                <a:ext cx="136897" cy="213643"/>
              </a:xfrm>
              <a:prstGeom prst="rect">
                <a:avLst/>
              </a:prstGeom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D01E91B-AF16-5B46-B5E5-6B5B54E6D313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500436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F75532A-74FC-FB4A-A0CF-AAF908803095}"/>
                </a:ext>
              </a:extLst>
            </p:cNvPr>
            <p:cNvSpPr txBox="1"/>
            <p:nvPr userDrawn="1"/>
          </p:nvSpPr>
          <p:spPr>
            <a:xfrm>
              <a:off x="12776177" y="1104602"/>
              <a:ext cx="2289935" cy="85792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600"/>
                <a:t>Method 2: </a:t>
              </a:r>
              <a:r>
                <a:rPr lang="en-US" sz="600" b="0"/>
                <a:t>PLACEHOLDER ICON</a:t>
              </a:r>
            </a:p>
            <a:p>
              <a:pPr lvl="1">
                <a:buNone/>
              </a:pPr>
              <a:r>
                <a:rPr lang="en-US" sz="1050"/>
                <a:t>Click the image icon inside the placeholder to browse for an image. You may need to shift the gradient aside in order to access the placeholder icon.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267567B-78A9-4042-8787-54CFCA56E5C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2577088" y="1111659"/>
              <a:ext cx="114706" cy="11470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vert="horz"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5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ECDD292-0A41-9347-A63B-366424DB3358}"/>
                </a:ext>
              </a:extLst>
            </p:cNvPr>
            <p:cNvSpPr txBox="1"/>
            <p:nvPr userDrawn="1"/>
          </p:nvSpPr>
          <p:spPr>
            <a:xfrm>
              <a:off x="12776178" y="2120415"/>
              <a:ext cx="1947530" cy="29084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lvl="0">
                <a:spcBef>
                  <a:spcPts val="900"/>
                </a:spcBef>
                <a:spcAft>
                  <a:spcPts val="300"/>
                </a:spcAft>
                <a:defRPr sz="800" b="1" cap="all" spc="20" baseline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0" lvl="1" indent="0">
                <a:lnSpc>
                  <a:spcPct val="90000"/>
                </a:lnSpc>
                <a:spcAft>
                  <a:spcPts val="300"/>
                </a:spcAft>
                <a:tabLst/>
                <a:defRPr sz="120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113" lvl="2" indent="0">
                <a:spcBef>
                  <a:spcPts val="300"/>
                </a:spcBef>
                <a:buFont typeface="Wingdings" pitchFamily="2" charset="2"/>
                <a:buNone/>
                <a:tabLst/>
                <a:defRPr sz="800">
                  <a:solidFill>
                    <a:schemeClr val="bg1">
                      <a:lumMod val="85000"/>
                    </a:schemeClr>
                  </a:solidFill>
                </a:defRPr>
              </a:lvl3pPr>
            </a:lstStyle>
            <a:p>
              <a:pPr marL="0" lvl="0" indent="0">
                <a:buFont typeface="Arial" panose="020B0604020202020204" pitchFamily="34" charset="0"/>
                <a:buNone/>
              </a:pPr>
              <a:r>
                <a:rPr lang="en-US" sz="1050"/>
                <a:t>Images will fill in from left to right. 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81F64-BA3C-3144-BCAE-2ED89B12E4AD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52" name="Picture Placeholder 35">
            <a:extLst>
              <a:ext uri="{FF2B5EF4-FFF2-40B4-BE49-F238E27FC236}">
                <a16:creationId xmlns:a16="http://schemas.microsoft.com/office/drawing/2014/main" id="{4B0B3411-E35B-9647-A09B-711F029FC35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4022623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AA80F8C2-4050-A045-AD94-75AD73F6EB0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87141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6273F053-3DCA-A043-9247-ECABDCA39FE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87141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CD4EC102-A65D-9E4C-A5BB-85175C8C12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87141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sp>
        <p:nvSpPr>
          <p:cNvPr id="56" name="Picture Placeholder 35">
            <a:extLst>
              <a:ext uri="{FF2B5EF4-FFF2-40B4-BE49-F238E27FC236}">
                <a16:creationId xmlns:a16="http://schemas.microsoft.com/office/drawing/2014/main" id="{8BEC7FBF-6709-EB48-80A3-EB7EB20E584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auto">
          <a:xfrm>
            <a:off x="7021855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A8A8F3F9-4899-1146-B73A-B5BB6961B2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373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92995636-5046-7345-92E7-A945A363007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86373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C180E255-7138-284A-BDF9-C028FF950A8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86373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  <p:sp>
        <p:nvSpPr>
          <p:cNvPr id="60" name="Picture Placeholder 35">
            <a:extLst>
              <a:ext uri="{FF2B5EF4-FFF2-40B4-BE49-F238E27FC236}">
                <a16:creationId xmlns:a16="http://schemas.microsoft.com/office/drawing/2014/main" id="{2EA761DA-83F1-924F-B29B-E54668336CC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auto">
          <a:xfrm>
            <a:off x="9996703" y="1519756"/>
            <a:ext cx="1191698" cy="1191698"/>
          </a:xfrm>
          <a:custGeom>
            <a:avLst/>
            <a:gdLst>
              <a:gd name="connsiteX0" fmla="*/ 576064 w 1152128"/>
              <a:gd name="connsiteY0" fmla="*/ 0 h 1152128"/>
              <a:gd name="connsiteX1" fmla="*/ 1152128 w 1152128"/>
              <a:gd name="connsiteY1" fmla="*/ 576064 h 1152128"/>
              <a:gd name="connsiteX2" fmla="*/ 576064 w 1152128"/>
              <a:gd name="connsiteY2" fmla="*/ 1152128 h 1152128"/>
              <a:gd name="connsiteX3" fmla="*/ 0 w 1152128"/>
              <a:gd name="connsiteY3" fmla="*/ 576064 h 1152128"/>
              <a:gd name="connsiteX4" fmla="*/ 576064 w 1152128"/>
              <a:gd name="connsiteY4" fmla="*/ 0 h 11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128" h="1152128">
                <a:moveTo>
                  <a:pt x="576064" y="0"/>
                </a:moveTo>
                <a:cubicBezTo>
                  <a:pt x="894215" y="0"/>
                  <a:pt x="1152128" y="257913"/>
                  <a:pt x="1152128" y="576064"/>
                </a:cubicBezTo>
                <a:cubicBezTo>
                  <a:pt x="1152128" y="894215"/>
                  <a:pt x="894215" y="1152128"/>
                  <a:pt x="576064" y="1152128"/>
                </a:cubicBezTo>
                <a:cubicBezTo>
                  <a:pt x="257913" y="1152128"/>
                  <a:pt x="0" y="894215"/>
                  <a:pt x="0" y="576064"/>
                </a:cubicBezTo>
                <a:cubicBezTo>
                  <a:pt x="0" y="257913"/>
                  <a:pt x="257913" y="0"/>
                  <a:pt x="57606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headshot</a:t>
            </a:r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AEF904AA-51FA-504E-9121-A959C42AE6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261221" y="2835167"/>
            <a:ext cx="2662662" cy="461413"/>
          </a:xfrm>
        </p:spPr>
        <p:txBody>
          <a:bodyPr l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cap="none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491FE42-DE74-4C46-97D3-94F6733D19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261221" y="3304826"/>
            <a:ext cx="2662662" cy="592487"/>
          </a:xfr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9">
            <a:extLst>
              <a:ext uri="{FF2B5EF4-FFF2-40B4-BE49-F238E27FC236}">
                <a16:creationId xmlns:a16="http://schemas.microsoft.com/office/drawing/2014/main" id="{D0207C6D-5318-6545-96A3-3A7CDCDC120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61221" y="3897313"/>
            <a:ext cx="2662662" cy="2268538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x" algn="tl"/>
          </a:blipFill>
        </p:spPr>
        <p:txBody>
          <a:bodyPr lIns="0" tIns="180000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200" b="0" i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Click to add bio</a:t>
            </a:r>
          </a:p>
        </p:txBody>
      </p:sp>
    </p:spTree>
    <p:extLst>
      <p:ext uri="{BB962C8B-B14F-4D97-AF65-F5344CB8AC3E}">
        <p14:creationId xmlns:p14="http://schemas.microsoft.com/office/powerpoint/2010/main" val="3732534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5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7A4E1F0-ED0F-2C48-9426-F1CA70CB93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" y="223"/>
            <a:ext cx="12191207" cy="685755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711" y="152401"/>
            <a:ext cx="11651764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2E41B-E531-4D4E-9B8C-328872F5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F5BABF32-54A9-BC44-9F67-87DB9E3990B9}"/>
              </a:ext>
            </a:extLst>
          </p:cNvPr>
          <p:cNvSpPr txBox="1">
            <a:spLocks/>
          </p:cNvSpPr>
          <p:nvPr userDrawn="1"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 dirty="0">
                <a:solidFill>
                  <a:schemeClr val="bg1"/>
                </a:solidFill>
                <a:cs typeface="Arial" charset="0"/>
              </a:rPr>
              <a:t>OpenText ©2023 All rights reserved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0C5F97F1-AB4F-1B48-BDDD-9ACFF3677086}"/>
              </a:ext>
            </a:extLst>
          </p:cNvPr>
          <p:cNvSpPr txBox="1">
            <a:spLocks/>
          </p:cNvSpPr>
          <p:nvPr userDrawn="1"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998181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C6B0F3A-8DDD-5444-846F-28551CF656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77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711" y="152401"/>
            <a:ext cx="11638578" cy="9731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11C771-15C6-634F-9DFD-819CE01520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9E9EE-BF4F-E049-BB5F-5AA54C2A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9DD08BE4-1B87-4446-A067-4900FF453747}"/>
              </a:ext>
            </a:extLst>
          </p:cNvPr>
          <p:cNvSpPr txBox="1">
            <a:spLocks/>
          </p:cNvSpPr>
          <p:nvPr userDrawn="1"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 dirty="0">
                <a:solidFill>
                  <a:schemeClr val="bg1"/>
                </a:solidFill>
                <a:cs typeface="Arial" charset="0"/>
              </a:rPr>
              <a:t>OpenText ©2023 All rights reserved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1524786-C3B4-0F4C-9DD1-A89CB20561BF}"/>
              </a:ext>
            </a:extLst>
          </p:cNvPr>
          <p:cNvSpPr txBox="1">
            <a:spLocks/>
          </p:cNvSpPr>
          <p:nvPr userDrawn="1"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376410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D6E01-6FCC-2F43-AE99-21C8E117D012}"/>
              </a:ext>
            </a:extLst>
          </p:cNvPr>
          <p:cNvCxnSpPr/>
          <p:nvPr userDrawn="1"/>
        </p:nvCxnSpPr>
        <p:spPr>
          <a:xfrm>
            <a:off x="0" y="6341844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F5295C0-D13A-CC44-8189-17A4AC13C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2401"/>
            <a:ext cx="11651764" cy="973138"/>
          </a:xfrm>
        </p:spPr>
        <p:txBody>
          <a:bodyPr/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545DD-AEDF-3C4F-9EC7-AB6A827D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87670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DD3CD4A8-FE3B-87FC-3CB0-7912524953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6B84FE1-4F9B-FB47-868C-9D7C324D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91" y="3329098"/>
            <a:ext cx="10932237" cy="84124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E648B9-909E-1148-833B-86CE913BB54C}"/>
              </a:ext>
            </a:extLst>
          </p:cNvPr>
          <p:cNvSpPr txBox="1"/>
          <p:nvPr userDrawn="1"/>
        </p:nvSpPr>
        <p:spPr>
          <a:xfrm>
            <a:off x="628691" y="5766745"/>
            <a:ext cx="109322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3000" b="1" err="1">
                <a:solidFill>
                  <a:schemeClr val="bg1"/>
                </a:solidFill>
                <a:latin typeface="+mj-lt"/>
                <a:ea typeface="Lato" charset="0"/>
                <a:cs typeface="Lato" charset="0"/>
              </a:rPr>
              <a:t>opentext.com</a:t>
            </a:r>
            <a:endParaRPr lang="en-US" sz="3000" b="1">
              <a:solidFill>
                <a:schemeClr val="bg1"/>
              </a:solidFill>
              <a:latin typeface="+mj-lt"/>
              <a:ea typeface="Lato" charset="0"/>
              <a:cs typeface="Lato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3E10C71-3E19-C749-B45D-2CE5700462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6286" y="4602063"/>
            <a:ext cx="435298" cy="3539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745F2F-F2B0-794B-880F-EAE1FAFED14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9347" y="5165165"/>
            <a:ext cx="435298" cy="4352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1E21FD-4F5C-C243-AEC3-E2383A6DFA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7672" y="1423283"/>
            <a:ext cx="5809411" cy="1102017"/>
          </a:xfrm>
          <a:prstGeom prst="rect">
            <a:avLst/>
          </a:prstGeom>
          <a:effectLst>
            <a:innerShdw blurRad="50800" dist="38100" dir="162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2200501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hank You Secon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21A6994-14CF-D176-D806-7907B6DD10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C1BA4B-E9CB-D04F-B611-577554C885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7672" y="2877992"/>
            <a:ext cx="5809411" cy="1102017"/>
          </a:xfrm>
          <a:prstGeom prst="rect">
            <a:avLst/>
          </a:prstGeom>
          <a:effectLst>
            <a:innerShdw blurRad="50800" dist="38100" dir="162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857615081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asic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280274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Blue Title Slide">
    <p:bg>
      <p:bgPr>
        <a:gradFill>
          <a:gsLst>
            <a:gs pos="35000">
              <a:srgbClr val="29ADFE"/>
            </a:gs>
            <a:gs pos="74000">
              <a:schemeClr val="accent4">
                <a:lumMod val="75000"/>
              </a:schemeClr>
            </a:gs>
          </a:gsLst>
          <a:lin ang="26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270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FA1E0"/>
              </a:gs>
              <a:gs pos="100000">
                <a:srgbClr val="5629D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1270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FA1E0">
                  <a:alpha val="59000"/>
                </a:srgbClr>
              </a:gs>
              <a:gs pos="100000">
                <a:srgbClr val="5629D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3330" y="6373067"/>
            <a:ext cx="892807" cy="2134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17" y="6357938"/>
            <a:ext cx="1178269" cy="23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1129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BEF44C-BD38-B432-EBC5-E673CD105B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447215"/>
            <a:ext cx="6082991" cy="1298575"/>
          </a:xfrm>
          <a:noFill/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 here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3824080"/>
            <a:ext cx="6082992" cy="40896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246428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AB832C-093E-63DD-C076-96A3360375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6D82020-977B-074A-ABCD-112BD3B94A4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3741285"/>
            <a:ext cx="6194503" cy="624691"/>
          </a:xfrm>
          <a:prstGeom prst="rect">
            <a:avLst/>
          </a:prstGeom>
          <a:noFill/>
        </p:spPr>
        <p:txBody>
          <a:bodyPr lIns="0" t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Presentation Subtitle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63C04AC-74DA-1648-A9CB-6E4FDDB1FA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506463"/>
            <a:ext cx="6194502" cy="1227138"/>
          </a:xfrm>
          <a:noFill/>
          <a:ln>
            <a:noFill/>
          </a:ln>
        </p:spPr>
        <p:txBody>
          <a:bodyPr vert="horz" wrap="square" lIns="0" tIns="72000" rIns="91440" bIns="0" numCol="1" anchor="b" anchorCtr="0" compatLnSpc="1">
            <a:prstTxWarp prst="textNoShape">
              <a:avLst/>
            </a:prstTxWarp>
          </a:bodyPr>
          <a:lstStyle>
            <a:lvl1pPr>
              <a:defRPr lang="en-US" sz="4400" b="1" cap="none" spc="0" baseline="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/>
              <a:t>Click to Add 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7F883-98AA-0214-43C2-FDCBFB197F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9" y="5471828"/>
            <a:ext cx="4568159" cy="904942"/>
          </a:xfrm>
          <a:noFill/>
        </p:spPr>
        <p:txBody>
          <a:bodyPr/>
          <a:lstStyle>
            <a:lvl1pPr>
              <a:defRPr sz="1800">
                <a:solidFill>
                  <a:schemeClr val="accent4">
                    <a:lumMod val="75000"/>
                  </a:schemeClr>
                </a:solidFill>
              </a:defRPr>
            </a:lvl1pPr>
            <a:lvl2pPr marL="9525" indent="0">
              <a:buNone/>
              <a:defRPr sz="1400">
                <a:solidFill>
                  <a:schemeClr val="accent4">
                    <a:lumMod val="75000"/>
                  </a:schemeClr>
                </a:solidFill>
              </a:defRPr>
            </a:lvl2pPr>
            <a:lvl3pPr marL="0" indent="0">
              <a:buNone/>
              <a:defRPr sz="1200">
                <a:solidFill>
                  <a:schemeClr val="accent4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  <a:p>
            <a:pPr lvl="2"/>
            <a:r>
              <a:rPr lang="en-US" dirty="0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689D76-FA9C-CFA6-9187-F2F82CE2D7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21995" y="366510"/>
            <a:ext cx="2362677" cy="37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83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 Separat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5" y="429272"/>
            <a:ext cx="10311765" cy="107622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631" y="6352241"/>
            <a:ext cx="715153" cy="287144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6785" y="967383"/>
            <a:ext cx="11197887" cy="851892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1500" b="1" kern="1200" baseline="0" smtClean="0">
                <a:solidFill>
                  <a:srgbClr val="1668C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subhead text (20pt)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46785" y="1538091"/>
            <a:ext cx="10311765" cy="4638872"/>
          </a:xfrm>
        </p:spPr>
        <p:txBody>
          <a:bodyPr>
            <a:normAutofit/>
          </a:bodyPr>
          <a:lstStyle>
            <a:lvl1pPr>
              <a:defRPr sz="1200"/>
            </a:lvl1pPr>
            <a:lvl2pPr marL="400050" indent="-171450">
              <a:buFont typeface="Courier New" panose="02070309020205020404" pitchFamily="49" charset="0"/>
              <a:buChar char="o"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2" name="Rectangle 51"/>
          <p:cNvSpPr/>
          <p:nvPr userDrawn="1"/>
        </p:nvSpPr>
        <p:spPr>
          <a:xfrm>
            <a:off x="1048005" y="1"/>
            <a:ext cx="1799697" cy="1518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50" y="6430219"/>
            <a:ext cx="968356" cy="209165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>
            <a:off x="10564484" y="6449405"/>
            <a:ext cx="740366" cy="179271"/>
            <a:chOff x="-504825" y="3757613"/>
            <a:chExt cx="1009650" cy="244475"/>
          </a:xfrm>
          <a:solidFill>
            <a:schemeClr val="bg1">
              <a:lumMod val="85000"/>
            </a:schemeClr>
          </a:solidFill>
        </p:grpSpPr>
        <p:sp>
          <p:nvSpPr>
            <p:cNvPr id="13" name="Freeform 5"/>
            <p:cNvSpPr>
              <a:spLocks/>
            </p:cNvSpPr>
            <p:nvPr userDrawn="1"/>
          </p:nvSpPr>
          <p:spPr bwMode="auto">
            <a:xfrm>
              <a:off x="-504825" y="3808413"/>
              <a:ext cx="193675" cy="193675"/>
            </a:xfrm>
            <a:custGeom>
              <a:avLst/>
              <a:gdLst>
                <a:gd name="T0" fmla="*/ 0 w 122"/>
                <a:gd name="T1" fmla="*/ 122 h 122"/>
                <a:gd name="T2" fmla="*/ 0 w 122"/>
                <a:gd name="T3" fmla="*/ 0 h 122"/>
                <a:gd name="T4" fmla="*/ 30 w 122"/>
                <a:gd name="T5" fmla="*/ 0 h 122"/>
                <a:gd name="T6" fmla="*/ 30 w 122"/>
                <a:gd name="T7" fmla="*/ 92 h 122"/>
                <a:gd name="T8" fmla="*/ 122 w 122"/>
                <a:gd name="T9" fmla="*/ 92 h 122"/>
                <a:gd name="T10" fmla="*/ 122 w 122"/>
                <a:gd name="T11" fmla="*/ 122 h 122"/>
                <a:gd name="T12" fmla="*/ 0 w 122"/>
                <a:gd name="T13" fmla="*/ 122 h 122"/>
                <a:gd name="T14" fmla="*/ 0 w 122"/>
                <a:gd name="T15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2">
                  <a:moveTo>
                    <a:pt x="0" y="122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92"/>
                  </a:lnTo>
                  <a:lnTo>
                    <a:pt x="122" y="92"/>
                  </a:lnTo>
                  <a:lnTo>
                    <a:pt x="122" y="122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/>
            <p:cNvSpPr>
              <a:spLocks/>
            </p:cNvSpPr>
            <p:nvPr userDrawn="1"/>
          </p:nvSpPr>
          <p:spPr bwMode="auto">
            <a:xfrm>
              <a:off x="-457200" y="3763963"/>
              <a:ext cx="193675" cy="190500"/>
            </a:xfrm>
            <a:custGeom>
              <a:avLst/>
              <a:gdLst>
                <a:gd name="T0" fmla="*/ 0 w 122"/>
                <a:gd name="T1" fmla="*/ 28 h 120"/>
                <a:gd name="T2" fmla="*/ 0 w 122"/>
                <a:gd name="T3" fmla="*/ 0 h 120"/>
                <a:gd name="T4" fmla="*/ 122 w 122"/>
                <a:gd name="T5" fmla="*/ 0 h 120"/>
                <a:gd name="T6" fmla="*/ 122 w 122"/>
                <a:gd name="T7" fmla="*/ 120 h 120"/>
                <a:gd name="T8" fmla="*/ 92 w 122"/>
                <a:gd name="T9" fmla="*/ 120 h 120"/>
                <a:gd name="T10" fmla="*/ 92 w 122"/>
                <a:gd name="T11" fmla="*/ 28 h 120"/>
                <a:gd name="T12" fmla="*/ 0 w 122"/>
                <a:gd name="T13" fmla="*/ 28 h 120"/>
                <a:gd name="T14" fmla="*/ 0 w 122"/>
                <a:gd name="T15" fmla="*/ 2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0">
                  <a:moveTo>
                    <a:pt x="0" y="28"/>
                  </a:moveTo>
                  <a:lnTo>
                    <a:pt x="0" y="0"/>
                  </a:lnTo>
                  <a:lnTo>
                    <a:pt x="122" y="0"/>
                  </a:lnTo>
                  <a:lnTo>
                    <a:pt x="122" y="120"/>
                  </a:lnTo>
                  <a:lnTo>
                    <a:pt x="92" y="120"/>
                  </a:lnTo>
                  <a:lnTo>
                    <a:pt x="92" y="28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/>
            <p:cNvSpPr>
              <a:spLocks/>
            </p:cNvSpPr>
            <p:nvPr userDrawn="1"/>
          </p:nvSpPr>
          <p:spPr bwMode="auto">
            <a:xfrm>
              <a:off x="-209550" y="3763963"/>
              <a:ext cx="111125" cy="101600"/>
            </a:xfrm>
            <a:custGeom>
              <a:avLst/>
              <a:gdLst>
                <a:gd name="T0" fmla="*/ 70 w 70"/>
                <a:gd name="T1" fmla="*/ 64 h 64"/>
                <a:gd name="T2" fmla="*/ 70 w 70"/>
                <a:gd name="T3" fmla="*/ 0 h 64"/>
                <a:gd name="T4" fmla="*/ 58 w 70"/>
                <a:gd name="T5" fmla="*/ 0 h 64"/>
                <a:gd name="T6" fmla="*/ 36 w 70"/>
                <a:gd name="T7" fmla="*/ 32 h 64"/>
                <a:gd name="T8" fmla="*/ 14 w 70"/>
                <a:gd name="T9" fmla="*/ 0 h 64"/>
                <a:gd name="T10" fmla="*/ 0 w 70"/>
                <a:gd name="T11" fmla="*/ 0 h 64"/>
                <a:gd name="T12" fmla="*/ 0 w 70"/>
                <a:gd name="T13" fmla="*/ 64 h 64"/>
                <a:gd name="T14" fmla="*/ 14 w 70"/>
                <a:gd name="T15" fmla="*/ 64 h 64"/>
                <a:gd name="T16" fmla="*/ 14 w 70"/>
                <a:gd name="T17" fmla="*/ 22 h 64"/>
                <a:gd name="T18" fmla="*/ 32 w 70"/>
                <a:gd name="T19" fmla="*/ 48 h 64"/>
                <a:gd name="T20" fmla="*/ 40 w 70"/>
                <a:gd name="T21" fmla="*/ 48 h 64"/>
                <a:gd name="T22" fmla="*/ 58 w 70"/>
                <a:gd name="T23" fmla="*/ 22 h 64"/>
                <a:gd name="T24" fmla="*/ 58 w 70"/>
                <a:gd name="T25" fmla="*/ 64 h 64"/>
                <a:gd name="T26" fmla="*/ 70 w 70"/>
                <a:gd name="T27" fmla="*/ 64 h 64"/>
                <a:gd name="T28" fmla="*/ 70 w 70"/>
                <a:gd name="T2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4">
                  <a:moveTo>
                    <a:pt x="70" y="64"/>
                  </a:moveTo>
                  <a:lnTo>
                    <a:pt x="70" y="0"/>
                  </a:lnTo>
                  <a:lnTo>
                    <a:pt x="58" y="0"/>
                  </a:lnTo>
                  <a:lnTo>
                    <a:pt x="36" y="32"/>
                  </a:lnTo>
                  <a:lnTo>
                    <a:pt x="14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14" y="64"/>
                  </a:lnTo>
                  <a:lnTo>
                    <a:pt x="14" y="22"/>
                  </a:lnTo>
                  <a:lnTo>
                    <a:pt x="32" y="48"/>
                  </a:lnTo>
                  <a:lnTo>
                    <a:pt x="40" y="48"/>
                  </a:lnTo>
                  <a:lnTo>
                    <a:pt x="58" y="22"/>
                  </a:lnTo>
                  <a:lnTo>
                    <a:pt x="58" y="64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/>
            <p:cNvSpPr>
              <a:spLocks/>
            </p:cNvSpPr>
            <p:nvPr userDrawn="1"/>
          </p:nvSpPr>
          <p:spPr bwMode="auto">
            <a:xfrm>
              <a:off x="-44450" y="3763963"/>
              <a:ext cx="19050" cy="101600"/>
            </a:xfrm>
            <a:custGeom>
              <a:avLst/>
              <a:gdLst>
                <a:gd name="T0" fmla="*/ 0 w 12"/>
                <a:gd name="T1" fmla="*/ 64 h 64"/>
                <a:gd name="T2" fmla="*/ 12 w 12"/>
                <a:gd name="T3" fmla="*/ 64 h 64"/>
                <a:gd name="T4" fmla="*/ 12 w 12"/>
                <a:gd name="T5" fmla="*/ 0 h 64"/>
                <a:gd name="T6" fmla="*/ 0 w 12"/>
                <a:gd name="T7" fmla="*/ 0 h 64"/>
                <a:gd name="T8" fmla="*/ 0 w 12"/>
                <a:gd name="T9" fmla="*/ 64 h 64"/>
                <a:gd name="T10" fmla="*/ 0 w 12"/>
                <a:gd name="T11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64">
                  <a:moveTo>
                    <a:pt x="0" y="64"/>
                  </a:moveTo>
                  <a:lnTo>
                    <a:pt x="12" y="64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/>
            <p:cNvSpPr>
              <a:spLocks/>
            </p:cNvSpPr>
            <p:nvPr userDrawn="1"/>
          </p:nvSpPr>
          <p:spPr bwMode="auto">
            <a:xfrm>
              <a:off x="28575" y="3763963"/>
              <a:ext cx="98425" cy="101600"/>
            </a:xfrm>
            <a:custGeom>
              <a:avLst/>
              <a:gdLst>
                <a:gd name="T0" fmla="*/ 62 w 62"/>
                <a:gd name="T1" fmla="*/ 58 h 64"/>
                <a:gd name="T2" fmla="*/ 62 w 62"/>
                <a:gd name="T3" fmla="*/ 44 h 64"/>
                <a:gd name="T4" fmla="*/ 50 w 62"/>
                <a:gd name="T5" fmla="*/ 44 h 64"/>
                <a:gd name="T6" fmla="*/ 50 w 62"/>
                <a:gd name="T7" fmla="*/ 52 h 64"/>
                <a:gd name="T8" fmla="*/ 12 w 62"/>
                <a:gd name="T9" fmla="*/ 52 h 64"/>
                <a:gd name="T10" fmla="*/ 12 w 62"/>
                <a:gd name="T11" fmla="*/ 12 h 64"/>
                <a:gd name="T12" fmla="*/ 50 w 62"/>
                <a:gd name="T13" fmla="*/ 12 h 64"/>
                <a:gd name="T14" fmla="*/ 50 w 62"/>
                <a:gd name="T15" fmla="*/ 18 h 64"/>
                <a:gd name="T16" fmla="*/ 62 w 62"/>
                <a:gd name="T17" fmla="*/ 20 h 64"/>
                <a:gd name="T18" fmla="*/ 62 w 62"/>
                <a:gd name="T19" fmla="*/ 6 h 64"/>
                <a:gd name="T20" fmla="*/ 62 w 62"/>
                <a:gd name="T21" fmla="*/ 6 h 64"/>
                <a:gd name="T22" fmla="*/ 62 w 62"/>
                <a:gd name="T23" fmla="*/ 0 h 64"/>
                <a:gd name="T24" fmla="*/ 56 w 62"/>
                <a:gd name="T25" fmla="*/ 0 h 64"/>
                <a:gd name="T26" fmla="*/ 6 w 62"/>
                <a:gd name="T27" fmla="*/ 0 h 64"/>
                <a:gd name="T28" fmla="*/ 6 w 62"/>
                <a:gd name="T29" fmla="*/ 0 h 64"/>
                <a:gd name="T30" fmla="*/ 0 w 62"/>
                <a:gd name="T31" fmla="*/ 0 h 64"/>
                <a:gd name="T32" fmla="*/ 0 w 62"/>
                <a:gd name="T33" fmla="*/ 6 h 64"/>
                <a:gd name="T34" fmla="*/ 0 w 62"/>
                <a:gd name="T35" fmla="*/ 58 h 64"/>
                <a:gd name="T36" fmla="*/ 0 w 62"/>
                <a:gd name="T37" fmla="*/ 58 h 64"/>
                <a:gd name="T38" fmla="*/ 0 w 62"/>
                <a:gd name="T39" fmla="*/ 62 h 64"/>
                <a:gd name="T40" fmla="*/ 6 w 62"/>
                <a:gd name="T41" fmla="*/ 64 h 64"/>
                <a:gd name="T42" fmla="*/ 56 w 62"/>
                <a:gd name="T43" fmla="*/ 64 h 64"/>
                <a:gd name="T44" fmla="*/ 56 w 62"/>
                <a:gd name="T45" fmla="*/ 64 h 64"/>
                <a:gd name="T46" fmla="*/ 62 w 62"/>
                <a:gd name="T47" fmla="*/ 62 h 64"/>
                <a:gd name="T48" fmla="*/ 62 w 62"/>
                <a:gd name="T49" fmla="*/ 58 h 64"/>
                <a:gd name="T50" fmla="*/ 62 w 62"/>
                <a:gd name="T51" fmla="*/ 5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64">
                  <a:moveTo>
                    <a:pt x="62" y="58"/>
                  </a:moveTo>
                  <a:lnTo>
                    <a:pt x="62" y="44"/>
                  </a:lnTo>
                  <a:lnTo>
                    <a:pt x="50" y="44"/>
                  </a:lnTo>
                  <a:lnTo>
                    <a:pt x="50" y="52"/>
                  </a:lnTo>
                  <a:lnTo>
                    <a:pt x="12" y="52"/>
                  </a:lnTo>
                  <a:lnTo>
                    <a:pt x="12" y="12"/>
                  </a:lnTo>
                  <a:lnTo>
                    <a:pt x="50" y="12"/>
                  </a:lnTo>
                  <a:lnTo>
                    <a:pt x="50" y="18"/>
                  </a:lnTo>
                  <a:lnTo>
                    <a:pt x="62" y="20"/>
                  </a:lnTo>
                  <a:lnTo>
                    <a:pt x="62" y="6"/>
                  </a:lnTo>
                  <a:lnTo>
                    <a:pt x="62" y="6"/>
                  </a:lnTo>
                  <a:lnTo>
                    <a:pt x="62" y="0"/>
                  </a:lnTo>
                  <a:lnTo>
                    <a:pt x="5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62"/>
                  </a:lnTo>
                  <a:lnTo>
                    <a:pt x="6" y="64"/>
                  </a:lnTo>
                  <a:lnTo>
                    <a:pt x="56" y="64"/>
                  </a:lnTo>
                  <a:lnTo>
                    <a:pt x="56" y="64"/>
                  </a:lnTo>
                  <a:lnTo>
                    <a:pt x="62" y="62"/>
                  </a:lnTo>
                  <a:lnTo>
                    <a:pt x="62" y="58"/>
                  </a:lnTo>
                  <a:lnTo>
                    <a:pt x="62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/>
            <p:cNvSpPr>
              <a:spLocks noEditPoints="1"/>
            </p:cNvSpPr>
            <p:nvPr userDrawn="1"/>
          </p:nvSpPr>
          <p:spPr bwMode="auto">
            <a:xfrm>
              <a:off x="180975" y="3763963"/>
              <a:ext cx="101600" cy="101600"/>
            </a:xfrm>
            <a:custGeom>
              <a:avLst/>
              <a:gdLst>
                <a:gd name="T0" fmla="*/ 64 w 64"/>
                <a:gd name="T1" fmla="*/ 64 h 64"/>
                <a:gd name="T2" fmla="*/ 44 w 64"/>
                <a:gd name="T3" fmla="*/ 38 h 64"/>
                <a:gd name="T4" fmla="*/ 58 w 64"/>
                <a:gd name="T5" fmla="*/ 38 h 64"/>
                <a:gd name="T6" fmla="*/ 58 w 64"/>
                <a:gd name="T7" fmla="*/ 38 h 64"/>
                <a:gd name="T8" fmla="*/ 62 w 64"/>
                <a:gd name="T9" fmla="*/ 36 h 64"/>
                <a:gd name="T10" fmla="*/ 64 w 64"/>
                <a:gd name="T11" fmla="*/ 32 h 64"/>
                <a:gd name="T12" fmla="*/ 64 w 64"/>
                <a:gd name="T13" fmla="*/ 6 h 64"/>
                <a:gd name="T14" fmla="*/ 64 w 64"/>
                <a:gd name="T15" fmla="*/ 6 h 64"/>
                <a:gd name="T16" fmla="*/ 62 w 64"/>
                <a:gd name="T17" fmla="*/ 0 h 64"/>
                <a:gd name="T18" fmla="*/ 58 w 64"/>
                <a:gd name="T19" fmla="*/ 0 h 64"/>
                <a:gd name="T20" fmla="*/ 0 w 64"/>
                <a:gd name="T21" fmla="*/ 0 h 64"/>
                <a:gd name="T22" fmla="*/ 0 w 64"/>
                <a:gd name="T23" fmla="*/ 64 h 64"/>
                <a:gd name="T24" fmla="*/ 12 w 64"/>
                <a:gd name="T25" fmla="*/ 64 h 64"/>
                <a:gd name="T26" fmla="*/ 12 w 64"/>
                <a:gd name="T27" fmla="*/ 38 h 64"/>
                <a:gd name="T28" fmla="*/ 28 w 64"/>
                <a:gd name="T29" fmla="*/ 38 h 64"/>
                <a:gd name="T30" fmla="*/ 48 w 64"/>
                <a:gd name="T31" fmla="*/ 64 h 64"/>
                <a:gd name="T32" fmla="*/ 64 w 64"/>
                <a:gd name="T33" fmla="*/ 64 h 64"/>
                <a:gd name="T34" fmla="*/ 64 w 64"/>
                <a:gd name="T35" fmla="*/ 64 h 64"/>
                <a:gd name="T36" fmla="*/ 12 w 64"/>
                <a:gd name="T37" fmla="*/ 12 h 64"/>
                <a:gd name="T38" fmla="*/ 50 w 64"/>
                <a:gd name="T39" fmla="*/ 12 h 64"/>
                <a:gd name="T40" fmla="*/ 50 w 64"/>
                <a:gd name="T41" fmla="*/ 26 h 64"/>
                <a:gd name="T42" fmla="*/ 12 w 64"/>
                <a:gd name="T43" fmla="*/ 26 h 64"/>
                <a:gd name="T44" fmla="*/ 12 w 64"/>
                <a:gd name="T45" fmla="*/ 12 h 64"/>
                <a:gd name="T46" fmla="*/ 12 w 64"/>
                <a:gd name="T47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64">
                  <a:moveTo>
                    <a:pt x="64" y="64"/>
                  </a:moveTo>
                  <a:lnTo>
                    <a:pt x="44" y="38"/>
                  </a:lnTo>
                  <a:lnTo>
                    <a:pt x="58" y="38"/>
                  </a:lnTo>
                  <a:lnTo>
                    <a:pt x="58" y="38"/>
                  </a:lnTo>
                  <a:lnTo>
                    <a:pt x="62" y="36"/>
                  </a:lnTo>
                  <a:lnTo>
                    <a:pt x="64" y="32"/>
                  </a:lnTo>
                  <a:lnTo>
                    <a:pt x="64" y="6"/>
                  </a:lnTo>
                  <a:lnTo>
                    <a:pt x="64" y="6"/>
                  </a:lnTo>
                  <a:lnTo>
                    <a:pt x="62" y="0"/>
                  </a:lnTo>
                  <a:lnTo>
                    <a:pt x="58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12" y="64"/>
                  </a:lnTo>
                  <a:lnTo>
                    <a:pt x="12" y="38"/>
                  </a:lnTo>
                  <a:lnTo>
                    <a:pt x="28" y="38"/>
                  </a:lnTo>
                  <a:lnTo>
                    <a:pt x="48" y="64"/>
                  </a:lnTo>
                  <a:lnTo>
                    <a:pt x="64" y="64"/>
                  </a:lnTo>
                  <a:lnTo>
                    <a:pt x="64" y="64"/>
                  </a:lnTo>
                  <a:close/>
                  <a:moveTo>
                    <a:pt x="12" y="12"/>
                  </a:moveTo>
                  <a:lnTo>
                    <a:pt x="50" y="12"/>
                  </a:lnTo>
                  <a:lnTo>
                    <a:pt x="50" y="26"/>
                  </a:lnTo>
                  <a:lnTo>
                    <a:pt x="12" y="26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/>
            <p:cNvSpPr>
              <a:spLocks noEditPoints="1"/>
            </p:cNvSpPr>
            <p:nvPr userDrawn="1"/>
          </p:nvSpPr>
          <p:spPr bwMode="auto">
            <a:xfrm>
              <a:off x="333375" y="3763963"/>
              <a:ext cx="101600" cy="101600"/>
            </a:xfrm>
            <a:custGeom>
              <a:avLst/>
              <a:gdLst>
                <a:gd name="T0" fmla="*/ 64 w 64"/>
                <a:gd name="T1" fmla="*/ 58 h 64"/>
                <a:gd name="T2" fmla="*/ 64 w 64"/>
                <a:gd name="T3" fmla="*/ 6 h 64"/>
                <a:gd name="T4" fmla="*/ 64 w 64"/>
                <a:gd name="T5" fmla="*/ 6 h 64"/>
                <a:gd name="T6" fmla="*/ 62 w 64"/>
                <a:gd name="T7" fmla="*/ 0 h 64"/>
                <a:gd name="T8" fmla="*/ 58 w 64"/>
                <a:gd name="T9" fmla="*/ 0 h 64"/>
                <a:gd name="T10" fmla="*/ 6 w 64"/>
                <a:gd name="T11" fmla="*/ 0 h 64"/>
                <a:gd name="T12" fmla="*/ 6 w 64"/>
                <a:gd name="T13" fmla="*/ 0 h 64"/>
                <a:gd name="T14" fmla="*/ 2 w 64"/>
                <a:gd name="T15" fmla="*/ 0 h 64"/>
                <a:gd name="T16" fmla="*/ 0 w 64"/>
                <a:gd name="T17" fmla="*/ 6 h 64"/>
                <a:gd name="T18" fmla="*/ 0 w 64"/>
                <a:gd name="T19" fmla="*/ 58 h 64"/>
                <a:gd name="T20" fmla="*/ 0 w 64"/>
                <a:gd name="T21" fmla="*/ 58 h 64"/>
                <a:gd name="T22" fmla="*/ 2 w 64"/>
                <a:gd name="T23" fmla="*/ 62 h 64"/>
                <a:gd name="T24" fmla="*/ 6 w 64"/>
                <a:gd name="T25" fmla="*/ 64 h 64"/>
                <a:gd name="T26" fmla="*/ 58 w 64"/>
                <a:gd name="T27" fmla="*/ 64 h 64"/>
                <a:gd name="T28" fmla="*/ 58 w 64"/>
                <a:gd name="T29" fmla="*/ 64 h 64"/>
                <a:gd name="T30" fmla="*/ 62 w 64"/>
                <a:gd name="T31" fmla="*/ 62 h 64"/>
                <a:gd name="T32" fmla="*/ 64 w 64"/>
                <a:gd name="T33" fmla="*/ 58 h 64"/>
                <a:gd name="T34" fmla="*/ 64 w 64"/>
                <a:gd name="T35" fmla="*/ 58 h 64"/>
                <a:gd name="T36" fmla="*/ 12 w 64"/>
                <a:gd name="T37" fmla="*/ 12 h 64"/>
                <a:gd name="T38" fmla="*/ 52 w 64"/>
                <a:gd name="T39" fmla="*/ 12 h 64"/>
                <a:gd name="T40" fmla="*/ 52 w 64"/>
                <a:gd name="T41" fmla="*/ 52 h 64"/>
                <a:gd name="T42" fmla="*/ 12 w 64"/>
                <a:gd name="T43" fmla="*/ 52 h 64"/>
                <a:gd name="T44" fmla="*/ 12 w 64"/>
                <a:gd name="T45" fmla="*/ 12 h 64"/>
                <a:gd name="T46" fmla="*/ 12 w 64"/>
                <a:gd name="T47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64">
                  <a:moveTo>
                    <a:pt x="64" y="58"/>
                  </a:moveTo>
                  <a:lnTo>
                    <a:pt x="64" y="6"/>
                  </a:lnTo>
                  <a:lnTo>
                    <a:pt x="64" y="6"/>
                  </a:lnTo>
                  <a:lnTo>
                    <a:pt x="62" y="0"/>
                  </a:lnTo>
                  <a:lnTo>
                    <a:pt x="5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62"/>
                  </a:lnTo>
                  <a:lnTo>
                    <a:pt x="6" y="64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2" y="62"/>
                  </a:lnTo>
                  <a:lnTo>
                    <a:pt x="64" y="58"/>
                  </a:lnTo>
                  <a:lnTo>
                    <a:pt x="64" y="58"/>
                  </a:lnTo>
                  <a:close/>
                  <a:moveTo>
                    <a:pt x="12" y="12"/>
                  </a:moveTo>
                  <a:lnTo>
                    <a:pt x="52" y="12"/>
                  </a:lnTo>
                  <a:lnTo>
                    <a:pt x="52" y="52"/>
                  </a:lnTo>
                  <a:lnTo>
                    <a:pt x="12" y="52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/>
            <p:cNvSpPr>
              <a:spLocks/>
            </p:cNvSpPr>
            <p:nvPr userDrawn="1"/>
          </p:nvSpPr>
          <p:spPr bwMode="auto">
            <a:xfrm>
              <a:off x="-209550" y="3897313"/>
              <a:ext cx="101600" cy="104775"/>
            </a:xfrm>
            <a:custGeom>
              <a:avLst/>
              <a:gdLst>
                <a:gd name="T0" fmla="*/ 64 w 64"/>
                <a:gd name="T1" fmla="*/ 14 h 66"/>
                <a:gd name="T2" fmla="*/ 64 w 64"/>
                <a:gd name="T3" fmla="*/ 0 h 66"/>
                <a:gd name="T4" fmla="*/ 0 w 64"/>
                <a:gd name="T5" fmla="*/ 0 h 66"/>
                <a:gd name="T6" fmla="*/ 0 w 64"/>
                <a:gd name="T7" fmla="*/ 66 h 66"/>
                <a:gd name="T8" fmla="*/ 14 w 64"/>
                <a:gd name="T9" fmla="*/ 66 h 66"/>
                <a:gd name="T10" fmla="*/ 14 w 64"/>
                <a:gd name="T11" fmla="*/ 40 h 66"/>
                <a:gd name="T12" fmla="*/ 52 w 64"/>
                <a:gd name="T13" fmla="*/ 40 h 66"/>
                <a:gd name="T14" fmla="*/ 52 w 64"/>
                <a:gd name="T15" fmla="*/ 26 h 66"/>
                <a:gd name="T16" fmla="*/ 14 w 64"/>
                <a:gd name="T17" fmla="*/ 26 h 66"/>
                <a:gd name="T18" fmla="*/ 14 w 64"/>
                <a:gd name="T19" fmla="*/ 14 h 66"/>
                <a:gd name="T20" fmla="*/ 64 w 64"/>
                <a:gd name="T21" fmla="*/ 14 h 66"/>
                <a:gd name="T22" fmla="*/ 64 w 64"/>
                <a:gd name="T23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" h="66">
                  <a:moveTo>
                    <a:pt x="64" y="14"/>
                  </a:moveTo>
                  <a:lnTo>
                    <a:pt x="64" y="0"/>
                  </a:lnTo>
                  <a:lnTo>
                    <a:pt x="0" y="0"/>
                  </a:lnTo>
                  <a:lnTo>
                    <a:pt x="0" y="66"/>
                  </a:lnTo>
                  <a:lnTo>
                    <a:pt x="14" y="66"/>
                  </a:lnTo>
                  <a:lnTo>
                    <a:pt x="14" y="40"/>
                  </a:lnTo>
                  <a:lnTo>
                    <a:pt x="52" y="40"/>
                  </a:lnTo>
                  <a:lnTo>
                    <a:pt x="52" y="26"/>
                  </a:lnTo>
                  <a:lnTo>
                    <a:pt x="14" y="26"/>
                  </a:lnTo>
                  <a:lnTo>
                    <a:pt x="14" y="14"/>
                  </a:lnTo>
                  <a:lnTo>
                    <a:pt x="64" y="14"/>
                  </a:lnTo>
                  <a:lnTo>
                    <a:pt x="6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/>
            <p:cNvSpPr>
              <a:spLocks noEditPoints="1"/>
            </p:cNvSpPr>
            <p:nvPr userDrawn="1"/>
          </p:nvSpPr>
          <p:spPr bwMode="auto">
            <a:xfrm>
              <a:off x="-79375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8 h 66"/>
                <a:gd name="T4" fmla="*/ 64 w 64"/>
                <a:gd name="T5" fmla="*/ 8 h 66"/>
                <a:gd name="T6" fmla="*/ 62 w 64"/>
                <a:gd name="T7" fmla="*/ 2 h 66"/>
                <a:gd name="T8" fmla="*/ 58 w 64"/>
                <a:gd name="T9" fmla="*/ 0 h 66"/>
                <a:gd name="T10" fmla="*/ 6 w 64"/>
                <a:gd name="T11" fmla="*/ 0 h 66"/>
                <a:gd name="T12" fmla="*/ 6 w 64"/>
                <a:gd name="T13" fmla="*/ 0 h 66"/>
                <a:gd name="T14" fmla="*/ 2 w 64"/>
                <a:gd name="T15" fmla="*/ 2 h 66"/>
                <a:gd name="T16" fmla="*/ 0 w 64"/>
                <a:gd name="T17" fmla="*/ 8 h 66"/>
                <a:gd name="T18" fmla="*/ 0 w 64"/>
                <a:gd name="T19" fmla="*/ 60 h 66"/>
                <a:gd name="T20" fmla="*/ 0 w 64"/>
                <a:gd name="T21" fmla="*/ 60 h 66"/>
                <a:gd name="T22" fmla="*/ 2 w 64"/>
                <a:gd name="T23" fmla="*/ 64 h 66"/>
                <a:gd name="T24" fmla="*/ 6 w 64"/>
                <a:gd name="T25" fmla="*/ 66 h 66"/>
                <a:gd name="T26" fmla="*/ 58 w 64"/>
                <a:gd name="T27" fmla="*/ 66 h 66"/>
                <a:gd name="T28" fmla="*/ 58 w 64"/>
                <a:gd name="T29" fmla="*/ 66 h 66"/>
                <a:gd name="T30" fmla="*/ 62 w 64"/>
                <a:gd name="T31" fmla="*/ 64 h 66"/>
                <a:gd name="T32" fmla="*/ 64 w 64"/>
                <a:gd name="T33" fmla="*/ 60 h 66"/>
                <a:gd name="T34" fmla="*/ 64 w 64"/>
                <a:gd name="T35" fmla="*/ 60 h 66"/>
                <a:gd name="T36" fmla="*/ 12 w 64"/>
                <a:gd name="T37" fmla="*/ 14 h 66"/>
                <a:gd name="T38" fmla="*/ 52 w 64"/>
                <a:gd name="T39" fmla="*/ 14 h 66"/>
                <a:gd name="T40" fmla="*/ 52 w 64"/>
                <a:gd name="T41" fmla="*/ 52 h 66"/>
                <a:gd name="T42" fmla="*/ 12 w 64"/>
                <a:gd name="T43" fmla="*/ 52 h 66"/>
                <a:gd name="T44" fmla="*/ 12 w 64"/>
                <a:gd name="T45" fmla="*/ 14 h 66"/>
                <a:gd name="T46" fmla="*/ 12 w 64"/>
                <a:gd name="T47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8"/>
                  </a:lnTo>
                  <a:lnTo>
                    <a:pt x="64" y="8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  <a:moveTo>
                    <a:pt x="12" y="14"/>
                  </a:moveTo>
                  <a:lnTo>
                    <a:pt x="52" y="14"/>
                  </a:lnTo>
                  <a:lnTo>
                    <a:pt x="52" y="52"/>
                  </a:lnTo>
                  <a:lnTo>
                    <a:pt x="12" y="52"/>
                  </a:lnTo>
                  <a:lnTo>
                    <a:pt x="12" y="14"/>
                  </a:lnTo>
                  <a:lnTo>
                    <a:pt x="12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/>
            <p:cNvSpPr>
              <a:spLocks/>
            </p:cNvSpPr>
            <p:nvPr userDrawn="1"/>
          </p:nvSpPr>
          <p:spPr bwMode="auto">
            <a:xfrm>
              <a:off x="57150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44 h 66"/>
                <a:gd name="T4" fmla="*/ 52 w 64"/>
                <a:gd name="T5" fmla="*/ 46 h 66"/>
                <a:gd name="T6" fmla="*/ 52 w 64"/>
                <a:gd name="T7" fmla="*/ 52 h 66"/>
                <a:gd name="T8" fmla="*/ 14 w 64"/>
                <a:gd name="T9" fmla="*/ 52 h 66"/>
                <a:gd name="T10" fmla="*/ 14 w 64"/>
                <a:gd name="T11" fmla="*/ 14 h 66"/>
                <a:gd name="T12" fmla="*/ 52 w 64"/>
                <a:gd name="T13" fmla="*/ 14 h 66"/>
                <a:gd name="T14" fmla="*/ 52 w 64"/>
                <a:gd name="T15" fmla="*/ 20 h 66"/>
                <a:gd name="T16" fmla="*/ 64 w 64"/>
                <a:gd name="T17" fmla="*/ 22 h 66"/>
                <a:gd name="T18" fmla="*/ 64 w 64"/>
                <a:gd name="T19" fmla="*/ 8 h 66"/>
                <a:gd name="T20" fmla="*/ 64 w 64"/>
                <a:gd name="T21" fmla="*/ 8 h 66"/>
                <a:gd name="T22" fmla="*/ 62 w 64"/>
                <a:gd name="T23" fmla="*/ 2 h 66"/>
                <a:gd name="T24" fmla="*/ 58 w 64"/>
                <a:gd name="T25" fmla="*/ 0 h 66"/>
                <a:gd name="T26" fmla="*/ 8 w 64"/>
                <a:gd name="T27" fmla="*/ 0 h 66"/>
                <a:gd name="T28" fmla="*/ 8 w 64"/>
                <a:gd name="T29" fmla="*/ 0 h 66"/>
                <a:gd name="T30" fmla="*/ 2 w 64"/>
                <a:gd name="T31" fmla="*/ 2 h 66"/>
                <a:gd name="T32" fmla="*/ 0 w 64"/>
                <a:gd name="T33" fmla="*/ 8 h 66"/>
                <a:gd name="T34" fmla="*/ 0 w 64"/>
                <a:gd name="T35" fmla="*/ 60 h 66"/>
                <a:gd name="T36" fmla="*/ 0 w 64"/>
                <a:gd name="T37" fmla="*/ 60 h 66"/>
                <a:gd name="T38" fmla="*/ 2 w 64"/>
                <a:gd name="T39" fmla="*/ 64 h 66"/>
                <a:gd name="T40" fmla="*/ 8 w 64"/>
                <a:gd name="T41" fmla="*/ 66 h 66"/>
                <a:gd name="T42" fmla="*/ 58 w 64"/>
                <a:gd name="T43" fmla="*/ 66 h 66"/>
                <a:gd name="T44" fmla="*/ 58 w 64"/>
                <a:gd name="T45" fmla="*/ 66 h 66"/>
                <a:gd name="T46" fmla="*/ 62 w 64"/>
                <a:gd name="T47" fmla="*/ 64 h 66"/>
                <a:gd name="T48" fmla="*/ 64 w 64"/>
                <a:gd name="T49" fmla="*/ 60 h 66"/>
                <a:gd name="T50" fmla="*/ 64 w 64"/>
                <a:gd name="T51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44"/>
                  </a:lnTo>
                  <a:lnTo>
                    <a:pt x="52" y="46"/>
                  </a:lnTo>
                  <a:lnTo>
                    <a:pt x="52" y="52"/>
                  </a:lnTo>
                  <a:lnTo>
                    <a:pt x="14" y="52"/>
                  </a:lnTo>
                  <a:lnTo>
                    <a:pt x="14" y="14"/>
                  </a:lnTo>
                  <a:lnTo>
                    <a:pt x="52" y="14"/>
                  </a:lnTo>
                  <a:lnTo>
                    <a:pt x="52" y="20"/>
                  </a:lnTo>
                  <a:lnTo>
                    <a:pt x="64" y="22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8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5"/>
            <p:cNvSpPr>
              <a:spLocks/>
            </p:cNvSpPr>
            <p:nvPr userDrawn="1"/>
          </p:nvSpPr>
          <p:spPr bwMode="auto">
            <a:xfrm>
              <a:off x="196850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0 h 66"/>
                <a:gd name="T4" fmla="*/ 50 w 64"/>
                <a:gd name="T5" fmla="*/ 0 h 66"/>
                <a:gd name="T6" fmla="*/ 50 w 64"/>
                <a:gd name="T7" fmla="*/ 52 h 66"/>
                <a:gd name="T8" fmla="*/ 12 w 64"/>
                <a:gd name="T9" fmla="*/ 52 h 66"/>
                <a:gd name="T10" fmla="*/ 12 w 64"/>
                <a:gd name="T11" fmla="*/ 0 h 66"/>
                <a:gd name="T12" fmla="*/ 0 w 64"/>
                <a:gd name="T13" fmla="*/ 0 h 66"/>
                <a:gd name="T14" fmla="*/ 0 w 64"/>
                <a:gd name="T15" fmla="*/ 60 h 66"/>
                <a:gd name="T16" fmla="*/ 0 w 64"/>
                <a:gd name="T17" fmla="*/ 60 h 66"/>
                <a:gd name="T18" fmla="*/ 2 w 64"/>
                <a:gd name="T19" fmla="*/ 64 h 66"/>
                <a:gd name="T20" fmla="*/ 6 w 64"/>
                <a:gd name="T21" fmla="*/ 66 h 66"/>
                <a:gd name="T22" fmla="*/ 56 w 64"/>
                <a:gd name="T23" fmla="*/ 66 h 66"/>
                <a:gd name="T24" fmla="*/ 56 w 64"/>
                <a:gd name="T25" fmla="*/ 66 h 66"/>
                <a:gd name="T26" fmla="*/ 62 w 64"/>
                <a:gd name="T27" fmla="*/ 64 h 66"/>
                <a:gd name="T28" fmla="*/ 64 w 64"/>
                <a:gd name="T29" fmla="*/ 60 h 66"/>
                <a:gd name="T30" fmla="*/ 64 w 64"/>
                <a:gd name="T31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0"/>
                  </a:lnTo>
                  <a:lnTo>
                    <a:pt x="50" y="0"/>
                  </a:lnTo>
                  <a:lnTo>
                    <a:pt x="50" y="52"/>
                  </a:lnTo>
                  <a:lnTo>
                    <a:pt x="12" y="5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6"/>
                  </a:lnTo>
                  <a:lnTo>
                    <a:pt x="56" y="66"/>
                  </a:lnTo>
                  <a:lnTo>
                    <a:pt x="56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6"/>
            <p:cNvSpPr>
              <a:spLocks/>
            </p:cNvSpPr>
            <p:nvPr userDrawn="1"/>
          </p:nvSpPr>
          <p:spPr bwMode="auto">
            <a:xfrm>
              <a:off x="333375" y="3897313"/>
              <a:ext cx="101600" cy="104775"/>
            </a:xfrm>
            <a:custGeom>
              <a:avLst/>
              <a:gdLst>
                <a:gd name="T0" fmla="*/ 64 w 64"/>
                <a:gd name="T1" fmla="*/ 60 h 66"/>
                <a:gd name="T2" fmla="*/ 64 w 64"/>
                <a:gd name="T3" fmla="*/ 34 h 66"/>
                <a:gd name="T4" fmla="*/ 64 w 64"/>
                <a:gd name="T5" fmla="*/ 34 h 66"/>
                <a:gd name="T6" fmla="*/ 62 w 64"/>
                <a:gd name="T7" fmla="*/ 28 h 66"/>
                <a:gd name="T8" fmla="*/ 58 w 64"/>
                <a:gd name="T9" fmla="*/ 26 h 66"/>
                <a:gd name="T10" fmla="*/ 12 w 64"/>
                <a:gd name="T11" fmla="*/ 26 h 66"/>
                <a:gd name="T12" fmla="*/ 12 w 64"/>
                <a:gd name="T13" fmla="*/ 14 h 66"/>
                <a:gd name="T14" fmla="*/ 52 w 64"/>
                <a:gd name="T15" fmla="*/ 14 h 66"/>
                <a:gd name="T16" fmla="*/ 52 w 64"/>
                <a:gd name="T17" fmla="*/ 20 h 66"/>
                <a:gd name="T18" fmla="*/ 64 w 64"/>
                <a:gd name="T19" fmla="*/ 22 h 66"/>
                <a:gd name="T20" fmla="*/ 64 w 64"/>
                <a:gd name="T21" fmla="*/ 8 h 66"/>
                <a:gd name="T22" fmla="*/ 64 w 64"/>
                <a:gd name="T23" fmla="*/ 8 h 66"/>
                <a:gd name="T24" fmla="*/ 62 w 64"/>
                <a:gd name="T25" fmla="*/ 2 h 66"/>
                <a:gd name="T26" fmla="*/ 58 w 64"/>
                <a:gd name="T27" fmla="*/ 0 h 66"/>
                <a:gd name="T28" fmla="*/ 6 w 64"/>
                <a:gd name="T29" fmla="*/ 0 h 66"/>
                <a:gd name="T30" fmla="*/ 6 w 64"/>
                <a:gd name="T31" fmla="*/ 0 h 66"/>
                <a:gd name="T32" fmla="*/ 2 w 64"/>
                <a:gd name="T33" fmla="*/ 2 h 66"/>
                <a:gd name="T34" fmla="*/ 0 w 64"/>
                <a:gd name="T35" fmla="*/ 8 h 66"/>
                <a:gd name="T36" fmla="*/ 0 w 64"/>
                <a:gd name="T37" fmla="*/ 32 h 66"/>
                <a:gd name="T38" fmla="*/ 0 w 64"/>
                <a:gd name="T39" fmla="*/ 32 h 66"/>
                <a:gd name="T40" fmla="*/ 2 w 64"/>
                <a:gd name="T41" fmla="*/ 38 h 66"/>
                <a:gd name="T42" fmla="*/ 6 w 64"/>
                <a:gd name="T43" fmla="*/ 40 h 66"/>
                <a:gd name="T44" fmla="*/ 52 w 64"/>
                <a:gd name="T45" fmla="*/ 40 h 66"/>
                <a:gd name="T46" fmla="*/ 52 w 64"/>
                <a:gd name="T47" fmla="*/ 52 h 66"/>
                <a:gd name="T48" fmla="*/ 12 w 64"/>
                <a:gd name="T49" fmla="*/ 52 h 66"/>
                <a:gd name="T50" fmla="*/ 12 w 64"/>
                <a:gd name="T51" fmla="*/ 46 h 66"/>
                <a:gd name="T52" fmla="*/ 0 w 64"/>
                <a:gd name="T53" fmla="*/ 44 h 66"/>
                <a:gd name="T54" fmla="*/ 0 w 64"/>
                <a:gd name="T55" fmla="*/ 60 h 66"/>
                <a:gd name="T56" fmla="*/ 0 w 64"/>
                <a:gd name="T57" fmla="*/ 60 h 66"/>
                <a:gd name="T58" fmla="*/ 2 w 64"/>
                <a:gd name="T59" fmla="*/ 64 h 66"/>
                <a:gd name="T60" fmla="*/ 6 w 64"/>
                <a:gd name="T61" fmla="*/ 66 h 66"/>
                <a:gd name="T62" fmla="*/ 58 w 64"/>
                <a:gd name="T63" fmla="*/ 66 h 66"/>
                <a:gd name="T64" fmla="*/ 58 w 64"/>
                <a:gd name="T65" fmla="*/ 66 h 66"/>
                <a:gd name="T66" fmla="*/ 62 w 64"/>
                <a:gd name="T67" fmla="*/ 64 h 66"/>
                <a:gd name="T68" fmla="*/ 64 w 64"/>
                <a:gd name="T69" fmla="*/ 60 h 66"/>
                <a:gd name="T70" fmla="*/ 64 w 64"/>
                <a:gd name="T71" fmla="*/ 6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4" h="66">
                  <a:moveTo>
                    <a:pt x="64" y="60"/>
                  </a:moveTo>
                  <a:lnTo>
                    <a:pt x="64" y="34"/>
                  </a:lnTo>
                  <a:lnTo>
                    <a:pt x="64" y="34"/>
                  </a:lnTo>
                  <a:lnTo>
                    <a:pt x="62" y="28"/>
                  </a:lnTo>
                  <a:lnTo>
                    <a:pt x="58" y="26"/>
                  </a:lnTo>
                  <a:lnTo>
                    <a:pt x="12" y="26"/>
                  </a:lnTo>
                  <a:lnTo>
                    <a:pt x="12" y="14"/>
                  </a:lnTo>
                  <a:lnTo>
                    <a:pt x="52" y="14"/>
                  </a:lnTo>
                  <a:lnTo>
                    <a:pt x="52" y="20"/>
                  </a:lnTo>
                  <a:lnTo>
                    <a:pt x="64" y="22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2" y="38"/>
                  </a:lnTo>
                  <a:lnTo>
                    <a:pt x="6" y="40"/>
                  </a:lnTo>
                  <a:lnTo>
                    <a:pt x="52" y="40"/>
                  </a:lnTo>
                  <a:lnTo>
                    <a:pt x="52" y="52"/>
                  </a:lnTo>
                  <a:lnTo>
                    <a:pt x="12" y="52"/>
                  </a:lnTo>
                  <a:lnTo>
                    <a:pt x="12" y="46"/>
                  </a:lnTo>
                  <a:lnTo>
                    <a:pt x="0" y="44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6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62" y="64"/>
                  </a:lnTo>
                  <a:lnTo>
                    <a:pt x="64" y="60"/>
                  </a:lnTo>
                  <a:lnTo>
                    <a:pt x="64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7"/>
            <p:cNvSpPr>
              <a:spLocks noEditPoints="1"/>
            </p:cNvSpPr>
            <p:nvPr userDrawn="1"/>
          </p:nvSpPr>
          <p:spPr bwMode="auto">
            <a:xfrm>
              <a:off x="460375" y="3757613"/>
              <a:ext cx="44450" cy="44450"/>
            </a:xfrm>
            <a:custGeom>
              <a:avLst/>
              <a:gdLst>
                <a:gd name="T0" fmla="*/ 14 w 28"/>
                <a:gd name="T1" fmla="*/ 28 h 28"/>
                <a:gd name="T2" fmla="*/ 4 w 28"/>
                <a:gd name="T3" fmla="*/ 24 h 28"/>
                <a:gd name="T4" fmla="*/ 0 w 28"/>
                <a:gd name="T5" fmla="*/ 14 h 28"/>
                <a:gd name="T6" fmla="*/ 0 w 28"/>
                <a:gd name="T7" fmla="*/ 8 h 28"/>
                <a:gd name="T8" fmla="*/ 8 w 28"/>
                <a:gd name="T9" fmla="*/ 0 h 28"/>
                <a:gd name="T10" fmla="*/ 14 w 28"/>
                <a:gd name="T11" fmla="*/ 0 h 28"/>
                <a:gd name="T12" fmla="*/ 24 w 28"/>
                <a:gd name="T13" fmla="*/ 4 h 28"/>
                <a:gd name="T14" fmla="*/ 28 w 28"/>
                <a:gd name="T15" fmla="*/ 14 h 28"/>
                <a:gd name="T16" fmla="*/ 26 w 28"/>
                <a:gd name="T17" fmla="*/ 18 h 28"/>
                <a:gd name="T18" fmla="*/ 18 w 28"/>
                <a:gd name="T19" fmla="*/ 26 h 28"/>
                <a:gd name="T20" fmla="*/ 14 w 28"/>
                <a:gd name="T21" fmla="*/ 28 h 28"/>
                <a:gd name="T22" fmla="*/ 14 w 28"/>
                <a:gd name="T23" fmla="*/ 0 h 28"/>
                <a:gd name="T24" fmla="*/ 4 w 28"/>
                <a:gd name="T25" fmla="*/ 4 h 28"/>
                <a:gd name="T26" fmla="*/ 0 w 28"/>
                <a:gd name="T27" fmla="*/ 14 h 28"/>
                <a:gd name="T28" fmla="*/ 2 w 28"/>
                <a:gd name="T29" fmla="*/ 18 h 28"/>
                <a:gd name="T30" fmla="*/ 8 w 28"/>
                <a:gd name="T31" fmla="*/ 24 h 28"/>
                <a:gd name="T32" fmla="*/ 14 w 28"/>
                <a:gd name="T33" fmla="*/ 26 h 28"/>
                <a:gd name="T34" fmla="*/ 22 w 28"/>
                <a:gd name="T35" fmla="*/ 22 h 28"/>
                <a:gd name="T36" fmla="*/ 26 w 28"/>
                <a:gd name="T37" fmla="*/ 14 h 28"/>
                <a:gd name="T38" fmla="*/ 24 w 28"/>
                <a:gd name="T39" fmla="*/ 8 h 28"/>
                <a:gd name="T40" fmla="*/ 18 w 28"/>
                <a:gd name="T41" fmla="*/ 2 h 28"/>
                <a:gd name="T42" fmla="*/ 14 w 28"/>
                <a:gd name="T43" fmla="*/ 0 h 28"/>
                <a:gd name="T44" fmla="*/ 14 w 28"/>
                <a:gd name="T45" fmla="*/ 14 h 28"/>
                <a:gd name="T46" fmla="*/ 10 w 28"/>
                <a:gd name="T47" fmla="*/ 22 h 28"/>
                <a:gd name="T48" fmla="*/ 8 w 28"/>
                <a:gd name="T49" fmla="*/ 4 h 28"/>
                <a:gd name="T50" fmla="*/ 14 w 28"/>
                <a:gd name="T51" fmla="*/ 4 h 28"/>
                <a:gd name="T52" fmla="*/ 18 w 28"/>
                <a:gd name="T53" fmla="*/ 10 h 28"/>
                <a:gd name="T54" fmla="*/ 18 w 28"/>
                <a:gd name="T55" fmla="*/ 12 h 28"/>
                <a:gd name="T56" fmla="*/ 18 w 28"/>
                <a:gd name="T57" fmla="*/ 22 h 28"/>
                <a:gd name="T58" fmla="*/ 10 w 28"/>
                <a:gd name="T59" fmla="*/ 12 h 28"/>
                <a:gd name="T60" fmla="*/ 14 w 28"/>
                <a:gd name="T61" fmla="*/ 12 h 28"/>
                <a:gd name="T62" fmla="*/ 16 w 28"/>
                <a:gd name="T63" fmla="*/ 10 h 28"/>
                <a:gd name="T64" fmla="*/ 16 w 28"/>
                <a:gd name="T65" fmla="*/ 8 h 28"/>
                <a:gd name="T66" fmla="*/ 10 w 28"/>
                <a:gd name="T6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lnTo>
                    <a:pt x="14" y="28"/>
                  </a:lnTo>
                  <a:lnTo>
                    <a:pt x="8" y="26"/>
                  </a:lnTo>
                  <a:lnTo>
                    <a:pt x="4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4" y="4"/>
                  </a:lnTo>
                  <a:lnTo>
                    <a:pt x="26" y="8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6" y="18"/>
                  </a:lnTo>
                  <a:lnTo>
                    <a:pt x="24" y="24"/>
                  </a:lnTo>
                  <a:lnTo>
                    <a:pt x="18" y="26"/>
                  </a:lnTo>
                  <a:lnTo>
                    <a:pt x="14" y="28"/>
                  </a:lnTo>
                  <a:lnTo>
                    <a:pt x="14" y="28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18"/>
                  </a:lnTo>
                  <a:lnTo>
                    <a:pt x="4" y="22"/>
                  </a:lnTo>
                  <a:lnTo>
                    <a:pt x="8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8" y="24"/>
                  </a:lnTo>
                  <a:lnTo>
                    <a:pt x="22" y="22"/>
                  </a:lnTo>
                  <a:lnTo>
                    <a:pt x="24" y="18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4" y="8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16" y="22"/>
                  </a:moveTo>
                  <a:lnTo>
                    <a:pt x="14" y="14"/>
                  </a:lnTo>
                  <a:lnTo>
                    <a:pt x="10" y="14"/>
                  </a:lnTo>
                  <a:lnTo>
                    <a:pt x="10" y="22"/>
                  </a:lnTo>
                  <a:lnTo>
                    <a:pt x="8" y="22"/>
                  </a:lnTo>
                  <a:lnTo>
                    <a:pt x="8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8" y="6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8" y="22"/>
                  </a:lnTo>
                  <a:lnTo>
                    <a:pt x="16" y="22"/>
                  </a:lnTo>
                  <a:close/>
                  <a:moveTo>
                    <a:pt x="10" y="12"/>
                  </a:moveTo>
                  <a:lnTo>
                    <a:pt x="14" y="12"/>
                  </a:lnTo>
                  <a:lnTo>
                    <a:pt x="14" y="12"/>
                  </a:lnTo>
                  <a:lnTo>
                    <a:pt x="16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8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020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image" Target="../media/image20.png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image" Target="../media/image21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image" Target="../media/image21.svg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image" Target="../media/image20.png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95.xml"/><Relationship Id="rId18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85.xml"/><Relationship Id="rId21" Type="http://schemas.openxmlformats.org/officeDocument/2006/relationships/image" Target="../media/image30.svg"/><Relationship Id="rId7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4.xml"/><Relationship Id="rId17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98.xml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2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14" Type="http://schemas.openxmlformats.org/officeDocument/2006/relationships/slideLayout" Target="../slideLayouts/slideLayout9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slideLayout" Target="../slideLayouts/slideLayout113.xml"/><Relationship Id="rId18" Type="http://schemas.openxmlformats.org/officeDocument/2006/relationships/slideLayout" Target="../slideLayouts/slideLayout118.xml"/><Relationship Id="rId26" Type="http://schemas.openxmlformats.org/officeDocument/2006/relationships/image" Target="../media/image20.png"/><Relationship Id="rId3" Type="http://schemas.openxmlformats.org/officeDocument/2006/relationships/slideLayout" Target="../slideLayouts/slideLayout103.xml"/><Relationship Id="rId21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2.xml"/><Relationship Id="rId17" Type="http://schemas.openxmlformats.org/officeDocument/2006/relationships/slideLayout" Target="../slideLayouts/slideLayout117.xml"/><Relationship Id="rId25" Type="http://schemas.openxmlformats.org/officeDocument/2006/relationships/theme" Target="../theme/theme5.xml"/><Relationship Id="rId2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24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05.xml"/><Relationship Id="rId15" Type="http://schemas.openxmlformats.org/officeDocument/2006/relationships/slideLayout" Target="../slideLayouts/slideLayout115.xml"/><Relationship Id="rId23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10.xml"/><Relationship Id="rId19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slideLayout" Target="../slideLayouts/slideLayout114.xml"/><Relationship Id="rId22" Type="http://schemas.openxmlformats.org/officeDocument/2006/relationships/slideLayout" Target="../slideLayouts/slideLayout122.xml"/><Relationship Id="rId27" Type="http://schemas.openxmlformats.org/officeDocument/2006/relationships/image" Target="../media/image21.svg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26" Type="http://schemas.openxmlformats.org/officeDocument/2006/relationships/slideLayout" Target="../slideLayouts/slideLayout150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145.xml"/><Relationship Id="rId34" Type="http://schemas.openxmlformats.org/officeDocument/2006/relationships/slideLayout" Target="../slideLayouts/slideLayout158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5" Type="http://schemas.openxmlformats.org/officeDocument/2006/relationships/slideLayout" Target="../slideLayouts/slideLayout149.xml"/><Relationship Id="rId33" Type="http://schemas.openxmlformats.org/officeDocument/2006/relationships/slideLayout" Target="../slideLayouts/slideLayout157.xml"/><Relationship Id="rId38" Type="http://schemas.openxmlformats.org/officeDocument/2006/relationships/theme" Target="../theme/theme6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29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24" Type="http://schemas.openxmlformats.org/officeDocument/2006/relationships/slideLayout" Target="../slideLayouts/slideLayout148.xml"/><Relationship Id="rId32" Type="http://schemas.openxmlformats.org/officeDocument/2006/relationships/slideLayout" Target="../slideLayouts/slideLayout156.xml"/><Relationship Id="rId37" Type="http://schemas.openxmlformats.org/officeDocument/2006/relationships/slideLayout" Target="../slideLayouts/slideLayout161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23" Type="http://schemas.openxmlformats.org/officeDocument/2006/relationships/slideLayout" Target="../slideLayouts/slideLayout147.xml"/><Relationship Id="rId28" Type="http://schemas.openxmlformats.org/officeDocument/2006/relationships/slideLayout" Target="../slideLayouts/slideLayout152.xml"/><Relationship Id="rId36" Type="http://schemas.openxmlformats.org/officeDocument/2006/relationships/slideLayout" Target="../slideLayouts/slideLayout160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31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slideLayout" Target="../slideLayouts/slideLayout146.xml"/><Relationship Id="rId27" Type="http://schemas.openxmlformats.org/officeDocument/2006/relationships/slideLayout" Target="../slideLayouts/slideLayout151.xml"/><Relationship Id="rId30" Type="http://schemas.openxmlformats.org/officeDocument/2006/relationships/slideLayout" Target="../slideLayouts/slideLayout154.xml"/><Relationship Id="rId35" Type="http://schemas.openxmlformats.org/officeDocument/2006/relationships/slideLayout" Target="../slideLayouts/slideLayout159.xml"/><Relationship Id="rId8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1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263525" y="152401"/>
            <a:ext cx="11664950" cy="9731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3525" y="1376363"/>
            <a:ext cx="11664950" cy="478948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 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5F5FB-94C8-6B44-A612-406AB323C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886575"/>
            <a:ext cx="0" cy="0"/>
          </a:xfrm>
          <a:prstGeom prst="rect">
            <a:avLst/>
          </a:prstGeom>
          <a:ln w="0">
            <a:solidFill>
              <a:schemeClr val="bg1"/>
            </a:solidFill>
          </a:ln>
        </p:spPr>
        <p:txBody>
          <a:bodyPr vert="horz" lIns="91440" tIns="45720" rIns="91440" bIns="45720" rtlCol="0" anchor="t"/>
          <a:lstStyle>
            <a:lvl1pPr algn="l">
              <a:defRPr sz="100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r>
              <a:rPr lang="en-CA"/>
              <a:t>Date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F4756D-8158-8447-A01A-4585EAD875FD}"/>
              </a:ext>
            </a:extLst>
          </p:cNvPr>
          <p:cNvPicPr>
            <a:picLocks noChangeAspect="1"/>
          </p:cNvPicPr>
          <p:nvPr/>
        </p:nvPicPr>
        <p:blipFill>
          <a:blip r:embed="rId3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FC85038D-5B6D-7448-B3EB-ABE08E02873E}"/>
              </a:ext>
            </a:extLst>
          </p:cNvPr>
          <p:cNvSpPr txBox="1">
            <a:spLocks/>
          </p:cNvSpPr>
          <p:nvPr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 dirty="0">
                <a:solidFill>
                  <a:srgbClr val="FFFFFF">
                    <a:lumMod val="50000"/>
                  </a:srgbClr>
                </a:solidFill>
                <a:cs typeface="Arial" charset="0"/>
              </a:rPr>
              <a:t>OpenText ©2025 All rights reserved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C238D947-1ED4-324A-B626-D28ADAFF1F61}"/>
              </a:ext>
            </a:extLst>
          </p:cNvPr>
          <p:cNvSpPr txBox="1">
            <a:spLocks/>
          </p:cNvSpPr>
          <p:nvPr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04E662-BF56-4242-9328-6431B0431923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53F34978-816F-1545-9F88-94D9F79DEB3C}"/>
              </a:ext>
            </a:extLst>
          </p:cNvPr>
          <p:cNvSpPr txBox="1">
            <a:spLocks/>
          </p:cNvSpPr>
          <p:nvPr userDrawn="1"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128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802" r:id="rId2"/>
    <p:sldLayoutId id="2147483794" r:id="rId3"/>
    <p:sldLayoutId id="2147483800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87" r:id="rId11"/>
    <p:sldLayoutId id="2147483796" r:id="rId12"/>
    <p:sldLayoutId id="2147483797" r:id="rId13"/>
    <p:sldLayoutId id="2147483798" r:id="rId14"/>
    <p:sldLayoutId id="2147483799" r:id="rId15"/>
    <p:sldLayoutId id="2147483786" r:id="rId16"/>
    <p:sldLayoutId id="2147483795" r:id="rId17"/>
    <p:sldLayoutId id="2147483801" r:id="rId18"/>
    <p:sldLayoutId id="2147483708" r:id="rId19"/>
    <p:sldLayoutId id="2147483770" r:id="rId20"/>
    <p:sldLayoutId id="2147483771" r:id="rId21"/>
    <p:sldLayoutId id="2147483701" r:id="rId22"/>
    <p:sldLayoutId id="2147483705" r:id="rId23"/>
    <p:sldLayoutId id="2147483695" r:id="rId24"/>
    <p:sldLayoutId id="2147483694" r:id="rId25"/>
    <p:sldLayoutId id="2147483704" r:id="rId26"/>
    <p:sldLayoutId id="2147483707" r:id="rId27"/>
    <p:sldLayoutId id="2147483702" r:id="rId28"/>
    <p:sldLayoutId id="2147483783" r:id="rId29"/>
    <p:sldLayoutId id="2147483782" r:id="rId30"/>
    <p:sldLayoutId id="2147483780" r:id="rId31"/>
    <p:sldLayoutId id="2147483781" r:id="rId32"/>
    <p:sldLayoutId id="2147483807" r:id="rId33"/>
    <p:sldLayoutId id="2147483880" r:id="rId34"/>
    <p:sldLayoutId id="2147483882" r:id="rId35"/>
  </p:sldLayoutIdLst>
  <p:hf hd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3200" b="1" i="0" kern="1200" baseline="0">
          <a:solidFill>
            <a:schemeClr val="accent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5pPr>
      <a:lvl6pPr marL="609562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6pPr>
      <a:lvl7pPr marL="1219124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7pPr>
      <a:lvl8pPr marL="1828686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8pPr>
      <a:lvl9pPr marL="2438248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80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222250" indent="-212725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accent1"/>
        </a:buClr>
        <a:buSzPct val="110000"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j-lt"/>
          <a:ea typeface="ＭＳ Ｐゴシック" charset="0"/>
          <a:cs typeface="HelveticaNeueLT Std"/>
        </a:defRPr>
      </a:lvl2pPr>
      <a:lvl3pPr marL="468000" indent="-226800" algn="l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ＭＳ Ｐゴシック" charset="0"/>
          <a:cs typeface="HelveticaNeueLT Std"/>
        </a:defRPr>
      </a:lvl3pPr>
      <a:lvl4pPr marL="666000" indent="-212400" algn="l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+mj-lt"/>
          <a:ea typeface="ＭＳ Ｐゴシック" charset="0"/>
          <a:cs typeface="HelveticaNeueLT Std"/>
        </a:defRPr>
      </a:lvl4pPr>
      <a:lvl5pPr marL="666000" indent="-212400" algn="l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+mj-lt"/>
          <a:ea typeface="ＭＳ Ｐゴシック" charset="0"/>
          <a:cs typeface="HelveticaNeueLT Std"/>
        </a:defRPr>
      </a:lvl5pPr>
      <a:lvl6pPr marL="666000" indent="-212400" algn="l" defTabSz="1219124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6pPr>
      <a:lvl7pPr marL="666000" indent="-212400" algn="l" defTabSz="1219124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baseline="0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7pPr>
      <a:lvl8pPr marL="666000" indent="-212400" algn="l" defTabSz="1219124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lang="en-US" sz="14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8pPr>
      <a:lvl9pPr marL="666000" indent="-212400" algn="l" defTabSz="1219124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lang="en-US" sz="14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9pPr>
    </p:bodyStyle>
    <p:otherStyle>
      <a:defPPr>
        <a:defRPr/>
      </a:defPPr>
      <a:lvl1pPr marL="0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62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24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86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48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10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72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34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95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17">
          <p15:clr>
            <a:srgbClr val="F26B43"/>
          </p15:clr>
        </p15:guide>
        <p15:guide id="5" pos="14574">
          <p15:clr>
            <a:srgbClr val="F26B43"/>
          </p15:clr>
        </p15:guide>
        <p15:guide id="8" orient="horz" pos="7767">
          <p15:clr>
            <a:srgbClr val="F26B43"/>
          </p15:clr>
        </p15:guide>
        <p15:guide id="19" orient="horz" pos="709" userDrawn="1">
          <p15:clr>
            <a:srgbClr val="F26B43"/>
          </p15:clr>
        </p15:guide>
        <p15:guide id="20" pos="166" userDrawn="1">
          <p15:clr>
            <a:srgbClr val="F26B43"/>
          </p15:clr>
        </p15:guide>
        <p15:guide id="21" pos="7514" userDrawn="1">
          <p15:clr>
            <a:srgbClr val="F26B43"/>
          </p15:clr>
        </p15:guide>
        <p15:guide id="22" orient="horz" pos="96" userDrawn="1">
          <p15:clr>
            <a:srgbClr val="F26B43"/>
          </p15:clr>
        </p15:guide>
        <p15:guide id="23" orient="horz" pos="3997" userDrawn="1">
          <p15:clr>
            <a:srgbClr val="F26B43"/>
          </p15:clr>
        </p15:guide>
        <p15:guide id="24" orient="horz" pos="867" userDrawn="1">
          <p15:clr>
            <a:srgbClr val="F26B43"/>
          </p15:clr>
        </p15:guide>
        <p15:guide id="25" orient="horz" pos="38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199" y="152401"/>
            <a:ext cx="11277601" cy="9731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199" y="1376363"/>
            <a:ext cx="11277601" cy="48339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 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561289C-8F78-7E42-A800-BEDF70F65103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57199" y="6456781"/>
            <a:ext cx="1044691" cy="1989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7D3891-D6D2-1C41-8A7B-0E3AC07789DC}"/>
              </a:ext>
            </a:extLst>
          </p:cNvPr>
          <p:cNvSpPr/>
          <p:nvPr userDrawn="1"/>
        </p:nvSpPr>
        <p:spPr>
          <a:xfrm>
            <a:off x="11374242" y="6464161"/>
            <a:ext cx="46463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3C1D921F-663F-5D4C-BF56-776C1B867DF7}" type="slidenum">
              <a:rPr lang="en-US" sz="900" baseline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900" baseline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51077D-9E67-E042-96A7-F82C39CADFF1}"/>
              </a:ext>
            </a:extLst>
          </p:cNvPr>
          <p:cNvSpPr/>
          <p:nvPr userDrawn="1"/>
        </p:nvSpPr>
        <p:spPr>
          <a:xfrm>
            <a:off x="9207193" y="6464161"/>
            <a:ext cx="20521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lt"/>
              </a:rPr>
              <a:t>OpenText ©2025 All rights reserved</a:t>
            </a:r>
            <a:endParaRPr lang="en-US" sz="900" baseline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146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  <p:sldLayoutId id="2147483826" r:id="rId18"/>
    <p:sldLayoutId id="2147483827" r:id="rId19"/>
    <p:sldLayoutId id="2147483828" r:id="rId20"/>
    <p:sldLayoutId id="2147483829" r:id="rId21"/>
    <p:sldLayoutId id="2147483830" r:id="rId22"/>
    <p:sldLayoutId id="2147483831" r:id="rId23"/>
    <p:sldLayoutId id="2147483881" r:id="rId24"/>
  </p:sldLayoutIdLst>
  <p:hf hd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3200" b="1" i="0" kern="1200" baseline="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5pPr>
      <a:lvl6pPr marL="609562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6pPr>
      <a:lvl7pPr marL="1219124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7pPr>
      <a:lvl8pPr marL="1828686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8pPr>
      <a:lvl9pPr marL="2438248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Arial" panose="020B0604020202020204" pitchFamily="34" charset="0"/>
        <a:buNone/>
        <a:defRPr sz="20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222250" indent="-212725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50000"/>
            <a:lumOff val="50000"/>
          </a:schemeClr>
        </a:buClr>
        <a:buSzPct val="110000"/>
        <a:buFont typeface="Arial" panose="020B0604020202020204" pitchFamily="34" charset="0"/>
        <a:buChar char="•"/>
        <a:tabLst/>
        <a:defRPr sz="1800" kern="1200">
          <a:solidFill>
            <a:schemeClr val="bg1"/>
          </a:solidFill>
          <a:latin typeface="+mj-lt"/>
          <a:ea typeface="ＭＳ Ｐゴシック" charset="0"/>
          <a:cs typeface="HelveticaNeueLT Std"/>
        </a:defRPr>
      </a:lvl2pPr>
      <a:lvl3pPr marL="468000" indent="-22680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50000"/>
            <a:lumOff val="50000"/>
          </a:schemeClr>
        </a:buClr>
        <a:buSzPct val="11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ＭＳ Ｐゴシック" charset="0"/>
          <a:cs typeface="HelveticaNeueLT Std"/>
        </a:defRPr>
      </a:lvl3pPr>
      <a:lvl4pPr marL="666000" indent="-21240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50000"/>
            <a:lumOff val="50000"/>
          </a:schemeClr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bg1"/>
          </a:solidFill>
          <a:latin typeface="+mj-lt"/>
          <a:ea typeface="ＭＳ Ｐゴシック" charset="0"/>
          <a:cs typeface="HelveticaNeueLT Std"/>
        </a:defRPr>
      </a:lvl4pPr>
      <a:lvl5pPr marL="666000" indent="-21240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+mj-lt"/>
          <a:ea typeface="ＭＳ Ｐゴシック" charset="0"/>
          <a:cs typeface="HelveticaNeueLT Std"/>
        </a:defRPr>
      </a:lvl5pPr>
      <a:lvl6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6pPr>
      <a:lvl7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baseline="0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7pPr>
      <a:lvl8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defRPr lang="en-US" sz="14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8pPr>
      <a:lvl9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defRPr lang="en-US" sz="14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9pPr>
    </p:bodyStyle>
    <p:otherStyle>
      <a:defPPr>
        <a:defRPr/>
      </a:defPPr>
      <a:lvl1pPr marL="0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62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24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86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48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10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72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34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95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17">
          <p15:clr>
            <a:srgbClr val="F26B43"/>
          </p15:clr>
        </p15:guide>
        <p15:guide id="5" pos="14574">
          <p15:clr>
            <a:srgbClr val="F26B43"/>
          </p15:clr>
        </p15:guide>
        <p15:guide id="8" orient="horz" pos="7767">
          <p15:clr>
            <a:srgbClr val="F26B43"/>
          </p15:clr>
        </p15:guide>
        <p15:guide id="19" orient="horz" pos="709">
          <p15:clr>
            <a:srgbClr val="F26B43"/>
          </p15:clr>
        </p15:guide>
        <p15:guide id="20" pos="166">
          <p15:clr>
            <a:srgbClr val="F26B43"/>
          </p15:clr>
        </p15:guide>
        <p15:guide id="21" pos="7514">
          <p15:clr>
            <a:srgbClr val="F26B43"/>
          </p15:clr>
        </p15:guide>
        <p15:guide id="22" orient="horz" pos="96">
          <p15:clr>
            <a:srgbClr val="F26B43"/>
          </p15:clr>
        </p15:guide>
        <p15:guide id="23" orient="horz" pos="4017">
          <p15:clr>
            <a:srgbClr val="F26B43"/>
          </p15:clr>
        </p15:guide>
        <p15:guide id="24" orient="horz" pos="867">
          <p15:clr>
            <a:srgbClr val="F26B43"/>
          </p15:clr>
        </p15:guide>
        <p15:guide id="25" orient="horz" pos="3912">
          <p15:clr>
            <a:srgbClr val="F26B43"/>
          </p15:clr>
        </p15:guide>
        <p15:guide id="26" pos="288">
          <p15:clr>
            <a:srgbClr val="F26B43"/>
          </p15:clr>
        </p15:guide>
        <p15:guide id="27" pos="7392">
          <p15:clr>
            <a:srgbClr val="F26B43"/>
          </p15:clr>
        </p15:guide>
        <p15:guide id="28" orient="horz" pos="422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199" y="152401"/>
            <a:ext cx="11277601" cy="9731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199" y="1376363"/>
            <a:ext cx="11277601" cy="48339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 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561289C-8F78-7E42-A800-BEDF70F65103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57199" y="6456781"/>
            <a:ext cx="1044691" cy="1989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7D3891-D6D2-1C41-8A7B-0E3AC07789DC}"/>
              </a:ext>
            </a:extLst>
          </p:cNvPr>
          <p:cNvSpPr/>
          <p:nvPr userDrawn="1"/>
        </p:nvSpPr>
        <p:spPr>
          <a:xfrm>
            <a:off x="11374242" y="6464161"/>
            <a:ext cx="46463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3C1D921F-663F-5D4C-BF56-776C1B867DF7}" type="slidenum">
              <a:rPr lang="en-US" sz="900" baseline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900" baseline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51077D-9E67-E042-96A7-F82C39CADFF1}"/>
              </a:ext>
            </a:extLst>
          </p:cNvPr>
          <p:cNvSpPr/>
          <p:nvPr userDrawn="1"/>
        </p:nvSpPr>
        <p:spPr>
          <a:xfrm>
            <a:off x="9207193" y="6464161"/>
            <a:ext cx="20521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lt"/>
              </a:rPr>
              <a:t>OpenText ©2025 All rights reserved</a:t>
            </a:r>
            <a:endParaRPr lang="en-US" sz="900" baseline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2032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  <p:sldLayoutId id="2147483851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</p:sldLayoutIdLst>
  <p:hf hd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3200" b="1" i="0" kern="1200" baseline="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5pPr>
      <a:lvl6pPr marL="609562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6pPr>
      <a:lvl7pPr marL="1219124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7pPr>
      <a:lvl8pPr marL="1828686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8pPr>
      <a:lvl9pPr marL="2438248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Arial" panose="020B0604020202020204" pitchFamily="34" charset="0"/>
        <a:buNone/>
        <a:defRPr sz="20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222250" indent="-212725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50000"/>
            <a:lumOff val="50000"/>
          </a:schemeClr>
        </a:buClr>
        <a:buSzPct val="110000"/>
        <a:buFont typeface="Arial" panose="020B0604020202020204" pitchFamily="34" charset="0"/>
        <a:buChar char="•"/>
        <a:tabLst/>
        <a:defRPr sz="1800" kern="1200">
          <a:solidFill>
            <a:schemeClr val="bg1"/>
          </a:solidFill>
          <a:latin typeface="+mj-lt"/>
          <a:ea typeface="ＭＳ Ｐゴシック" charset="0"/>
          <a:cs typeface="HelveticaNeueLT Std"/>
        </a:defRPr>
      </a:lvl2pPr>
      <a:lvl3pPr marL="468000" indent="-22680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50000"/>
            <a:lumOff val="50000"/>
          </a:schemeClr>
        </a:buClr>
        <a:buSzPct val="11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ＭＳ Ｐゴシック" charset="0"/>
          <a:cs typeface="HelveticaNeueLT Std"/>
        </a:defRPr>
      </a:lvl3pPr>
      <a:lvl4pPr marL="666000" indent="-21240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50000"/>
            <a:lumOff val="50000"/>
          </a:schemeClr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bg1"/>
          </a:solidFill>
          <a:latin typeface="+mj-lt"/>
          <a:ea typeface="ＭＳ Ｐゴシック" charset="0"/>
          <a:cs typeface="HelveticaNeueLT Std"/>
        </a:defRPr>
      </a:lvl4pPr>
      <a:lvl5pPr marL="666000" indent="-21240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+mj-lt"/>
          <a:ea typeface="ＭＳ Ｐゴシック" charset="0"/>
          <a:cs typeface="HelveticaNeueLT Std"/>
        </a:defRPr>
      </a:lvl5pPr>
      <a:lvl6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6pPr>
      <a:lvl7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baseline="0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7pPr>
      <a:lvl8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defRPr lang="en-US" sz="14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8pPr>
      <a:lvl9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defRPr lang="en-US" sz="14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9pPr>
    </p:bodyStyle>
    <p:otherStyle>
      <a:defPPr>
        <a:defRPr/>
      </a:defPPr>
      <a:lvl1pPr marL="0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62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24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86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48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10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72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34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95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17">
          <p15:clr>
            <a:srgbClr val="F26B43"/>
          </p15:clr>
        </p15:guide>
        <p15:guide id="5" pos="14574">
          <p15:clr>
            <a:srgbClr val="F26B43"/>
          </p15:clr>
        </p15:guide>
        <p15:guide id="8" orient="horz" pos="7767">
          <p15:clr>
            <a:srgbClr val="F26B43"/>
          </p15:clr>
        </p15:guide>
        <p15:guide id="19" orient="horz" pos="709">
          <p15:clr>
            <a:srgbClr val="F26B43"/>
          </p15:clr>
        </p15:guide>
        <p15:guide id="20" pos="166">
          <p15:clr>
            <a:srgbClr val="F26B43"/>
          </p15:clr>
        </p15:guide>
        <p15:guide id="21" pos="7514">
          <p15:clr>
            <a:srgbClr val="F26B43"/>
          </p15:clr>
        </p15:guide>
        <p15:guide id="22" orient="horz" pos="96">
          <p15:clr>
            <a:srgbClr val="F26B43"/>
          </p15:clr>
        </p15:guide>
        <p15:guide id="23" orient="horz" pos="4017">
          <p15:clr>
            <a:srgbClr val="F26B43"/>
          </p15:clr>
        </p15:guide>
        <p15:guide id="24" orient="horz" pos="867">
          <p15:clr>
            <a:srgbClr val="F26B43"/>
          </p15:clr>
        </p15:guide>
        <p15:guide id="25" orient="horz" pos="3912">
          <p15:clr>
            <a:srgbClr val="F26B43"/>
          </p15:clr>
        </p15:guide>
        <p15:guide id="26" pos="288">
          <p15:clr>
            <a:srgbClr val="F26B43"/>
          </p15:clr>
        </p15:guide>
        <p15:guide id="27" pos="7392">
          <p15:clr>
            <a:srgbClr val="F26B43"/>
          </p15:clr>
        </p15:guide>
        <p15:guide id="28" orient="horz" pos="422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199" y="152401"/>
            <a:ext cx="11277601" cy="9731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199" y="1376363"/>
            <a:ext cx="11277601" cy="48339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First level 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 </a:t>
            </a:r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6CD015-277F-0846-9B8D-D53419C01CFE}"/>
              </a:ext>
            </a:extLst>
          </p:cNvPr>
          <p:cNvSpPr/>
          <p:nvPr userDrawn="1"/>
        </p:nvSpPr>
        <p:spPr>
          <a:xfrm>
            <a:off x="11374242" y="6539692"/>
            <a:ext cx="46463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3C1D921F-663F-5D4C-BF56-776C1B867DF7}" type="slidenum">
              <a:rPr lang="en-US" sz="900" baseline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900" baseline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F7BD7D-C74D-454F-9BF7-A1EA5E9706EB}"/>
              </a:ext>
            </a:extLst>
          </p:cNvPr>
          <p:cNvSpPr/>
          <p:nvPr userDrawn="1"/>
        </p:nvSpPr>
        <p:spPr>
          <a:xfrm>
            <a:off x="9554394" y="6539692"/>
            <a:ext cx="20521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lt"/>
              </a:rPr>
              <a:t>OpenText ©2025 All rights reserved</a:t>
            </a:r>
            <a:endParaRPr lang="en-US" sz="900" baseline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9ED7AA-1FB8-42DD-FCD2-A00B29D76085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486679" y="6539692"/>
            <a:ext cx="1347860" cy="21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71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  <p:sldLayoutId id="2147483879" r:id="rId18"/>
  </p:sldLayoutIdLst>
  <p:hf hd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3200" b="1" i="0" kern="1200" baseline="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5pPr>
      <a:lvl6pPr marL="609562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6pPr>
      <a:lvl7pPr marL="1219124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7pPr>
      <a:lvl8pPr marL="1828686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8pPr>
      <a:lvl9pPr marL="2438248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Arial" panose="020B0604020202020204" pitchFamily="34" charset="0"/>
        <a:buNone/>
        <a:defRPr sz="2000" b="0" i="0" kern="1200" baseline="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222250" indent="-212725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50000"/>
            <a:lumOff val="50000"/>
          </a:schemeClr>
        </a:buClr>
        <a:buSzPct val="110000"/>
        <a:buFont typeface="Arial" panose="020B0604020202020204" pitchFamily="34" charset="0"/>
        <a:buChar char="•"/>
        <a:tabLst/>
        <a:defRPr sz="1800" kern="1200" baseline="0">
          <a:solidFill>
            <a:schemeClr val="tx1"/>
          </a:solidFill>
          <a:latin typeface="+mj-lt"/>
          <a:ea typeface="ＭＳ Ｐゴシック" charset="0"/>
          <a:cs typeface="HelveticaNeueLT Std"/>
        </a:defRPr>
      </a:lvl2pPr>
      <a:lvl3pPr marL="468000" indent="-22680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50000"/>
            <a:lumOff val="50000"/>
          </a:schemeClr>
        </a:buClr>
        <a:buSzPct val="115000"/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j-lt"/>
          <a:ea typeface="ＭＳ Ｐゴシック" charset="0"/>
          <a:cs typeface="HelveticaNeueLT Std"/>
        </a:defRPr>
      </a:lvl3pPr>
      <a:lvl4pPr marL="666000" indent="-21240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50000"/>
            <a:lumOff val="50000"/>
          </a:schemeClr>
        </a:buClr>
        <a:buSzPct val="85000"/>
        <a:buFont typeface="Arial" panose="020B0604020202020204" pitchFamily="34" charset="0"/>
        <a:buChar char="•"/>
        <a:tabLst/>
        <a:defRPr lang="en-US" sz="1400" kern="1200" baseline="0" dirty="0" smtClean="0">
          <a:solidFill>
            <a:schemeClr val="tx1"/>
          </a:solidFill>
          <a:latin typeface="+mj-lt"/>
          <a:ea typeface="ＭＳ Ｐゴシック" charset="0"/>
          <a:cs typeface="HelveticaNeueLT Std"/>
        </a:defRPr>
      </a:lvl4pPr>
      <a:lvl5pPr marL="666000" indent="-21240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+mj-lt"/>
          <a:ea typeface="ＭＳ Ｐゴシック" charset="0"/>
          <a:cs typeface="HelveticaNeueLT Std"/>
        </a:defRPr>
      </a:lvl5pPr>
      <a:lvl6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6pPr>
      <a:lvl7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baseline="0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7pPr>
      <a:lvl8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defRPr lang="en-US" sz="14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8pPr>
      <a:lvl9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defRPr lang="en-US" sz="14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9pPr>
    </p:bodyStyle>
    <p:otherStyle>
      <a:defPPr>
        <a:defRPr/>
      </a:defPPr>
      <a:lvl1pPr marL="0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62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24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86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48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10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72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34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95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17">
          <p15:clr>
            <a:srgbClr val="F26B43"/>
          </p15:clr>
        </p15:guide>
        <p15:guide id="5" pos="14574">
          <p15:clr>
            <a:srgbClr val="F26B43"/>
          </p15:clr>
        </p15:guide>
        <p15:guide id="8" orient="horz" pos="7767">
          <p15:clr>
            <a:srgbClr val="F26B43"/>
          </p15:clr>
        </p15:guide>
        <p15:guide id="19" orient="horz" pos="709">
          <p15:clr>
            <a:srgbClr val="F26B43"/>
          </p15:clr>
        </p15:guide>
        <p15:guide id="20" pos="166">
          <p15:clr>
            <a:srgbClr val="F26B43"/>
          </p15:clr>
        </p15:guide>
        <p15:guide id="21" pos="7514">
          <p15:clr>
            <a:srgbClr val="F26B43"/>
          </p15:clr>
        </p15:guide>
        <p15:guide id="22" orient="horz" pos="96">
          <p15:clr>
            <a:srgbClr val="F26B43"/>
          </p15:clr>
        </p15:guide>
        <p15:guide id="23" orient="horz" pos="4017">
          <p15:clr>
            <a:srgbClr val="F26B43"/>
          </p15:clr>
        </p15:guide>
        <p15:guide id="24" orient="horz" pos="867">
          <p15:clr>
            <a:srgbClr val="F26B43"/>
          </p15:clr>
        </p15:guide>
        <p15:guide id="25" orient="horz" pos="3912">
          <p15:clr>
            <a:srgbClr val="F26B43"/>
          </p15:clr>
        </p15:guide>
        <p15:guide id="26" pos="288">
          <p15:clr>
            <a:srgbClr val="F26B43"/>
          </p15:clr>
        </p15:guide>
        <p15:guide id="27" pos="7392">
          <p15:clr>
            <a:srgbClr val="F26B43"/>
          </p15:clr>
        </p15:guide>
        <p15:guide id="28" orient="horz" pos="422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199" y="152401"/>
            <a:ext cx="11277601" cy="9731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199" y="1376363"/>
            <a:ext cx="11277601" cy="48339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 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561289C-8F78-7E42-A800-BEDF70F65103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57199" y="6456781"/>
            <a:ext cx="1044691" cy="1989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7D3891-D6D2-1C41-8A7B-0E3AC07789DC}"/>
              </a:ext>
            </a:extLst>
          </p:cNvPr>
          <p:cNvSpPr/>
          <p:nvPr userDrawn="1"/>
        </p:nvSpPr>
        <p:spPr>
          <a:xfrm>
            <a:off x="11374242" y="6464161"/>
            <a:ext cx="46463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3C1D921F-663F-5D4C-BF56-776C1B867DF7}" type="slidenum">
              <a:rPr lang="en-US" sz="900" baseline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en-US" sz="900" baseline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51077D-9E67-E042-96A7-F82C39CADFF1}"/>
              </a:ext>
            </a:extLst>
          </p:cNvPr>
          <p:cNvSpPr/>
          <p:nvPr userDrawn="1"/>
        </p:nvSpPr>
        <p:spPr>
          <a:xfrm>
            <a:off x="9207193" y="6464161"/>
            <a:ext cx="202010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lt"/>
              </a:rPr>
              <a:t>OpenText ©2025 All rights reserved</a:t>
            </a:r>
            <a:endParaRPr lang="en-US" sz="900" baseline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732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7" r:id="rId14"/>
    <p:sldLayoutId id="2147483898" r:id="rId15"/>
    <p:sldLayoutId id="2147483899" r:id="rId16"/>
    <p:sldLayoutId id="2147483900" r:id="rId17"/>
    <p:sldLayoutId id="2147483901" r:id="rId18"/>
    <p:sldLayoutId id="2147483902" r:id="rId19"/>
    <p:sldLayoutId id="2147483903" r:id="rId20"/>
    <p:sldLayoutId id="2147483904" r:id="rId21"/>
    <p:sldLayoutId id="2147483905" r:id="rId22"/>
    <p:sldLayoutId id="2147483906" r:id="rId23"/>
    <p:sldLayoutId id="2147483909" r:id="rId24"/>
  </p:sldLayoutIdLst>
  <p:hf hd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3200" b="1" i="0" kern="1200" baseline="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5pPr>
      <a:lvl6pPr marL="609562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6pPr>
      <a:lvl7pPr marL="1219124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7pPr>
      <a:lvl8pPr marL="1828686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8pPr>
      <a:lvl9pPr marL="2438248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Arial" panose="020B0604020202020204" pitchFamily="34" charset="0"/>
        <a:buNone/>
        <a:defRPr sz="20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222250" indent="-212725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50000"/>
            <a:lumOff val="50000"/>
          </a:schemeClr>
        </a:buClr>
        <a:buSzPct val="110000"/>
        <a:buFont typeface="Arial" panose="020B0604020202020204" pitchFamily="34" charset="0"/>
        <a:buChar char="•"/>
        <a:tabLst/>
        <a:defRPr sz="1800" kern="1200">
          <a:solidFill>
            <a:schemeClr val="bg1"/>
          </a:solidFill>
          <a:latin typeface="+mj-lt"/>
          <a:ea typeface="ＭＳ Ｐゴシック" charset="0"/>
          <a:cs typeface="HelveticaNeueLT Std"/>
        </a:defRPr>
      </a:lvl2pPr>
      <a:lvl3pPr marL="468000" indent="-22680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50000"/>
            <a:lumOff val="50000"/>
          </a:schemeClr>
        </a:buClr>
        <a:buSzPct val="11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ＭＳ Ｐゴシック" charset="0"/>
          <a:cs typeface="HelveticaNeueLT Std"/>
        </a:defRPr>
      </a:lvl3pPr>
      <a:lvl4pPr marL="666000" indent="-21240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50000"/>
            <a:lumOff val="50000"/>
          </a:schemeClr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bg1"/>
          </a:solidFill>
          <a:latin typeface="+mj-lt"/>
          <a:ea typeface="ＭＳ Ｐゴシック" charset="0"/>
          <a:cs typeface="HelveticaNeueLT Std"/>
        </a:defRPr>
      </a:lvl4pPr>
      <a:lvl5pPr marL="666000" indent="-212400" algn="l" rtl="0" eaLnBrk="1" fontAlgn="base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+mj-lt"/>
          <a:ea typeface="ＭＳ Ｐゴシック" charset="0"/>
          <a:cs typeface="HelveticaNeueLT Std"/>
        </a:defRPr>
      </a:lvl5pPr>
      <a:lvl6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6pPr>
      <a:lvl7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baseline="0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7pPr>
      <a:lvl8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defRPr lang="en-US" sz="14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8pPr>
      <a:lvl9pPr marL="666000" indent="-212400" algn="l" defTabSz="121912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5000"/>
        <a:buFont typeface="Arial" panose="020B0604020202020204" pitchFamily="34" charset="0"/>
        <a:buChar char="•"/>
        <a:defRPr lang="en-US" sz="14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9pPr>
    </p:bodyStyle>
    <p:otherStyle>
      <a:defPPr>
        <a:defRPr/>
      </a:defPPr>
      <a:lvl1pPr marL="0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62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24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86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48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10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72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34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95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17">
          <p15:clr>
            <a:srgbClr val="F26B43"/>
          </p15:clr>
        </p15:guide>
        <p15:guide id="5" pos="14574">
          <p15:clr>
            <a:srgbClr val="F26B43"/>
          </p15:clr>
        </p15:guide>
        <p15:guide id="8" orient="horz" pos="7767">
          <p15:clr>
            <a:srgbClr val="F26B43"/>
          </p15:clr>
        </p15:guide>
        <p15:guide id="19" orient="horz" pos="709">
          <p15:clr>
            <a:srgbClr val="F26B43"/>
          </p15:clr>
        </p15:guide>
        <p15:guide id="20" pos="166">
          <p15:clr>
            <a:srgbClr val="F26B43"/>
          </p15:clr>
        </p15:guide>
        <p15:guide id="21" pos="7514">
          <p15:clr>
            <a:srgbClr val="F26B43"/>
          </p15:clr>
        </p15:guide>
        <p15:guide id="22" orient="horz" pos="96">
          <p15:clr>
            <a:srgbClr val="F26B43"/>
          </p15:clr>
        </p15:guide>
        <p15:guide id="23" orient="horz" pos="4017">
          <p15:clr>
            <a:srgbClr val="F26B43"/>
          </p15:clr>
        </p15:guide>
        <p15:guide id="24" orient="horz" pos="867">
          <p15:clr>
            <a:srgbClr val="F26B43"/>
          </p15:clr>
        </p15:guide>
        <p15:guide id="25" orient="horz" pos="3912">
          <p15:clr>
            <a:srgbClr val="F26B43"/>
          </p15:clr>
        </p15:guide>
        <p15:guide id="26" pos="288">
          <p15:clr>
            <a:srgbClr val="F26B43"/>
          </p15:clr>
        </p15:guide>
        <p15:guide id="27" pos="7392">
          <p15:clr>
            <a:srgbClr val="F26B43"/>
          </p15:clr>
        </p15:guide>
        <p15:guide id="28" orient="horz" pos="4224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263525" y="152401"/>
            <a:ext cx="11664950" cy="9731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3525" y="1376363"/>
            <a:ext cx="11664950" cy="478948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 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marL="180975" lvl="0" indent="-180975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5F5FB-94C8-6B44-A612-406AB323C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886575"/>
            <a:ext cx="0" cy="0"/>
          </a:xfrm>
          <a:prstGeom prst="rect">
            <a:avLst/>
          </a:prstGeom>
          <a:ln w="0">
            <a:solidFill>
              <a:schemeClr val="bg1"/>
            </a:solidFill>
          </a:ln>
        </p:spPr>
        <p:txBody>
          <a:bodyPr vert="horz" lIns="91440" tIns="45720" rIns="91440" bIns="45720" rtlCol="0" anchor="t"/>
          <a:lstStyle>
            <a:lvl1pPr algn="l">
              <a:defRPr sz="100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r>
              <a:rPr lang="en-CA"/>
              <a:t>Date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F4756D-8158-8447-A01A-4585EAD875FD}"/>
              </a:ext>
            </a:extLst>
          </p:cNvPr>
          <p:cNvPicPr>
            <a:picLocks noChangeAspect="1"/>
          </p:cNvPicPr>
          <p:nvPr/>
        </p:nvPicPr>
        <p:blipFill>
          <a:blip r:embed="rId3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FC85038D-5B6D-7448-B3EB-ABE08E02873E}"/>
              </a:ext>
            </a:extLst>
          </p:cNvPr>
          <p:cNvSpPr txBox="1">
            <a:spLocks/>
          </p:cNvSpPr>
          <p:nvPr/>
        </p:nvSpPr>
        <p:spPr>
          <a:xfrm>
            <a:off x="7455919" y="6483600"/>
            <a:ext cx="4114800" cy="2642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 defTabSz="457200">
              <a:buClr>
                <a:srgbClr val="00008B"/>
              </a:buClr>
            </a:pPr>
            <a:r>
              <a:rPr lang="en-US" sz="800" dirty="0">
                <a:solidFill>
                  <a:srgbClr val="FFFFFF">
                    <a:lumMod val="50000"/>
                  </a:srgbClr>
                </a:solidFill>
                <a:cs typeface="Arial" charset="0"/>
              </a:rPr>
              <a:t>OpenText ©2023 All rights reserved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C238D947-1ED4-324A-B626-D28ADAFF1F61}"/>
              </a:ext>
            </a:extLst>
          </p:cNvPr>
          <p:cNvSpPr txBox="1">
            <a:spLocks/>
          </p:cNvSpPr>
          <p:nvPr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04E662-BF56-4242-9328-6431B0431923}"/>
              </a:ext>
            </a:extLst>
          </p:cNvPr>
          <p:cNvPicPr>
            <a:picLocks noChangeAspect="1"/>
          </p:cNvPicPr>
          <p:nvPr userDrawn="1"/>
        </p:nvPicPr>
        <p:blipFill>
          <a:blip r:embed="rId3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711" y="6509177"/>
            <a:ext cx="1247156" cy="237431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53F34978-816F-1545-9F88-94D9F79DEB3C}"/>
              </a:ext>
            </a:extLst>
          </p:cNvPr>
          <p:cNvSpPr txBox="1">
            <a:spLocks/>
          </p:cNvSpPr>
          <p:nvPr userDrawn="1"/>
        </p:nvSpPr>
        <p:spPr>
          <a:xfrm>
            <a:off x="11570719" y="6483600"/>
            <a:ext cx="344570" cy="264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8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fld id="{3C1D921F-663F-5D4C-BF56-776C1B867D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312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  <p:sldLayoutId id="2147483922" r:id="rId12"/>
    <p:sldLayoutId id="2147483923" r:id="rId13"/>
    <p:sldLayoutId id="2147483924" r:id="rId14"/>
    <p:sldLayoutId id="2147483925" r:id="rId15"/>
    <p:sldLayoutId id="2147483926" r:id="rId16"/>
    <p:sldLayoutId id="2147483927" r:id="rId17"/>
    <p:sldLayoutId id="2147483928" r:id="rId18"/>
    <p:sldLayoutId id="2147483929" r:id="rId19"/>
    <p:sldLayoutId id="2147483930" r:id="rId20"/>
    <p:sldLayoutId id="2147483931" r:id="rId21"/>
    <p:sldLayoutId id="2147483932" r:id="rId22"/>
    <p:sldLayoutId id="2147483933" r:id="rId23"/>
    <p:sldLayoutId id="2147483934" r:id="rId24"/>
    <p:sldLayoutId id="2147483935" r:id="rId25"/>
    <p:sldLayoutId id="2147483936" r:id="rId26"/>
    <p:sldLayoutId id="2147483937" r:id="rId27"/>
    <p:sldLayoutId id="2147483938" r:id="rId28"/>
    <p:sldLayoutId id="2147483939" r:id="rId29"/>
    <p:sldLayoutId id="2147483940" r:id="rId30"/>
    <p:sldLayoutId id="2147483941" r:id="rId31"/>
    <p:sldLayoutId id="2147483942" r:id="rId32"/>
    <p:sldLayoutId id="2147483943" r:id="rId33"/>
    <p:sldLayoutId id="2147483944" r:id="rId34"/>
    <p:sldLayoutId id="2147483945" r:id="rId35"/>
    <p:sldLayoutId id="2147483946" r:id="rId36"/>
    <p:sldLayoutId id="2147483948" r:id="rId37"/>
  </p:sldLayoutIdLst>
  <p:hf hd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3200" b="1" i="0" kern="1200" baseline="0">
          <a:solidFill>
            <a:schemeClr val="accent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5pPr>
      <a:lvl6pPr marL="609562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6pPr>
      <a:lvl7pPr marL="1219124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7pPr>
      <a:lvl8pPr marL="1828686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8pPr>
      <a:lvl9pPr marL="2438248" algn="l" rtl="0" eaLnBrk="1" fontAlgn="base" hangingPunct="1">
        <a:spcBef>
          <a:spcPct val="0"/>
        </a:spcBef>
        <a:spcAft>
          <a:spcPct val="0"/>
        </a:spcAft>
        <a:defRPr sz="4267">
          <a:solidFill>
            <a:schemeClr val="accent1"/>
          </a:solidFill>
          <a:latin typeface="AllerMod Regular" charset="0"/>
          <a:ea typeface="ＭＳ Ｐゴシック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80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222250" indent="-212725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accent1"/>
        </a:buClr>
        <a:buSzPct val="110000"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j-lt"/>
          <a:ea typeface="ＭＳ Ｐゴシック" charset="0"/>
          <a:cs typeface="HelveticaNeueLT Std"/>
        </a:defRPr>
      </a:lvl2pPr>
      <a:lvl3pPr marL="468000" indent="-226800" algn="l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ＭＳ Ｐゴシック" charset="0"/>
          <a:cs typeface="HelveticaNeueLT Std"/>
        </a:defRPr>
      </a:lvl3pPr>
      <a:lvl4pPr marL="666000" indent="-212400" algn="l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+mj-lt"/>
          <a:ea typeface="ＭＳ Ｐゴシック" charset="0"/>
          <a:cs typeface="HelveticaNeueLT Std"/>
        </a:defRPr>
      </a:lvl4pPr>
      <a:lvl5pPr marL="666000" indent="-212400" algn="l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+mj-lt"/>
          <a:ea typeface="ＭＳ Ｐゴシック" charset="0"/>
          <a:cs typeface="HelveticaNeueLT Std"/>
        </a:defRPr>
      </a:lvl5pPr>
      <a:lvl6pPr marL="666000" indent="-212400" algn="l" defTabSz="1219124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6pPr>
      <a:lvl7pPr marL="666000" indent="-212400" algn="l" defTabSz="1219124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85000"/>
        <a:buFont typeface="Arial" panose="020B0604020202020204" pitchFamily="34" charset="0"/>
        <a:buChar char="•"/>
        <a:tabLst/>
        <a:defRPr lang="en-US" sz="1400" kern="1200" baseline="0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7pPr>
      <a:lvl8pPr marL="666000" indent="-212400" algn="l" defTabSz="1219124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lang="en-US" sz="14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8pPr>
      <a:lvl9pPr marL="666000" indent="-212400" algn="l" defTabSz="1219124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lang="en-US" sz="1400" kern="1200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9pPr>
    </p:bodyStyle>
    <p:otherStyle>
      <a:defPPr>
        <a:defRPr/>
      </a:defPPr>
      <a:lvl1pPr marL="0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62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24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86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48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10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72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34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95" algn="l" defTabSz="1219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17">
          <p15:clr>
            <a:srgbClr val="F26B43"/>
          </p15:clr>
        </p15:guide>
        <p15:guide id="5" pos="14574">
          <p15:clr>
            <a:srgbClr val="F26B43"/>
          </p15:clr>
        </p15:guide>
        <p15:guide id="8" orient="horz" pos="7767">
          <p15:clr>
            <a:srgbClr val="F26B43"/>
          </p15:clr>
        </p15:guide>
        <p15:guide id="19" orient="horz" pos="709">
          <p15:clr>
            <a:srgbClr val="F26B43"/>
          </p15:clr>
        </p15:guide>
        <p15:guide id="20" pos="166">
          <p15:clr>
            <a:srgbClr val="F26B43"/>
          </p15:clr>
        </p15:guide>
        <p15:guide id="21" pos="7514">
          <p15:clr>
            <a:srgbClr val="F26B43"/>
          </p15:clr>
        </p15:guide>
        <p15:guide id="22" orient="horz" pos="96">
          <p15:clr>
            <a:srgbClr val="F26B43"/>
          </p15:clr>
        </p15:guide>
        <p15:guide id="23" orient="horz" pos="3997">
          <p15:clr>
            <a:srgbClr val="F26B43"/>
          </p15:clr>
        </p15:guide>
        <p15:guide id="24" orient="horz" pos="867">
          <p15:clr>
            <a:srgbClr val="F26B43"/>
          </p15:clr>
        </p15:guide>
        <p15:guide id="25" orient="horz" pos="38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49.png"/><Relationship Id="rId5" Type="http://schemas.microsoft.com/office/2007/relationships/hdphoto" Target="../media/hdphoto2.wdp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jpe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79.png"/><Relationship Id="rId3" Type="http://schemas.microsoft.com/office/2007/relationships/hdphoto" Target="../media/hdphoto5.wdp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8.png"/><Relationship Id="rId2" Type="http://schemas.openxmlformats.org/officeDocument/2006/relationships/image" Target="../media/image66.png"/><Relationship Id="rId16" Type="http://schemas.openxmlformats.org/officeDocument/2006/relationships/image" Target="../media/image77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30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microsoft.com/office/2007/relationships/hdphoto" Target="../media/hdphoto6.wdp"/><Relationship Id="rId15" Type="http://schemas.microsoft.com/office/2007/relationships/hdphoto" Target="../media/hdphoto7.wdp"/><Relationship Id="rId10" Type="http://schemas.openxmlformats.org/officeDocument/2006/relationships/image" Target="../media/image72.png"/><Relationship Id="rId19" Type="http://schemas.openxmlformats.org/officeDocument/2006/relationships/image" Target="../media/image65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B8152-9BD3-03C4-7121-071FB455CC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506463"/>
            <a:ext cx="11566850" cy="1227138"/>
          </a:xfrm>
        </p:spPr>
        <p:txBody>
          <a:bodyPr/>
          <a:lstStyle/>
          <a:p>
            <a:r>
              <a:rPr lang="en-US" altLang="ko-KR" dirty="0"/>
              <a:t>Vertica Eon Mode</a:t>
            </a:r>
            <a:r>
              <a:rPr lang="ko-KR" altLang="en-US" dirty="0"/>
              <a:t> 아키텍처 소개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25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C/S </a:t>
            </a:r>
            <a:r>
              <a:rPr lang="ko-KR" altLang="en-US" sz="25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분리 아키텍처 기반의 통합 데이터 플랫폼</a:t>
            </a:r>
            <a:endParaRPr lang="en-US" sz="2500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6D533B28-1427-F41C-2A59-E6C129230E7D}"/>
              </a:ext>
            </a:extLst>
          </p:cNvPr>
          <p:cNvSpPr txBox="1">
            <a:spLocks/>
          </p:cNvSpPr>
          <p:nvPr/>
        </p:nvSpPr>
        <p:spPr>
          <a:xfrm>
            <a:off x="457199" y="6009359"/>
            <a:ext cx="1837418" cy="332775"/>
          </a:xfrm>
          <a:prstGeom prst="rect">
            <a:avLst/>
          </a:prstGeom>
        </p:spPr>
        <p:txBody>
          <a:bodyPr lIns="0"/>
          <a:lstStyle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70000" indent="-2645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>
                <a:solidFill>
                  <a:schemeClr val="bg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1A69FF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157063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EE7B-903B-0784-9084-3AA81B8E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dirty="0"/>
              <a:t>버티카 아키텍처 소개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9C3DC-230E-A121-1BEB-FBAF9D75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94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What is Vertica?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791DCC9-06C0-A42F-55CF-D18C7A3E44CE}"/>
              </a:ext>
            </a:extLst>
          </p:cNvPr>
          <p:cNvGrpSpPr/>
          <p:nvPr/>
        </p:nvGrpSpPr>
        <p:grpSpPr>
          <a:xfrm>
            <a:off x="1090447" y="1131628"/>
            <a:ext cx="3482103" cy="3958205"/>
            <a:chOff x="1090447" y="1131628"/>
            <a:chExt cx="3482103" cy="3958205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3156" y="1612466"/>
              <a:ext cx="1105781" cy="1380646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1090447" y="1131628"/>
              <a:ext cx="2676759" cy="400110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SQL Data Warehous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267955" y="2996952"/>
              <a:ext cx="3304595" cy="2092881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MPP + Native Columnar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아키텍처를 통해 </a:t>
              </a:r>
              <a:r>
                <a:rPr lang="ko-KR" altLang="en-US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대용량 데이터 분석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에 최적화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On-premise / Public Cloud / Private Cloud / k8s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등 </a:t>
              </a:r>
              <a:r>
                <a:rPr lang="ko-KR" altLang="en-US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어떤 인프라 환경</a:t>
              </a:r>
              <a:r>
                <a:rPr lang="ko-KR" alt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에서도 배포 및 운영 지원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bg1"/>
                </a:buClr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US" altLang="ko-KR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I/O </a:t>
              </a:r>
              <a:r>
                <a:rPr lang="ko-KR" altLang="en-US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최적화 아키텍처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로 전통적인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DW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환경보다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10-50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배 이상 빠른 처리 성능 제공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Roboto Light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472264" y="1124744"/>
            <a:ext cx="2799164" cy="4398734"/>
            <a:chOff x="4731590" y="2301458"/>
            <a:chExt cx="2799164" cy="4398734"/>
          </a:xfrm>
        </p:grpSpPr>
        <p:sp>
          <p:nvSpPr>
            <p:cNvPr id="9" name="TextBox 8"/>
            <p:cNvSpPr txBox="1"/>
            <p:nvPr/>
          </p:nvSpPr>
          <p:spPr>
            <a:xfrm>
              <a:off x="5196640" y="2301458"/>
              <a:ext cx="1781258" cy="400110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Query Engine</a:t>
              </a:r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26095" y="2813473"/>
              <a:ext cx="1322348" cy="1322348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4731590" y="4245674"/>
              <a:ext cx="2799164" cy="2454518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171450" indent="-171450">
                <a:spcBef>
                  <a:spcPts val="1200"/>
                </a:spcBef>
                <a:buClr>
                  <a:schemeClr val="bg1"/>
                </a:buClr>
                <a:buFont typeface="Courier New" panose="02070309020205020404" pitchFamily="49" charset="0"/>
                <a:buChar char="o"/>
              </a:pPr>
              <a:r>
                <a:rPr lang="en-US" altLang="ko-KR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HDFS </a:t>
              </a:r>
              <a:r>
                <a:rPr lang="en-GB" altLang="ko-KR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/</a:t>
              </a:r>
              <a:r>
                <a:rPr lang="ko-KR" altLang="en-US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</a:t>
              </a:r>
              <a:r>
                <a:rPr lang="en-US" altLang="ko-KR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Object Store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 저장된 </a:t>
              </a:r>
              <a:b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다양한</a:t>
              </a:r>
              <a: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포맷</a:t>
              </a:r>
              <a: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en-US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Parquet / ORC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</a:t>
              </a:r>
              <a: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</a:t>
              </a:r>
              <a:b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데이터를 직접 조회</a:t>
              </a:r>
              <a:endParaRPr lang="en-GB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171450" indent="-171450">
                <a:spcBef>
                  <a:spcPts val="1200"/>
                </a:spcBef>
                <a:buClr>
                  <a:schemeClr val="bg1"/>
                </a:buClr>
                <a:buFont typeface="Courier New" panose="02070309020205020404" pitchFamily="49" charset="0"/>
                <a:buChar char="o"/>
              </a:pPr>
              <a:r>
                <a:rPr 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DW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데이터와 </a:t>
              </a:r>
              <a: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Data Lake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 존재하는 </a:t>
              </a:r>
              <a:b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데이터 연계 분석</a:t>
              </a:r>
              <a: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(Join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처리</a:t>
              </a:r>
              <a: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지원</a:t>
              </a:r>
              <a:endParaRPr lang="en-GB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171450" indent="-171450">
                <a:spcBef>
                  <a:spcPts val="1200"/>
                </a:spcBef>
                <a:buClr>
                  <a:schemeClr val="bg1"/>
                </a:buClr>
                <a:buFont typeface="Courier New" panose="02070309020205020404" pitchFamily="49" charset="0"/>
                <a:buChar char="o"/>
              </a:pPr>
              <a:r>
                <a:rPr lang="en-US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ARRAY / MAP / STRUCT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 </a:t>
              </a:r>
              <a:b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오픈소스 파일에서 빈번하게 </a:t>
              </a:r>
              <a:b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활용되는 </a:t>
              </a:r>
              <a:r>
                <a:rPr lang="en-US" altLang="ko-KR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Complex Type</a:t>
              </a:r>
              <a:r>
                <a:rPr lang="en-US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</a:t>
              </a:r>
              <a:b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완벽하게 지원 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endParaRPr lang="en-US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A84978F-8D81-837D-A1ED-DE6ADE2FA0D8}"/>
              </a:ext>
            </a:extLst>
          </p:cNvPr>
          <p:cNvGrpSpPr/>
          <p:nvPr/>
        </p:nvGrpSpPr>
        <p:grpSpPr>
          <a:xfrm>
            <a:off x="4451013" y="1131628"/>
            <a:ext cx="3685625" cy="4363033"/>
            <a:chOff x="4451013" y="1131628"/>
            <a:chExt cx="3685625" cy="4363033"/>
          </a:xfrm>
        </p:grpSpPr>
        <p:sp>
          <p:nvSpPr>
            <p:cNvPr id="19" name="TextBox 18"/>
            <p:cNvSpPr txBox="1"/>
            <p:nvPr/>
          </p:nvSpPr>
          <p:spPr>
            <a:xfrm>
              <a:off x="4451013" y="1131628"/>
              <a:ext cx="3685625" cy="400110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Analytics &amp; Machine Learning</a:t>
              </a: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88147" y="1701081"/>
              <a:ext cx="1193704" cy="1193704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4835514" y="3032448"/>
              <a:ext cx="3132648" cy="2462213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bg1"/>
                </a:buClr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ko-KR" altLang="en-US" sz="1400" b="1" dirty="0" err="1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페타</a:t>
              </a:r>
              <a:r>
                <a:rPr lang="ko-KR" altLang="en-US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바이트 규모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</a:t>
              </a:r>
              <a:br>
                <a:rPr lang="en-GB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In-Database </a:t>
              </a:r>
              <a:r>
                <a:rPr 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Machine Learning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지원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사용자에게 친숙한 </a:t>
              </a:r>
              <a:br>
                <a:rPr lang="en-GB" altLang="ko-KR" sz="12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SQL</a:t>
              </a:r>
              <a:r>
                <a:rPr lang="ko-KR" altLang="en-US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로 </a:t>
              </a:r>
              <a:r>
                <a:rPr lang="en-US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ML</a:t>
              </a:r>
              <a:r>
                <a:rPr lang="ko-KR" altLang="en-US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프로세스</a:t>
              </a:r>
              <a:r>
                <a:rPr lang="ko-KR" altLang="en-US" sz="12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지원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bg1"/>
                </a:buClr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US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PMML / TensorFlow Model</a:t>
              </a:r>
              <a:r>
                <a:rPr lang="en-US" sz="12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 대해 </a:t>
              </a:r>
              <a:r>
                <a:rPr 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export / import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기능 지원</a:t>
              </a:r>
              <a:endParaRPr lang="en-GB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bg1"/>
                </a:buClr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GB" altLang="ko-KR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Geospatial / Full text search</a:t>
              </a:r>
              <a:r>
                <a:rPr lang="en-GB" altLang="ko-KR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등의</a:t>
              </a:r>
              <a:b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향상된</a:t>
              </a:r>
              <a:r>
                <a:rPr lang="ko-KR" altLang="en-US" sz="12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400" b="1" dirty="0">
                  <a:solidFill>
                    <a:srgbClr val="FFC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고급 분석 기능</a:t>
              </a:r>
              <a:r>
                <a:rPr lang="ko-KR" altLang="en-US" sz="12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지원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</p:grpSp>
      <p:sp>
        <p:nvSpPr>
          <p:cNvPr id="16" name="Plus Sign 15">
            <a:extLst>
              <a:ext uri="{FF2B5EF4-FFF2-40B4-BE49-F238E27FC236}">
                <a16:creationId xmlns:a16="http://schemas.microsoft.com/office/drawing/2014/main" id="{601825C5-C104-4055-A12A-57A47189EC23}"/>
              </a:ext>
            </a:extLst>
          </p:cNvPr>
          <p:cNvSpPr/>
          <p:nvPr/>
        </p:nvSpPr>
        <p:spPr>
          <a:xfrm>
            <a:off x="3795432" y="1976336"/>
            <a:ext cx="777119" cy="721454"/>
          </a:xfrm>
          <a:prstGeom prst="mathPlu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  <a:sym typeface="Calibri"/>
            </a:endParaRPr>
          </a:p>
        </p:txBody>
      </p:sp>
      <p:sp>
        <p:nvSpPr>
          <p:cNvPr id="26" name="Plus Sign 15">
            <a:extLst>
              <a:ext uri="{FF2B5EF4-FFF2-40B4-BE49-F238E27FC236}">
                <a16:creationId xmlns:a16="http://schemas.microsoft.com/office/drawing/2014/main" id="{A73C8C64-A4AF-074C-FA21-89B411D08FCF}"/>
              </a:ext>
            </a:extLst>
          </p:cNvPr>
          <p:cNvSpPr/>
          <p:nvPr/>
        </p:nvSpPr>
        <p:spPr>
          <a:xfrm>
            <a:off x="7585750" y="1976336"/>
            <a:ext cx="777119" cy="721454"/>
          </a:xfrm>
          <a:prstGeom prst="mathPlu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074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What is Vertica?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791DCC9-06C0-A42F-55CF-D18C7A3E44CE}"/>
              </a:ext>
            </a:extLst>
          </p:cNvPr>
          <p:cNvGrpSpPr/>
          <p:nvPr/>
        </p:nvGrpSpPr>
        <p:grpSpPr>
          <a:xfrm>
            <a:off x="1090447" y="1131628"/>
            <a:ext cx="3482103" cy="3958205"/>
            <a:chOff x="1090447" y="1131628"/>
            <a:chExt cx="3482103" cy="3958205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3156" y="1612466"/>
              <a:ext cx="1105781" cy="1380646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1090447" y="1131628"/>
              <a:ext cx="2676759" cy="400110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SQL Data Warehous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267955" y="2996952"/>
              <a:ext cx="3304595" cy="2092881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MPP + Native Columnar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아키텍처를 통해 </a:t>
              </a: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대용량 데이터 분석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에 최적화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On-premise / Public Cloud / Private Cloud / k8s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등 </a:t>
              </a: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어떤 인프라 환경</a:t>
              </a: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에서도 배포 및 운영 지원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bg1">
                    <a:lumMod val="50000"/>
                  </a:schemeClr>
                </a:buClr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I/O </a:t>
              </a: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최적화 아키텍처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로 전통적인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DW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환경보다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10-50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배 이상 빠른 처리 성능 제공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Roboto Light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472264" y="1124744"/>
            <a:ext cx="2799164" cy="4398734"/>
            <a:chOff x="4731590" y="2301458"/>
            <a:chExt cx="2799164" cy="4398734"/>
          </a:xfrm>
        </p:grpSpPr>
        <p:sp>
          <p:nvSpPr>
            <p:cNvPr id="9" name="TextBox 8"/>
            <p:cNvSpPr txBox="1"/>
            <p:nvPr/>
          </p:nvSpPr>
          <p:spPr>
            <a:xfrm>
              <a:off x="5196640" y="2301458"/>
              <a:ext cx="1781258" cy="400110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Query Engine</a:t>
              </a:r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26095" y="2813473"/>
              <a:ext cx="1322348" cy="1322348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4731590" y="4245674"/>
              <a:ext cx="2799164" cy="2454518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171450" indent="-171450">
                <a:spcBef>
                  <a:spcPts val="1200"/>
                </a:spcBef>
                <a:buClr>
                  <a:schemeClr val="bg1">
                    <a:lumMod val="50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HDFS </a:t>
              </a:r>
              <a:r>
                <a:rPr lang="en-GB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/</a:t>
              </a: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Object Store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 저장된 </a:t>
              </a:r>
              <a:b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다양한</a:t>
              </a:r>
              <a: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포맷</a:t>
              </a:r>
              <a: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Parquet / ORC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</a:t>
              </a:r>
              <a: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</a:t>
              </a:r>
              <a:b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데이터를 직접 조회</a:t>
              </a:r>
              <a:endParaRPr lang="en-GB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171450" indent="-171450">
                <a:spcBef>
                  <a:spcPts val="1200"/>
                </a:spcBef>
                <a:buClr>
                  <a:schemeClr val="bg1">
                    <a:lumMod val="50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DW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데이터와 </a:t>
              </a:r>
              <a: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Data Lake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 존재하는 </a:t>
              </a:r>
              <a:b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데이터 연계 분석</a:t>
              </a:r>
              <a: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(Join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처리</a:t>
              </a:r>
              <a: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지원</a:t>
              </a:r>
              <a:endParaRPr lang="en-GB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171450" indent="-171450">
                <a:spcBef>
                  <a:spcPts val="1200"/>
                </a:spcBef>
                <a:buClr>
                  <a:schemeClr val="bg1">
                    <a:lumMod val="50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ARRAY / MAP / STRUCT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 </a:t>
              </a:r>
              <a:b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오픈소스 파일에서 빈번하게 </a:t>
              </a:r>
              <a:b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활용되는 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Complex Type</a:t>
              </a:r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</a:t>
              </a:r>
              <a:b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완벽하게 지원 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endPara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A84978F-8D81-837D-A1ED-DE6ADE2FA0D8}"/>
              </a:ext>
            </a:extLst>
          </p:cNvPr>
          <p:cNvGrpSpPr/>
          <p:nvPr/>
        </p:nvGrpSpPr>
        <p:grpSpPr>
          <a:xfrm>
            <a:off x="4451013" y="1131628"/>
            <a:ext cx="3685625" cy="4363033"/>
            <a:chOff x="4451013" y="1131628"/>
            <a:chExt cx="3685625" cy="4363033"/>
          </a:xfrm>
        </p:grpSpPr>
        <p:sp>
          <p:nvSpPr>
            <p:cNvPr id="19" name="TextBox 18"/>
            <p:cNvSpPr txBox="1"/>
            <p:nvPr/>
          </p:nvSpPr>
          <p:spPr>
            <a:xfrm>
              <a:off x="4451013" y="1131628"/>
              <a:ext cx="3685625" cy="400110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Roboto Light" charset="0"/>
                </a:rPr>
                <a:t>Analytics &amp; Machine Learning</a:t>
              </a: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88147" y="1701081"/>
              <a:ext cx="1193704" cy="1193704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4835514" y="3032448"/>
              <a:ext cx="3132648" cy="2462213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bg1">
                    <a:lumMod val="50000"/>
                  </a:schemeClr>
                </a:buClr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ko-KR" altLang="en-US" sz="14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페타</a:t>
              </a: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바이트 규모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</a:t>
              </a:r>
              <a:br>
                <a:rPr lang="en-GB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In-Database </a:t>
              </a: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Machine Learning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지원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사용자에게 친숙한 </a:t>
              </a:r>
              <a:br>
                <a:rPr lang="en-GB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SQL</a:t>
              </a: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로 </a:t>
              </a: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ML</a:t>
              </a: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프로세스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지원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bg1">
                    <a:lumMod val="50000"/>
                  </a:schemeClr>
                </a:buClr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PMML / TensorFlow Model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 대해 </a:t>
              </a: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export / import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기능 지원</a:t>
              </a:r>
              <a:endParaRPr lang="en-GB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bg1">
                    <a:lumMod val="50000"/>
                  </a:schemeClr>
                </a:buClr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GB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Geospatial / Full text search</a:t>
              </a:r>
              <a:r>
                <a:rPr lang="en-GB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등의</a:t>
              </a:r>
              <a:b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향상된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고급 분석 기능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지원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</p:grpSp>
      <p:sp>
        <p:nvSpPr>
          <p:cNvPr id="16" name="Plus Sign 15">
            <a:extLst>
              <a:ext uri="{FF2B5EF4-FFF2-40B4-BE49-F238E27FC236}">
                <a16:creationId xmlns:a16="http://schemas.microsoft.com/office/drawing/2014/main" id="{601825C5-C104-4055-A12A-57A47189EC23}"/>
              </a:ext>
            </a:extLst>
          </p:cNvPr>
          <p:cNvSpPr/>
          <p:nvPr/>
        </p:nvSpPr>
        <p:spPr>
          <a:xfrm>
            <a:off x="3795432" y="1976336"/>
            <a:ext cx="777119" cy="721454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  <a:sym typeface="Calibri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2B7075B-234B-4B75-F1DE-0C54EB982A01}"/>
              </a:ext>
            </a:extLst>
          </p:cNvPr>
          <p:cNvSpPr/>
          <p:nvPr/>
        </p:nvSpPr>
        <p:spPr>
          <a:xfrm>
            <a:off x="1200150" y="5339329"/>
            <a:ext cx="10058400" cy="217065"/>
          </a:xfrm>
          <a:prstGeom prst="roundRect">
            <a:avLst>
              <a:gd name="adj" fmla="val 49718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  <a:latin typeface="Calibri" panose="020F0502020204030204" pitchFamily="34" charset="0"/>
                <a:ea typeface="나눔고딕" panose="020D0604000000000000" pitchFamily="50" charset="-127"/>
              </a:rPr>
              <a:t>CLOUD NATIVE ARCHITECTURE</a:t>
            </a:r>
            <a:endParaRPr lang="en-GB" sz="1400" b="1" dirty="0" err="1">
              <a:solidFill>
                <a:srgbClr val="0070C0"/>
              </a:solidFill>
              <a:latin typeface="Calibri" panose="020F0502020204030204" pitchFamily="34" charset="0"/>
              <a:ea typeface="나눔고딕" panose="020D0604000000000000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2F4E0D0-45D9-34E2-5745-449796D97E5E}"/>
              </a:ext>
            </a:extLst>
          </p:cNvPr>
          <p:cNvGrpSpPr/>
          <p:nvPr/>
        </p:nvGrpSpPr>
        <p:grpSpPr>
          <a:xfrm>
            <a:off x="5081682" y="5685350"/>
            <a:ext cx="1910704" cy="1158305"/>
            <a:chOff x="5081682" y="5685350"/>
            <a:chExt cx="1910704" cy="1158305"/>
          </a:xfrm>
        </p:grpSpPr>
        <p:sp>
          <p:nvSpPr>
            <p:cNvPr id="6" name="Freeform 144">
              <a:extLst>
                <a:ext uri="{FF2B5EF4-FFF2-40B4-BE49-F238E27FC236}">
                  <a16:creationId xmlns:a16="http://schemas.microsoft.com/office/drawing/2014/main" id="{F48A6955-0285-E70E-C054-B31A063C86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81682" y="5725340"/>
              <a:ext cx="765776" cy="765776"/>
            </a:xfrm>
            <a:custGeom>
              <a:avLst/>
              <a:gdLst>
                <a:gd name="T0" fmla="*/ 373 w 537"/>
                <a:gd name="T1" fmla="*/ 373 h 537"/>
                <a:gd name="T2" fmla="*/ 469 w 537"/>
                <a:gd name="T3" fmla="*/ 143 h 537"/>
                <a:gd name="T4" fmla="*/ 527 w 537"/>
                <a:gd name="T5" fmla="*/ 182 h 537"/>
                <a:gd name="T6" fmla="*/ 536 w 537"/>
                <a:gd name="T7" fmla="*/ 210 h 537"/>
                <a:gd name="T8" fmla="*/ 527 w 537"/>
                <a:gd name="T9" fmla="*/ 239 h 537"/>
                <a:gd name="T10" fmla="*/ 469 w 537"/>
                <a:gd name="T11" fmla="*/ 278 h 537"/>
                <a:gd name="T12" fmla="*/ 469 w 537"/>
                <a:gd name="T13" fmla="*/ 297 h 537"/>
                <a:gd name="T14" fmla="*/ 527 w 537"/>
                <a:gd name="T15" fmla="*/ 334 h 537"/>
                <a:gd name="T16" fmla="*/ 536 w 537"/>
                <a:gd name="T17" fmla="*/ 364 h 537"/>
                <a:gd name="T18" fmla="*/ 527 w 537"/>
                <a:gd name="T19" fmla="*/ 392 h 537"/>
                <a:gd name="T20" fmla="*/ 469 w 537"/>
                <a:gd name="T21" fmla="*/ 431 h 537"/>
                <a:gd name="T22" fmla="*/ 469 w 537"/>
                <a:gd name="T23" fmla="*/ 450 h 537"/>
                <a:gd name="T24" fmla="*/ 450 w 537"/>
                <a:gd name="T25" fmla="*/ 527 h 537"/>
                <a:gd name="T26" fmla="*/ 411 w 537"/>
                <a:gd name="T27" fmla="*/ 469 h 537"/>
                <a:gd name="T28" fmla="*/ 392 w 537"/>
                <a:gd name="T29" fmla="*/ 469 h 537"/>
                <a:gd name="T30" fmla="*/ 354 w 537"/>
                <a:gd name="T31" fmla="*/ 527 h 537"/>
                <a:gd name="T32" fmla="*/ 326 w 537"/>
                <a:gd name="T33" fmla="*/ 536 h 537"/>
                <a:gd name="T34" fmla="*/ 296 w 537"/>
                <a:gd name="T35" fmla="*/ 527 h 537"/>
                <a:gd name="T36" fmla="*/ 257 w 537"/>
                <a:gd name="T37" fmla="*/ 469 h 537"/>
                <a:gd name="T38" fmla="*/ 239 w 537"/>
                <a:gd name="T39" fmla="*/ 469 h 537"/>
                <a:gd name="T40" fmla="*/ 201 w 537"/>
                <a:gd name="T41" fmla="*/ 527 h 537"/>
                <a:gd name="T42" fmla="*/ 172 w 537"/>
                <a:gd name="T43" fmla="*/ 536 h 537"/>
                <a:gd name="T44" fmla="*/ 143 w 537"/>
                <a:gd name="T45" fmla="*/ 527 h 537"/>
                <a:gd name="T46" fmla="*/ 105 w 537"/>
                <a:gd name="T47" fmla="*/ 469 h 537"/>
                <a:gd name="T48" fmla="*/ 86 w 537"/>
                <a:gd name="T49" fmla="*/ 469 h 537"/>
                <a:gd name="T50" fmla="*/ 9 w 537"/>
                <a:gd name="T51" fmla="*/ 450 h 537"/>
                <a:gd name="T52" fmla="*/ 66 w 537"/>
                <a:gd name="T53" fmla="*/ 411 h 537"/>
                <a:gd name="T54" fmla="*/ 66 w 537"/>
                <a:gd name="T55" fmla="*/ 392 h 537"/>
                <a:gd name="T56" fmla="*/ 9 w 537"/>
                <a:gd name="T57" fmla="*/ 354 h 537"/>
                <a:gd name="T58" fmla="*/ 0 w 537"/>
                <a:gd name="T59" fmla="*/ 326 h 537"/>
                <a:gd name="T60" fmla="*/ 9 w 537"/>
                <a:gd name="T61" fmla="*/ 297 h 537"/>
                <a:gd name="T62" fmla="*/ 66 w 537"/>
                <a:gd name="T63" fmla="*/ 258 h 537"/>
                <a:gd name="T64" fmla="*/ 66 w 537"/>
                <a:gd name="T65" fmla="*/ 239 h 537"/>
                <a:gd name="T66" fmla="*/ 9 w 537"/>
                <a:gd name="T67" fmla="*/ 201 h 537"/>
                <a:gd name="T68" fmla="*/ 0 w 537"/>
                <a:gd name="T69" fmla="*/ 172 h 537"/>
                <a:gd name="T70" fmla="*/ 9 w 537"/>
                <a:gd name="T71" fmla="*/ 143 h 537"/>
                <a:gd name="T72" fmla="*/ 66 w 537"/>
                <a:gd name="T73" fmla="*/ 105 h 537"/>
                <a:gd name="T74" fmla="*/ 66 w 537"/>
                <a:gd name="T75" fmla="*/ 85 h 537"/>
                <a:gd name="T76" fmla="*/ 86 w 537"/>
                <a:gd name="T77" fmla="*/ 8 h 537"/>
                <a:gd name="T78" fmla="*/ 124 w 537"/>
                <a:gd name="T79" fmla="*/ 66 h 537"/>
                <a:gd name="T80" fmla="*/ 143 w 537"/>
                <a:gd name="T81" fmla="*/ 66 h 537"/>
                <a:gd name="T82" fmla="*/ 182 w 537"/>
                <a:gd name="T83" fmla="*/ 8 h 537"/>
                <a:gd name="T84" fmla="*/ 211 w 537"/>
                <a:gd name="T85" fmla="*/ 0 h 537"/>
                <a:gd name="T86" fmla="*/ 239 w 537"/>
                <a:gd name="T87" fmla="*/ 8 h 537"/>
                <a:gd name="T88" fmla="*/ 277 w 537"/>
                <a:gd name="T89" fmla="*/ 66 h 537"/>
                <a:gd name="T90" fmla="*/ 296 w 537"/>
                <a:gd name="T91" fmla="*/ 66 h 537"/>
                <a:gd name="T92" fmla="*/ 334 w 537"/>
                <a:gd name="T93" fmla="*/ 8 h 537"/>
                <a:gd name="T94" fmla="*/ 364 w 537"/>
                <a:gd name="T95" fmla="*/ 0 h 537"/>
                <a:gd name="T96" fmla="*/ 392 w 537"/>
                <a:gd name="T97" fmla="*/ 8 h 537"/>
                <a:gd name="T98" fmla="*/ 431 w 537"/>
                <a:gd name="T99" fmla="*/ 66 h 537"/>
                <a:gd name="T100" fmla="*/ 450 w 537"/>
                <a:gd name="T101" fmla="*/ 66 h 537"/>
                <a:gd name="T102" fmla="*/ 527 w 537"/>
                <a:gd name="T103" fmla="*/ 85 h 537"/>
                <a:gd name="T104" fmla="*/ 469 w 537"/>
                <a:gd name="T105" fmla="*/ 124 h 537"/>
                <a:gd name="T106" fmla="*/ 469 w 537"/>
                <a:gd name="T107" fmla="*/ 143 h 537"/>
                <a:gd name="T108" fmla="*/ 153 w 537"/>
                <a:gd name="T109" fmla="*/ 143 h 537"/>
                <a:gd name="T110" fmla="*/ 384 w 537"/>
                <a:gd name="T111" fmla="*/ 392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37" h="537">
                  <a:moveTo>
                    <a:pt x="162" y="162"/>
                  </a:moveTo>
                  <a:lnTo>
                    <a:pt x="162" y="162"/>
                  </a:lnTo>
                  <a:cubicBezTo>
                    <a:pt x="373" y="162"/>
                    <a:pt x="373" y="162"/>
                    <a:pt x="373" y="162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162" y="373"/>
                    <a:pt x="162" y="373"/>
                    <a:pt x="162" y="373"/>
                  </a:cubicBezTo>
                  <a:lnTo>
                    <a:pt x="162" y="162"/>
                  </a:lnTo>
                  <a:close/>
                  <a:moveTo>
                    <a:pt x="469" y="143"/>
                  </a:moveTo>
                  <a:lnTo>
                    <a:pt x="469" y="143"/>
                  </a:lnTo>
                  <a:cubicBezTo>
                    <a:pt x="469" y="162"/>
                    <a:pt x="469" y="162"/>
                    <a:pt x="469" y="162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32" y="162"/>
                    <a:pt x="536" y="167"/>
                    <a:pt x="536" y="172"/>
                  </a:cubicBezTo>
                  <a:cubicBezTo>
                    <a:pt x="536" y="178"/>
                    <a:pt x="532" y="182"/>
                    <a:pt x="527" y="182"/>
                  </a:cubicBezTo>
                  <a:cubicBezTo>
                    <a:pt x="469" y="182"/>
                    <a:pt x="469" y="182"/>
                    <a:pt x="469" y="182"/>
                  </a:cubicBezTo>
                  <a:cubicBezTo>
                    <a:pt x="469" y="201"/>
                    <a:pt x="469" y="201"/>
                    <a:pt x="469" y="201"/>
                  </a:cubicBezTo>
                  <a:cubicBezTo>
                    <a:pt x="527" y="201"/>
                    <a:pt x="527" y="201"/>
                    <a:pt x="527" y="201"/>
                  </a:cubicBezTo>
                  <a:cubicBezTo>
                    <a:pt x="532" y="201"/>
                    <a:pt x="536" y="205"/>
                    <a:pt x="536" y="210"/>
                  </a:cubicBezTo>
                  <a:cubicBezTo>
                    <a:pt x="536" y="216"/>
                    <a:pt x="532" y="220"/>
                    <a:pt x="527" y="220"/>
                  </a:cubicBezTo>
                  <a:cubicBezTo>
                    <a:pt x="469" y="220"/>
                    <a:pt x="469" y="220"/>
                    <a:pt x="469" y="220"/>
                  </a:cubicBezTo>
                  <a:cubicBezTo>
                    <a:pt x="469" y="239"/>
                    <a:pt x="469" y="239"/>
                    <a:pt x="469" y="239"/>
                  </a:cubicBezTo>
                  <a:cubicBezTo>
                    <a:pt x="527" y="239"/>
                    <a:pt x="527" y="239"/>
                    <a:pt x="527" y="239"/>
                  </a:cubicBezTo>
                  <a:cubicBezTo>
                    <a:pt x="532" y="239"/>
                    <a:pt x="536" y="244"/>
                    <a:pt x="536" y="249"/>
                  </a:cubicBezTo>
                  <a:cubicBezTo>
                    <a:pt x="536" y="254"/>
                    <a:pt x="532" y="258"/>
                    <a:pt x="527" y="258"/>
                  </a:cubicBezTo>
                  <a:cubicBezTo>
                    <a:pt x="469" y="258"/>
                    <a:pt x="469" y="258"/>
                    <a:pt x="469" y="258"/>
                  </a:cubicBezTo>
                  <a:cubicBezTo>
                    <a:pt x="469" y="278"/>
                    <a:pt x="469" y="278"/>
                    <a:pt x="469" y="278"/>
                  </a:cubicBezTo>
                  <a:cubicBezTo>
                    <a:pt x="527" y="278"/>
                    <a:pt x="527" y="278"/>
                    <a:pt x="527" y="278"/>
                  </a:cubicBezTo>
                  <a:cubicBezTo>
                    <a:pt x="532" y="278"/>
                    <a:pt x="536" y="282"/>
                    <a:pt x="536" y="287"/>
                  </a:cubicBezTo>
                  <a:cubicBezTo>
                    <a:pt x="536" y="292"/>
                    <a:pt x="532" y="297"/>
                    <a:pt x="527" y="297"/>
                  </a:cubicBezTo>
                  <a:cubicBezTo>
                    <a:pt x="469" y="297"/>
                    <a:pt x="469" y="297"/>
                    <a:pt x="469" y="297"/>
                  </a:cubicBezTo>
                  <a:cubicBezTo>
                    <a:pt x="469" y="316"/>
                    <a:pt x="469" y="316"/>
                    <a:pt x="469" y="316"/>
                  </a:cubicBezTo>
                  <a:cubicBezTo>
                    <a:pt x="527" y="316"/>
                    <a:pt x="527" y="316"/>
                    <a:pt x="527" y="316"/>
                  </a:cubicBezTo>
                  <a:cubicBezTo>
                    <a:pt x="532" y="316"/>
                    <a:pt x="536" y="321"/>
                    <a:pt x="536" y="326"/>
                  </a:cubicBezTo>
                  <a:cubicBezTo>
                    <a:pt x="536" y="331"/>
                    <a:pt x="532" y="334"/>
                    <a:pt x="527" y="334"/>
                  </a:cubicBezTo>
                  <a:cubicBezTo>
                    <a:pt x="469" y="334"/>
                    <a:pt x="469" y="334"/>
                    <a:pt x="469" y="334"/>
                  </a:cubicBezTo>
                  <a:cubicBezTo>
                    <a:pt x="469" y="354"/>
                    <a:pt x="469" y="354"/>
                    <a:pt x="469" y="354"/>
                  </a:cubicBezTo>
                  <a:cubicBezTo>
                    <a:pt x="527" y="354"/>
                    <a:pt x="527" y="354"/>
                    <a:pt x="527" y="354"/>
                  </a:cubicBezTo>
                  <a:cubicBezTo>
                    <a:pt x="532" y="354"/>
                    <a:pt x="536" y="359"/>
                    <a:pt x="536" y="364"/>
                  </a:cubicBezTo>
                  <a:cubicBezTo>
                    <a:pt x="536" y="369"/>
                    <a:pt x="532" y="373"/>
                    <a:pt x="527" y="373"/>
                  </a:cubicBezTo>
                  <a:cubicBezTo>
                    <a:pt x="469" y="373"/>
                    <a:pt x="469" y="373"/>
                    <a:pt x="469" y="373"/>
                  </a:cubicBezTo>
                  <a:cubicBezTo>
                    <a:pt x="469" y="392"/>
                    <a:pt x="469" y="392"/>
                    <a:pt x="469" y="392"/>
                  </a:cubicBezTo>
                  <a:cubicBezTo>
                    <a:pt x="527" y="392"/>
                    <a:pt x="527" y="392"/>
                    <a:pt x="527" y="392"/>
                  </a:cubicBezTo>
                  <a:cubicBezTo>
                    <a:pt x="532" y="392"/>
                    <a:pt x="536" y="397"/>
                    <a:pt x="536" y="403"/>
                  </a:cubicBezTo>
                  <a:cubicBezTo>
                    <a:pt x="536" y="408"/>
                    <a:pt x="532" y="411"/>
                    <a:pt x="527" y="411"/>
                  </a:cubicBezTo>
                  <a:cubicBezTo>
                    <a:pt x="469" y="411"/>
                    <a:pt x="469" y="411"/>
                    <a:pt x="469" y="411"/>
                  </a:cubicBezTo>
                  <a:cubicBezTo>
                    <a:pt x="469" y="431"/>
                    <a:pt x="469" y="431"/>
                    <a:pt x="469" y="431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32" y="431"/>
                    <a:pt x="536" y="435"/>
                    <a:pt x="536" y="441"/>
                  </a:cubicBezTo>
                  <a:cubicBezTo>
                    <a:pt x="536" y="446"/>
                    <a:pt x="532" y="450"/>
                    <a:pt x="527" y="450"/>
                  </a:cubicBezTo>
                  <a:cubicBezTo>
                    <a:pt x="469" y="450"/>
                    <a:pt x="469" y="450"/>
                    <a:pt x="469" y="450"/>
                  </a:cubicBezTo>
                  <a:cubicBezTo>
                    <a:pt x="469" y="460"/>
                    <a:pt x="469" y="460"/>
                    <a:pt x="469" y="460"/>
                  </a:cubicBezTo>
                  <a:cubicBezTo>
                    <a:pt x="469" y="465"/>
                    <a:pt x="466" y="469"/>
                    <a:pt x="459" y="469"/>
                  </a:cubicBezTo>
                  <a:cubicBezTo>
                    <a:pt x="450" y="469"/>
                    <a:pt x="450" y="469"/>
                    <a:pt x="450" y="469"/>
                  </a:cubicBezTo>
                  <a:cubicBezTo>
                    <a:pt x="450" y="527"/>
                    <a:pt x="450" y="527"/>
                    <a:pt x="450" y="527"/>
                  </a:cubicBezTo>
                  <a:cubicBezTo>
                    <a:pt x="450" y="533"/>
                    <a:pt x="446" y="536"/>
                    <a:pt x="440" y="536"/>
                  </a:cubicBezTo>
                  <a:cubicBezTo>
                    <a:pt x="435" y="536"/>
                    <a:pt x="431" y="533"/>
                    <a:pt x="431" y="527"/>
                  </a:cubicBezTo>
                  <a:cubicBezTo>
                    <a:pt x="431" y="469"/>
                    <a:pt x="431" y="469"/>
                    <a:pt x="431" y="469"/>
                  </a:cubicBezTo>
                  <a:cubicBezTo>
                    <a:pt x="411" y="469"/>
                    <a:pt x="411" y="469"/>
                    <a:pt x="411" y="469"/>
                  </a:cubicBezTo>
                  <a:cubicBezTo>
                    <a:pt x="411" y="527"/>
                    <a:pt x="411" y="527"/>
                    <a:pt x="411" y="527"/>
                  </a:cubicBezTo>
                  <a:cubicBezTo>
                    <a:pt x="411" y="533"/>
                    <a:pt x="408" y="536"/>
                    <a:pt x="403" y="536"/>
                  </a:cubicBezTo>
                  <a:cubicBezTo>
                    <a:pt x="396" y="536"/>
                    <a:pt x="392" y="533"/>
                    <a:pt x="392" y="527"/>
                  </a:cubicBezTo>
                  <a:cubicBezTo>
                    <a:pt x="392" y="469"/>
                    <a:pt x="392" y="469"/>
                    <a:pt x="392" y="469"/>
                  </a:cubicBezTo>
                  <a:cubicBezTo>
                    <a:pt x="373" y="469"/>
                    <a:pt x="373" y="469"/>
                    <a:pt x="373" y="469"/>
                  </a:cubicBezTo>
                  <a:cubicBezTo>
                    <a:pt x="373" y="527"/>
                    <a:pt x="373" y="527"/>
                    <a:pt x="373" y="527"/>
                  </a:cubicBezTo>
                  <a:cubicBezTo>
                    <a:pt x="373" y="533"/>
                    <a:pt x="369" y="536"/>
                    <a:pt x="364" y="536"/>
                  </a:cubicBezTo>
                  <a:cubicBezTo>
                    <a:pt x="358" y="536"/>
                    <a:pt x="354" y="533"/>
                    <a:pt x="354" y="527"/>
                  </a:cubicBezTo>
                  <a:cubicBezTo>
                    <a:pt x="354" y="469"/>
                    <a:pt x="354" y="469"/>
                    <a:pt x="354" y="469"/>
                  </a:cubicBezTo>
                  <a:cubicBezTo>
                    <a:pt x="334" y="469"/>
                    <a:pt x="334" y="469"/>
                    <a:pt x="334" y="469"/>
                  </a:cubicBezTo>
                  <a:cubicBezTo>
                    <a:pt x="334" y="527"/>
                    <a:pt x="334" y="527"/>
                    <a:pt x="334" y="527"/>
                  </a:cubicBezTo>
                  <a:cubicBezTo>
                    <a:pt x="334" y="533"/>
                    <a:pt x="331" y="536"/>
                    <a:pt x="326" y="536"/>
                  </a:cubicBezTo>
                  <a:cubicBezTo>
                    <a:pt x="320" y="536"/>
                    <a:pt x="315" y="533"/>
                    <a:pt x="315" y="527"/>
                  </a:cubicBezTo>
                  <a:cubicBezTo>
                    <a:pt x="315" y="469"/>
                    <a:pt x="315" y="469"/>
                    <a:pt x="315" y="469"/>
                  </a:cubicBezTo>
                  <a:cubicBezTo>
                    <a:pt x="296" y="469"/>
                    <a:pt x="296" y="469"/>
                    <a:pt x="296" y="469"/>
                  </a:cubicBezTo>
                  <a:cubicBezTo>
                    <a:pt x="296" y="527"/>
                    <a:pt x="296" y="527"/>
                    <a:pt x="296" y="527"/>
                  </a:cubicBezTo>
                  <a:cubicBezTo>
                    <a:pt x="296" y="533"/>
                    <a:pt x="292" y="536"/>
                    <a:pt x="287" y="536"/>
                  </a:cubicBezTo>
                  <a:cubicBezTo>
                    <a:pt x="282" y="536"/>
                    <a:pt x="277" y="533"/>
                    <a:pt x="277" y="527"/>
                  </a:cubicBezTo>
                  <a:cubicBezTo>
                    <a:pt x="277" y="469"/>
                    <a:pt x="277" y="469"/>
                    <a:pt x="27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527"/>
                    <a:pt x="257" y="527"/>
                    <a:pt x="257" y="527"/>
                  </a:cubicBezTo>
                  <a:cubicBezTo>
                    <a:pt x="257" y="533"/>
                    <a:pt x="254" y="536"/>
                    <a:pt x="249" y="536"/>
                  </a:cubicBezTo>
                  <a:cubicBezTo>
                    <a:pt x="243" y="536"/>
                    <a:pt x="239" y="533"/>
                    <a:pt x="239" y="527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20" y="469"/>
                    <a:pt x="220" y="469"/>
                    <a:pt x="220" y="469"/>
                  </a:cubicBezTo>
                  <a:cubicBezTo>
                    <a:pt x="220" y="527"/>
                    <a:pt x="220" y="527"/>
                    <a:pt x="220" y="527"/>
                  </a:cubicBezTo>
                  <a:cubicBezTo>
                    <a:pt x="220" y="533"/>
                    <a:pt x="215" y="536"/>
                    <a:pt x="211" y="536"/>
                  </a:cubicBezTo>
                  <a:cubicBezTo>
                    <a:pt x="205" y="536"/>
                    <a:pt x="201" y="533"/>
                    <a:pt x="201" y="527"/>
                  </a:cubicBezTo>
                  <a:cubicBezTo>
                    <a:pt x="201" y="469"/>
                    <a:pt x="201" y="469"/>
                    <a:pt x="201" y="469"/>
                  </a:cubicBezTo>
                  <a:cubicBezTo>
                    <a:pt x="182" y="469"/>
                    <a:pt x="182" y="469"/>
                    <a:pt x="182" y="469"/>
                  </a:cubicBezTo>
                  <a:cubicBezTo>
                    <a:pt x="182" y="527"/>
                    <a:pt x="182" y="527"/>
                    <a:pt x="182" y="527"/>
                  </a:cubicBezTo>
                  <a:cubicBezTo>
                    <a:pt x="182" y="533"/>
                    <a:pt x="177" y="536"/>
                    <a:pt x="172" y="536"/>
                  </a:cubicBezTo>
                  <a:cubicBezTo>
                    <a:pt x="166" y="536"/>
                    <a:pt x="162" y="533"/>
                    <a:pt x="162" y="527"/>
                  </a:cubicBezTo>
                  <a:cubicBezTo>
                    <a:pt x="162" y="469"/>
                    <a:pt x="162" y="469"/>
                    <a:pt x="162" y="469"/>
                  </a:cubicBezTo>
                  <a:cubicBezTo>
                    <a:pt x="143" y="469"/>
                    <a:pt x="143" y="469"/>
                    <a:pt x="143" y="469"/>
                  </a:cubicBezTo>
                  <a:cubicBezTo>
                    <a:pt x="143" y="527"/>
                    <a:pt x="143" y="527"/>
                    <a:pt x="143" y="527"/>
                  </a:cubicBezTo>
                  <a:cubicBezTo>
                    <a:pt x="143" y="533"/>
                    <a:pt x="140" y="536"/>
                    <a:pt x="134" y="536"/>
                  </a:cubicBezTo>
                  <a:cubicBezTo>
                    <a:pt x="128" y="536"/>
                    <a:pt x="124" y="533"/>
                    <a:pt x="124" y="527"/>
                  </a:cubicBezTo>
                  <a:cubicBezTo>
                    <a:pt x="124" y="469"/>
                    <a:pt x="124" y="469"/>
                    <a:pt x="124" y="469"/>
                  </a:cubicBezTo>
                  <a:cubicBezTo>
                    <a:pt x="105" y="469"/>
                    <a:pt x="105" y="469"/>
                    <a:pt x="105" y="469"/>
                  </a:cubicBezTo>
                  <a:cubicBezTo>
                    <a:pt x="105" y="527"/>
                    <a:pt x="105" y="527"/>
                    <a:pt x="105" y="527"/>
                  </a:cubicBezTo>
                  <a:cubicBezTo>
                    <a:pt x="105" y="533"/>
                    <a:pt x="101" y="536"/>
                    <a:pt x="95" y="536"/>
                  </a:cubicBezTo>
                  <a:cubicBezTo>
                    <a:pt x="89" y="536"/>
                    <a:pt x="86" y="533"/>
                    <a:pt x="86" y="527"/>
                  </a:cubicBezTo>
                  <a:cubicBezTo>
                    <a:pt x="86" y="469"/>
                    <a:pt x="86" y="469"/>
                    <a:pt x="86" y="469"/>
                  </a:cubicBezTo>
                  <a:cubicBezTo>
                    <a:pt x="77" y="469"/>
                    <a:pt x="77" y="469"/>
                    <a:pt x="77" y="469"/>
                  </a:cubicBezTo>
                  <a:cubicBezTo>
                    <a:pt x="70" y="469"/>
                    <a:pt x="66" y="465"/>
                    <a:pt x="66" y="460"/>
                  </a:cubicBezTo>
                  <a:cubicBezTo>
                    <a:pt x="66" y="450"/>
                    <a:pt x="66" y="450"/>
                    <a:pt x="66" y="450"/>
                  </a:cubicBezTo>
                  <a:cubicBezTo>
                    <a:pt x="9" y="450"/>
                    <a:pt x="9" y="450"/>
                    <a:pt x="9" y="450"/>
                  </a:cubicBezTo>
                  <a:cubicBezTo>
                    <a:pt x="4" y="450"/>
                    <a:pt x="0" y="446"/>
                    <a:pt x="0" y="441"/>
                  </a:cubicBezTo>
                  <a:cubicBezTo>
                    <a:pt x="0" y="435"/>
                    <a:pt x="4" y="431"/>
                    <a:pt x="9" y="431"/>
                  </a:cubicBezTo>
                  <a:cubicBezTo>
                    <a:pt x="66" y="431"/>
                    <a:pt x="66" y="431"/>
                    <a:pt x="66" y="431"/>
                  </a:cubicBezTo>
                  <a:cubicBezTo>
                    <a:pt x="66" y="411"/>
                    <a:pt x="66" y="411"/>
                    <a:pt x="66" y="411"/>
                  </a:cubicBezTo>
                  <a:cubicBezTo>
                    <a:pt x="9" y="411"/>
                    <a:pt x="9" y="411"/>
                    <a:pt x="9" y="411"/>
                  </a:cubicBezTo>
                  <a:cubicBezTo>
                    <a:pt x="4" y="411"/>
                    <a:pt x="0" y="408"/>
                    <a:pt x="0" y="403"/>
                  </a:cubicBezTo>
                  <a:cubicBezTo>
                    <a:pt x="0" y="397"/>
                    <a:pt x="4" y="392"/>
                    <a:pt x="9" y="392"/>
                  </a:cubicBezTo>
                  <a:cubicBezTo>
                    <a:pt x="66" y="392"/>
                    <a:pt x="66" y="392"/>
                    <a:pt x="66" y="392"/>
                  </a:cubicBezTo>
                  <a:cubicBezTo>
                    <a:pt x="66" y="373"/>
                    <a:pt x="66" y="373"/>
                    <a:pt x="66" y="373"/>
                  </a:cubicBezTo>
                  <a:cubicBezTo>
                    <a:pt x="9" y="373"/>
                    <a:pt x="9" y="373"/>
                    <a:pt x="9" y="373"/>
                  </a:cubicBezTo>
                  <a:cubicBezTo>
                    <a:pt x="4" y="373"/>
                    <a:pt x="0" y="369"/>
                    <a:pt x="0" y="364"/>
                  </a:cubicBezTo>
                  <a:cubicBezTo>
                    <a:pt x="0" y="359"/>
                    <a:pt x="4" y="354"/>
                    <a:pt x="9" y="354"/>
                  </a:cubicBezTo>
                  <a:cubicBezTo>
                    <a:pt x="66" y="354"/>
                    <a:pt x="66" y="354"/>
                    <a:pt x="66" y="354"/>
                  </a:cubicBezTo>
                  <a:cubicBezTo>
                    <a:pt x="66" y="334"/>
                    <a:pt x="66" y="334"/>
                    <a:pt x="66" y="334"/>
                  </a:cubicBezTo>
                  <a:cubicBezTo>
                    <a:pt x="9" y="334"/>
                    <a:pt x="9" y="334"/>
                    <a:pt x="9" y="334"/>
                  </a:cubicBezTo>
                  <a:cubicBezTo>
                    <a:pt x="4" y="334"/>
                    <a:pt x="0" y="331"/>
                    <a:pt x="0" y="326"/>
                  </a:cubicBezTo>
                  <a:cubicBezTo>
                    <a:pt x="0" y="321"/>
                    <a:pt x="4" y="316"/>
                    <a:pt x="9" y="316"/>
                  </a:cubicBezTo>
                  <a:cubicBezTo>
                    <a:pt x="66" y="316"/>
                    <a:pt x="66" y="316"/>
                    <a:pt x="66" y="316"/>
                  </a:cubicBezTo>
                  <a:cubicBezTo>
                    <a:pt x="66" y="297"/>
                    <a:pt x="66" y="297"/>
                    <a:pt x="66" y="297"/>
                  </a:cubicBezTo>
                  <a:cubicBezTo>
                    <a:pt x="9" y="297"/>
                    <a:pt x="9" y="297"/>
                    <a:pt x="9" y="297"/>
                  </a:cubicBezTo>
                  <a:cubicBezTo>
                    <a:pt x="4" y="297"/>
                    <a:pt x="0" y="292"/>
                    <a:pt x="0" y="287"/>
                  </a:cubicBezTo>
                  <a:cubicBezTo>
                    <a:pt x="0" y="282"/>
                    <a:pt x="4" y="278"/>
                    <a:pt x="9" y="278"/>
                  </a:cubicBezTo>
                  <a:cubicBezTo>
                    <a:pt x="66" y="278"/>
                    <a:pt x="66" y="278"/>
                    <a:pt x="66" y="278"/>
                  </a:cubicBezTo>
                  <a:cubicBezTo>
                    <a:pt x="66" y="258"/>
                    <a:pt x="66" y="258"/>
                    <a:pt x="66" y="258"/>
                  </a:cubicBezTo>
                  <a:cubicBezTo>
                    <a:pt x="9" y="258"/>
                    <a:pt x="9" y="258"/>
                    <a:pt x="9" y="258"/>
                  </a:cubicBezTo>
                  <a:cubicBezTo>
                    <a:pt x="4" y="258"/>
                    <a:pt x="0" y="254"/>
                    <a:pt x="0" y="249"/>
                  </a:cubicBezTo>
                  <a:cubicBezTo>
                    <a:pt x="0" y="244"/>
                    <a:pt x="4" y="239"/>
                    <a:pt x="9" y="239"/>
                  </a:cubicBezTo>
                  <a:cubicBezTo>
                    <a:pt x="66" y="239"/>
                    <a:pt x="66" y="239"/>
                    <a:pt x="66" y="239"/>
                  </a:cubicBezTo>
                  <a:cubicBezTo>
                    <a:pt x="66" y="220"/>
                    <a:pt x="66" y="220"/>
                    <a:pt x="66" y="220"/>
                  </a:cubicBezTo>
                  <a:cubicBezTo>
                    <a:pt x="9" y="220"/>
                    <a:pt x="9" y="220"/>
                    <a:pt x="9" y="220"/>
                  </a:cubicBezTo>
                  <a:cubicBezTo>
                    <a:pt x="4" y="220"/>
                    <a:pt x="0" y="216"/>
                    <a:pt x="0" y="210"/>
                  </a:cubicBezTo>
                  <a:cubicBezTo>
                    <a:pt x="0" y="205"/>
                    <a:pt x="4" y="201"/>
                    <a:pt x="9" y="201"/>
                  </a:cubicBezTo>
                  <a:cubicBezTo>
                    <a:pt x="66" y="201"/>
                    <a:pt x="66" y="201"/>
                    <a:pt x="66" y="201"/>
                  </a:cubicBezTo>
                  <a:cubicBezTo>
                    <a:pt x="66" y="182"/>
                    <a:pt x="66" y="182"/>
                    <a:pt x="66" y="182"/>
                  </a:cubicBezTo>
                  <a:cubicBezTo>
                    <a:pt x="9" y="182"/>
                    <a:pt x="9" y="182"/>
                    <a:pt x="9" y="182"/>
                  </a:cubicBezTo>
                  <a:cubicBezTo>
                    <a:pt x="4" y="182"/>
                    <a:pt x="0" y="178"/>
                    <a:pt x="0" y="172"/>
                  </a:cubicBezTo>
                  <a:cubicBezTo>
                    <a:pt x="0" y="167"/>
                    <a:pt x="4" y="162"/>
                    <a:pt x="9" y="162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6" y="143"/>
                    <a:pt x="66" y="143"/>
                    <a:pt x="66" y="143"/>
                  </a:cubicBezTo>
                  <a:cubicBezTo>
                    <a:pt x="9" y="143"/>
                    <a:pt x="9" y="143"/>
                    <a:pt x="9" y="143"/>
                  </a:cubicBezTo>
                  <a:cubicBezTo>
                    <a:pt x="4" y="143"/>
                    <a:pt x="0" y="139"/>
                    <a:pt x="0" y="135"/>
                  </a:cubicBezTo>
                  <a:cubicBezTo>
                    <a:pt x="0" y="128"/>
                    <a:pt x="4" y="124"/>
                    <a:pt x="9" y="124"/>
                  </a:cubicBezTo>
                  <a:cubicBezTo>
                    <a:pt x="66" y="124"/>
                    <a:pt x="66" y="124"/>
                    <a:pt x="66" y="124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4" y="105"/>
                    <a:pt x="0" y="101"/>
                    <a:pt x="0" y="96"/>
                  </a:cubicBezTo>
                  <a:cubicBezTo>
                    <a:pt x="0" y="90"/>
                    <a:pt x="4" y="85"/>
                    <a:pt x="9" y="85"/>
                  </a:cubicBezTo>
                  <a:cubicBezTo>
                    <a:pt x="66" y="85"/>
                    <a:pt x="66" y="85"/>
                    <a:pt x="66" y="85"/>
                  </a:cubicBezTo>
                  <a:cubicBezTo>
                    <a:pt x="66" y="77"/>
                    <a:pt x="66" y="77"/>
                    <a:pt x="66" y="77"/>
                  </a:cubicBezTo>
                  <a:cubicBezTo>
                    <a:pt x="66" y="72"/>
                    <a:pt x="70" y="66"/>
                    <a:pt x="77" y="66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4"/>
                    <a:pt x="89" y="0"/>
                    <a:pt x="95" y="0"/>
                  </a:cubicBezTo>
                  <a:cubicBezTo>
                    <a:pt x="101" y="0"/>
                    <a:pt x="105" y="4"/>
                    <a:pt x="105" y="8"/>
                  </a:cubicBezTo>
                  <a:cubicBezTo>
                    <a:pt x="105" y="66"/>
                    <a:pt x="105" y="66"/>
                    <a:pt x="105" y="66"/>
                  </a:cubicBezTo>
                  <a:cubicBezTo>
                    <a:pt x="124" y="66"/>
                    <a:pt x="124" y="66"/>
                    <a:pt x="124" y="66"/>
                  </a:cubicBezTo>
                  <a:cubicBezTo>
                    <a:pt x="124" y="8"/>
                    <a:pt x="124" y="8"/>
                    <a:pt x="124" y="8"/>
                  </a:cubicBezTo>
                  <a:cubicBezTo>
                    <a:pt x="124" y="4"/>
                    <a:pt x="128" y="0"/>
                    <a:pt x="134" y="0"/>
                  </a:cubicBezTo>
                  <a:cubicBezTo>
                    <a:pt x="140" y="0"/>
                    <a:pt x="143" y="4"/>
                    <a:pt x="143" y="8"/>
                  </a:cubicBezTo>
                  <a:cubicBezTo>
                    <a:pt x="143" y="66"/>
                    <a:pt x="143" y="66"/>
                    <a:pt x="143" y="66"/>
                  </a:cubicBezTo>
                  <a:cubicBezTo>
                    <a:pt x="162" y="66"/>
                    <a:pt x="162" y="66"/>
                    <a:pt x="162" y="66"/>
                  </a:cubicBezTo>
                  <a:cubicBezTo>
                    <a:pt x="162" y="8"/>
                    <a:pt x="162" y="8"/>
                    <a:pt x="162" y="8"/>
                  </a:cubicBezTo>
                  <a:cubicBezTo>
                    <a:pt x="162" y="4"/>
                    <a:pt x="166" y="0"/>
                    <a:pt x="172" y="0"/>
                  </a:cubicBezTo>
                  <a:cubicBezTo>
                    <a:pt x="177" y="0"/>
                    <a:pt x="182" y="4"/>
                    <a:pt x="182" y="8"/>
                  </a:cubicBezTo>
                  <a:cubicBezTo>
                    <a:pt x="182" y="66"/>
                    <a:pt x="182" y="66"/>
                    <a:pt x="182" y="66"/>
                  </a:cubicBezTo>
                  <a:cubicBezTo>
                    <a:pt x="201" y="66"/>
                    <a:pt x="201" y="66"/>
                    <a:pt x="201" y="66"/>
                  </a:cubicBezTo>
                  <a:cubicBezTo>
                    <a:pt x="201" y="8"/>
                    <a:pt x="201" y="8"/>
                    <a:pt x="201" y="8"/>
                  </a:cubicBezTo>
                  <a:cubicBezTo>
                    <a:pt x="201" y="4"/>
                    <a:pt x="205" y="0"/>
                    <a:pt x="211" y="0"/>
                  </a:cubicBezTo>
                  <a:cubicBezTo>
                    <a:pt x="215" y="0"/>
                    <a:pt x="220" y="4"/>
                    <a:pt x="220" y="8"/>
                  </a:cubicBezTo>
                  <a:cubicBezTo>
                    <a:pt x="220" y="66"/>
                    <a:pt x="220" y="66"/>
                    <a:pt x="220" y="66"/>
                  </a:cubicBezTo>
                  <a:cubicBezTo>
                    <a:pt x="239" y="66"/>
                    <a:pt x="239" y="66"/>
                    <a:pt x="239" y="66"/>
                  </a:cubicBezTo>
                  <a:cubicBezTo>
                    <a:pt x="239" y="8"/>
                    <a:pt x="239" y="8"/>
                    <a:pt x="239" y="8"/>
                  </a:cubicBezTo>
                  <a:cubicBezTo>
                    <a:pt x="239" y="4"/>
                    <a:pt x="243" y="0"/>
                    <a:pt x="249" y="0"/>
                  </a:cubicBezTo>
                  <a:cubicBezTo>
                    <a:pt x="254" y="0"/>
                    <a:pt x="257" y="4"/>
                    <a:pt x="257" y="8"/>
                  </a:cubicBezTo>
                  <a:cubicBezTo>
                    <a:pt x="257" y="66"/>
                    <a:pt x="257" y="66"/>
                    <a:pt x="257" y="66"/>
                  </a:cubicBezTo>
                  <a:cubicBezTo>
                    <a:pt x="277" y="66"/>
                    <a:pt x="277" y="66"/>
                    <a:pt x="277" y="66"/>
                  </a:cubicBezTo>
                  <a:cubicBezTo>
                    <a:pt x="277" y="8"/>
                    <a:pt x="277" y="8"/>
                    <a:pt x="277" y="8"/>
                  </a:cubicBezTo>
                  <a:cubicBezTo>
                    <a:pt x="277" y="4"/>
                    <a:pt x="282" y="0"/>
                    <a:pt x="287" y="0"/>
                  </a:cubicBezTo>
                  <a:cubicBezTo>
                    <a:pt x="292" y="0"/>
                    <a:pt x="296" y="4"/>
                    <a:pt x="296" y="8"/>
                  </a:cubicBezTo>
                  <a:cubicBezTo>
                    <a:pt x="296" y="66"/>
                    <a:pt x="296" y="66"/>
                    <a:pt x="296" y="66"/>
                  </a:cubicBezTo>
                  <a:cubicBezTo>
                    <a:pt x="315" y="66"/>
                    <a:pt x="315" y="66"/>
                    <a:pt x="315" y="66"/>
                  </a:cubicBezTo>
                  <a:cubicBezTo>
                    <a:pt x="315" y="8"/>
                    <a:pt x="315" y="8"/>
                    <a:pt x="315" y="8"/>
                  </a:cubicBezTo>
                  <a:cubicBezTo>
                    <a:pt x="315" y="4"/>
                    <a:pt x="320" y="0"/>
                    <a:pt x="326" y="0"/>
                  </a:cubicBezTo>
                  <a:cubicBezTo>
                    <a:pt x="331" y="0"/>
                    <a:pt x="334" y="4"/>
                    <a:pt x="334" y="8"/>
                  </a:cubicBezTo>
                  <a:cubicBezTo>
                    <a:pt x="334" y="66"/>
                    <a:pt x="334" y="66"/>
                    <a:pt x="334" y="66"/>
                  </a:cubicBezTo>
                  <a:cubicBezTo>
                    <a:pt x="354" y="66"/>
                    <a:pt x="354" y="66"/>
                    <a:pt x="354" y="66"/>
                  </a:cubicBezTo>
                  <a:cubicBezTo>
                    <a:pt x="354" y="8"/>
                    <a:pt x="354" y="8"/>
                    <a:pt x="354" y="8"/>
                  </a:cubicBezTo>
                  <a:cubicBezTo>
                    <a:pt x="354" y="4"/>
                    <a:pt x="358" y="0"/>
                    <a:pt x="364" y="0"/>
                  </a:cubicBezTo>
                  <a:cubicBezTo>
                    <a:pt x="369" y="0"/>
                    <a:pt x="373" y="4"/>
                    <a:pt x="373" y="8"/>
                  </a:cubicBezTo>
                  <a:cubicBezTo>
                    <a:pt x="373" y="66"/>
                    <a:pt x="373" y="66"/>
                    <a:pt x="373" y="66"/>
                  </a:cubicBezTo>
                  <a:cubicBezTo>
                    <a:pt x="392" y="66"/>
                    <a:pt x="392" y="66"/>
                    <a:pt x="392" y="66"/>
                  </a:cubicBezTo>
                  <a:cubicBezTo>
                    <a:pt x="392" y="8"/>
                    <a:pt x="392" y="8"/>
                    <a:pt x="392" y="8"/>
                  </a:cubicBezTo>
                  <a:cubicBezTo>
                    <a:pt x="392" y="4"/>
                    <a:pt x="396" y="0"/>
                    <a:pt x="403" y="0"/>
                  </a:cubicBezTo>
                  <a:cubicBezTo>
                    <a:pt x="408" y="0"/>
                    <a:pt x="411" y="4"/>
                    <a:pt x="411" y="8"/>
                  </a:cubicBezTo>
                  <a:cubicBezTo>
                    <a:pt x="411" y="66"/>
                    <a:pt x="411" y="66"/>
                    <a:pt x="411" y="66"/>
                  </a:cubicBezTo>
                  <a:cubicBezTo>
                    <a:pt x="431" y="66"/>
                    <a:pt x="431" y="66"/>
                    <a:pt x="431" y="66"/>
                  </a:cubicBezTo>
                  <a:cubicBezTo>
                    <a:pt x="431" y="8"/>
                    <a:pt x="431" y="8"/>
                    <a:pt x="431" y="8"/>
                  </a:cubicBezTo>
                  <a:cubicBezTo>
                    <a:pt x="431" y="4"/>
                    <a:pt x="435" y="0"/>
                    <a:pt x="440" y="0"/>
                  </a:cubicBezTo>
                  <a:cubicBezTo>
                    <a:pt x="446" y="0"/>
                    <a:pt x="450" y="4"/>
                    <a:pt x="450" y="8"/>
                  </a:cubicBezTo>
                  <a:cubicBezTo>
                    <a:pt x="450" y="66"/>
                    <a:pt x="450" y="66"/>
                    <a:pt x="450" y="66"/>
                  </a:cubicBezTo>
                  <a:cubicBezTo>
                    <a:pt x="459" y="66"/>
                    <a:pt x="459" y="66"/>
                    <a:pt x="459" y="66"/>
                  </a:cubicBezTo>
                  <a:cubicBezTo>
                    <a:pt x="466" y="66"/>
                    <a:pt x="469" y="72"/>
                    <a:pt x="469" y="77"/>
                  </a:cubicBezTo>
                  <a:cubicBezTo>
                    <a:pt x="469" y="85"/>
                    <a:pt x="469" y="85"/>
                    <a:pt x="469" y="85"/>
                  </a:cubicBezTo>
                  <a:cubicBezTo>
                    <a:pt x="527" y="85"/>
                    <a:pt x="527" y="85"/>
                    <a:pt x="527" y="85"/>
                  </a:cubicBezTo>
                  <a:cubicBezTo>
                    <a:pt x="532" y="85"/>
                    <a:pt x="536" y="90"/>
                    <a:pt x="536" y="96"/>
                  </a:cubicBezTo>
                  <a:cubicBezTo>
                    <a:pt x="536" y="101"/>
                    <a:pt x="532" y="105"/>
                    <a:pt x="527" y="105"/>
                  </a:cubicBezTo>
                  <a:cubicBezTo>
                    <a:pt x="469" y="105"/>
                    <a:pt x="469" y="105"/>
                    <a:pt x="469" y="105"/>
                  </a:cubicBezTo>
                  <a:cubicBezTo>
                    <a:pt x="469" y="124"/>
                    <a:pt x="469" y="124"/>
                    <a:pt x="469" y="124"/>
                  </a:cubicBezTo>
                  <a:cubicBezTo>
                    <a:pt x="527" y="124"/>
                    <a:pt x="527" y="124"/>
                    <a:pt x="527" y="124"/>
                  </a:cubicBezTo>
                  <a:cubicBezTo>
                    <a:pt x="532" y="124"/>
                    <a:pt x="536" y="128"/>
                    <a:pt x="536" y="135"/>
                  </a:cubicBezTo>
                  <a:cubicBezTo>
                    <a:pt x="536" y="139"/>
                    <a:pt x="532" y="143"/>
                    <a:pt x="527" y="143"/>
                  </a:cubicBezTo>
                  <a:lnTo>
                    <a:pt x="469" y="143"/>
                  </a:lnTo>
                  <a:close/>
                  <a:moveTo>
                    <a:pt x="392" y="154"/>
                  </a:moveTo>
                  <a:lnTo>
                    <a:pt x="392" y="154"/>
                  </a:lnTo>
                  <a:cubicBezTo>
                    <a:pt x="392" y="148"/>
                    <a:pt x="389" y="143"/>
                    <a:pt x="384" y="143"/>
                  </a:cubicBezTo>
                  <a:cubicBezTo>
                    <a:pt x="153" y="143"/>
                    <a:pt x="153" y="143"/>
                    <a:pt x="153" y="143"/>
                  </a:cubicBezTo>
                  <a:cubicBezTo>
                    <a:pt x="147" y="143"/>
                    <a:pt x="143" y="148"/>
                    <a:pt x="143" y="154"/>
                  </a:cubicBezTo>
                  <a:cubicBezTo>
                    <a:pt x="143" y="383"/>
                    <a:pt x="143" y="383"/>
                    <a:pt x="143" y="383"/>
                  </a:cubicBezTo>
                  <a:cubicBezTo>
                    <a:pt x="143" y="388"/>
                    <a:pt x="147" y="392"/>
                    <a:pt x="153" y="392"/>
                  </a:cubicBezTo>
                  <a:cubicBezTo>
                    <a:pt x="384" y="392"/>
                    <a:pt x="384" y="392"/>
                    <a:pt x="384" y="392"/>
                  </a:cubicBezTo>
                  <a:cubicBezTo>
                    <a:pt x="389" y="392"/>
                    <a:pt x="392" y="388"/>
                    <a:pt x="392" y="383"/>
                  </a:cubicBezTo>
                  <a:lnTo>
                    <a:pt x="392" y="1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64" dirty="0"/>
            </a:p>
          </p:txBody>
        </p:sp>
        <p:pic>
          <p:nvPicPr>
            <p:cNvPr id="8" name="Picture 9">
              <a:extLst>
                <a:ext uri="{FF2B5EF4-FFF2-40B4-BE49-F238E27FC236}">
                  <a16:creationId xmlns:a16="http://schemas.microsoft.com/office/drawing/2014/main" id="{FA9EE0A5-4F70-7AD4-2A9A-DB5FDCFE6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39282" y="5685350"/>
              <a:ext cx="677380" cy="84575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6F2C8F-8753-B160-3EA4-56CB57C9C1FA}"/>
                </a:ext>
              </a:extLst>
            </p:cNvPr>
            <p:cNvSpPr txBox="1"/>
            <p:nvPr/>
          </p:nvSpPr>
          <p:spPr>
            <a:xfrm>
              <a:off x="5191830" y="6443545"/>
              <a:ext cx="1763624" cy="400110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Roboto Light" charset="0"/>
                  <a:cs typeface="Roboto Light" charset="0"/>
                </a:rPr>
                <a:t>C/S Separation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Roboto Light" charset="0"/>
                <a:cs typeface="Roboto Light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662C555-5AB7-B826-AF06-946C30002DB5}"/>
                </a:ext>
              </a:extLst>
            </p:cNvPr>
            <p:cNvSpPr/>
            <p:nvPr/>
          </p:nvSpPr>
          <p:spPr>
            <a:xfrm>
              <a:off x="5994518" y="5715267"/>
              <a:ext cx="79124" cy="79200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 err="1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065401-539F-053C-483C-8F53441C2F49}"/>
                </a:ext>
              </a:extLst>
            </p:cNvPr>
            <p:cNvSpPr txBox="1"/>
            <p:nvPr/>
          </p:nvSpPr>
          <p:spPr>
            <a:xfrm>
              <a:off x="6201913" y="5830215"/>
              <a:ext cx="790473" cy="553998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Roboto Light" charset="0"/>
                  <a:cs typeface="Roboto Light" charset="0"/>
                </a:rPr>
                <a:t>Cloud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Roboto Light" charset="0"/>
                  <a:cs typeface="Roboto Light" charset="0"/>
                </a:rPr>
                <a:t>Storage</a:t>
              </a:r>
            </a:p>
          </p:txBody>
        </p:sp>
      </p:grpSp>
      <p:sp>
        <p:nvSpPr>
          <p:cNvPr id="26" name="Plus Sign 15">
            <a:extLst>
              <a:ext uri="{FF2B5EF4-FFF2-40B4-BE49-F238E27FC236}">
                <a16:creationId xmlns:a16="http://schemas.microsoft.com/office/drawing/2014/main" id="{A73C8C64-A4AF-074C-FA21-89B411D08FCF}"/>
              </a:ext>
            </a:extLst>
          </p:cNvPr>
          <p:cNvSpPr/>
          <p:nvPr/>
        </p:nvSpPr>
        <p:spPr>
          <a:xfrm>
            <a:off x="7585750" y="1976336"/>
            <a:ext cx="777119" cy="721454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86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B23FE-857F-81F2-1871-D050F8A1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버티카가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제공하는 </a:t>
            </a:r>
            <a:r>
              <a:rPr lang="en-GB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가지 아키텍처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79056-6533-89B3-1786-45FE730A4E2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63525" y="942771"/>
            <a:ext cx="11651764" cy="5159580"/>
          </a:xfrm>
        </p:spPr>
        <p:txBody>
          <a:bodyPr/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동일한 엔진으로 제공되나 구축 목적이나 데이터 규모에 따라 선택적인 클러스터를 구성을 지원합니다</a:t>
            </a:r>
            <a:r>
              <a:rPr lang="en-GB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GB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91C865-C368-614C-179B-D2D80CA340B7}"/>
              </a:ext>
            </a:extLst>
          </p:cNvPr>
          <p:cNvSpPr/>
          <p:nvPr/>
        </p:nvSpPr>
        <p:spPr>
          <a:xfrm>
            <a:off x="6883729" y="4903205"/>
            <a:ext cx="5045222" cy="127458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C14886C-1B18-6C85-B42B-482D28A20CB9}"/>
              </a:ext>
            </a:extLst>
          </p:cNvPr>
          <p:cNvSpPr txBox="1"/>
          <p:nvPr/>
        </p:nvSpPr>
        <p:spPr>
          <a:xfrm>
            <a:off x="6883253" y="4843013"/>
            <a:ext cx="5045222" cy="1072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chemeClr val="bg1"/>
                </a:solidFill>
              </a:rPr>
              <a:t>Eon Mode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bg1"/>
                </a:solidFill>
              </a:rPr>
              <a:t>클라우드 이코노믹스의 동적 워크로드 및 효율적인 확장 요구에 대응하는 </a:t>
            </a:r>
            <a:r>
              <a:rPr lang="en-GB" altLang="ko-KR" sz="1200" b="1" dirty="0">
                <a:solidFill>
                  <a:schemeClr val="bg1"/>
                </a:solidFill>
              </a:rPr>
              <a:t>C/S </a:t>
            </a:r>
            <a:r>
              <a:rPr lang="ko-KR" altLang="en-US" sz="1200" b="1" dirty="0">
                <a:solidFill>
                  <a:schemeClr val="bg1"/>
                </a:solidFill>
              </a:rPr>
              <a:t>분리 아키텍처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266DB4C-3DCD-9AA3-2131-B6655DD3C9A0}"/>
              </a:ext>
            </a:extLst>
          </p:cNvPr>
          <p:cNvSpPr/>
          <p:nvPr/>
        </p:nvSpPr>
        <p:spPr>
          <a:xfrm>
            <a:off x="281208" y="4903205"/>
            <a:ext cx="5045222" cy="127458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1B2B6A-48DF-A556-9446-75A21C792B9D}"/>
              </a:ext>
            </a:extLst>
          </p:cNvPr>
          <p:cNvSpPr txBox="1"/>
          <p:nvPr/>
        </p:nvSpPr>
        <p:spPr>
          <a:xfrm>
            <a:off x="276711" y="4843013"/>
            <a:ext cx="5045222" cy="13508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chemeClr val="bg1"/>
                </a:solidFill>
              </a:rPr>
              <a:t>Enterprise Mode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bg1"/>
                </a:solidFill>
              </a:rPr>
              <a:t>컴퓨팅 엔진과 스토리지가 강하게 결합되어 예측 가능한 워크로드를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bg1"/>
                </a:solidFill>
              </a:rPr>
              <a:t>원하는 기대 시간 내에 빠르게 처리하기 위한 아키텍처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34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B23FE-857F-81F2-1871-D050F8A1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버티카가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제공하는 </a:t>
            </a:r>
            <a:r>
              <a:rPr lang="en-GB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가지 아키텍처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79056-6533-89B3-1786-45FE730A4E2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63525" y="942771"/>
            <a:ext cx="11651764" cy="5159580"/>
          </a:xfrm>
        </p:spPr>
        <p:txBody>
          <a:bodyPr/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동일한 엔진으로 제공되나 구축 목적이나 데이터 규모에 따라 선택적인 클러스터를 구성을 지원합니다</a:t>
            </a:r>
            <a:r>
              <a:rPr lang="en-GB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GB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266DB4C-3DCD-9AA3-2131-B6655DD3C9A0}"/>
              </a:ext>
            </a:extLst>
          </p:cNvPr>
          <p:cNvSpPr/>
          <p:nvPr/>
        </p:nvSpPr>
        <p:spPr>
          <a:xfrm>
            <a:off x="281208" y="4903205"/>
            <a:ext cx="5045222" cy="127458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1B2B6A-48DF-A556-9446-75A21C792B9D}"/>
              </a:ext>
            </a:extLst>
          </p:cNvPr>
          <p:cNvSpPr txBox="1"/>
          <p:nvPr/>
        </p:nvSpPr>
        <p:spPr>
          <a:xfrm>
            <a:off x="276711" y="4843013"/>
            <a:ext cx="5045222" cy="13508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chemeClr val="bg1"/>
                </a:solidFill>
              </a:rPr>
              <a:t>Enterprise Mode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bg1"/>
                </a:solidFill>
              </a:rPr>
              <a:t>컴퓨팅 엔진과 스토리지가 강하게 결합되어 예측 가능한 워크로드를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bg1"/>
                </a:solidFill>
              </a:rPr>
              <a:t>원하는 기대 시간 내에 빠르게 처리하기 위한 아키텍처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9252F-D1D0-0651-718D-BB5BD4B94892}"/>
              </a:ext>
            </a:extLst>
          </p:cNvPr>
          <p:cNvSpPr txBox="1"/>
          <p:nvPr/>
        </p:nvSpPr>
        <p:spPr>
          <a:xfrm>
            <a:off x="239040" y="4226135"/>
            <a:ext cx="2443298" cy="492443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300" b="1" dirty="0">
                <a:solidFill>
                  <a:srgbClr val="383848"/>
                </a:solidFill>
              </a:rPr>
              <a:t>Traditional EDW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300" b="1" dirty="0">
                <a:solidFill>
                  <a:srgbClr val="383848"/>
                </a:solidFill>
              </a:rPr>
              <a:t>Relatively small capacity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19780A3-223C-645F-CB6F-1CDE514E6594}"/>
              </a:ext>
            </a:extLst>
          </p:cNvPr>
          <p:cNvGrpSpPr/>
          <p:nvPr/>
        </p:nvGrpSpPr>
        <p:grpSpPr>
          <a:xfrm>
            <a:off x="938127" y="1820140"/>
            <a:ext cx="3722390" cy="1111420"/>
            <a:chOff x="816494" y="2113760"/>
            <a:chExt cx="3722390" cy="111142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C8E033B-DC6E-B162-D9CF-78586E8DAA6F}"/>
                </a:ext>
              </a:extLst>
            </p:cNvPr>
            <p:cNvSpPr/>
            <p:nvPr/>
          </p:nvSpPr>
          <p:spPr>
            <a:xfrm>
              <a:off x="816494" y="2116588"/>
              <a:ext cx="933252" cy="1108592"/>
            </a:xfrm>
            <a:prstGeom prst="roundRect">
              <a:avLst/>
            </a:prstGeom>
            <a:solidFill>
              <a:srgbClr val="3838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/>
                <a:t>Node</a:t>
              </a:r>
              <a:endParaRPr lang="en-GB" sz="1200" b="1" dirty="0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009C546-3168-3B1C-AF4F-ECB328C600B9}"/>
                </a:ext>
              </a:extLst>
            </p:cNvPr>
            <p:cNvGrpSpPr/>
            <p:nvPr/>
          </p:nvGrpSpPr>
          <p:grpSpPr>
            <a:xfrm>
              <a:off x="1203949" y="2668056"/>
              <a:ext cx="492069" cy="492079"/>
              <a:chOff x="2387600" y="2876550"/>
              <a:chExt cx="514349" cy="731400"/>
            </a:xfrm>
            <a:solidFill>
              <a:srgbClr val="383848"/>
            </a:solidFill>
          </p:grpSpPr>
          <p:sp>
            <p:nvSpPr>
              <p:cNvPr id="23" name="원통형 22">
                <a:extLst>
                  <a:ext uri="{FF2B5EF4-FFF2-40B4-BE49-F238E27FC236}">
                    <a16:creationId xmlns:a16="http://schemas.microsoft.com/office/drawing/2014/main" id="{5B7FEABC-F164-A4A0-F8C4-24469AE8C1BE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원통형 23">
                <a:extLst>
                  <a:ext uri="{FF2B5EF4-FFF2-40B4-BE49-F238E27FC236}">
                    <a16:creationId xmlns:a16="http://schemas.microsoft.com/office/drawing/2014/main" id="{75168A88-85CC-CFA2-5378-F73E67029664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원통형 24">
                <a:extLst>
                  <a:ext uri="{FF2B5EF4-FFF2-40B4-BE49-F238E27FC236}">
                    <a16:creationId xmlns:a16="http://schemas.microsoft.com/office/drawing/2014/main" id="{021DA537-89DB-C751-81A9-0F72E0F869C2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D5603B3-B9AF-8F5A-E763-7EA6F515978B}"/>
                </a:ext>
              </a:extLst>
            </p:cNvPr>
            <p:cNvSpPr/>
            <p:nvPr/>
          </p:nvSpPr>
          <p:spPr>
            <a:xfrm>
              <a:off x="2211063" y="2113760"/>
              <a:ext cx="933252" cy="1108592"/>
            </a:xfrm>
            <a:prstGeom prst="roundRect">
              <a:avLst/>
            </a:prstGeom>
            <a:solidFill>
              <a:srgbClr val="3838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Node</a:t>
              </a:r>
              <a:endParaRPr lang="en-GB" sz="1200" b="1" dirty="0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5BEB2A5-A20B-8AE4-AFF0-4E31572A5471}"/>
                </a:ext>
              </a:extLst>
            </p:cNvPr>
            <p:cNvGrpSpPr/>
            <p:nvPr/>
          </p:nvGrpSpPr>
          <p:grpSpPr>
            <a:xfrm>
              <a:off x="2598518" y="2665228"/>
              <a:ext cx="492069" cy="492079"/>
              <a:chOff x="2387600" y="2876550"/>
              <a:chExt cx="514349" cy="731400"/>
            </a:xfrm>
            <a:solidFill>
              <a:srgbClr val="383848"/>
            </a:solidFill>
          </p:grpSpPr>
          <p:sp>
            <p:nvSpPr>
              <p:cNvPr id="20" name="원통형 19">
                <a:extLst>
                  <a:ext uri="{FF2B5EF4-FFF2-40B4-BE49-F238E27FC236}">
                    <a16:creationId xmlns:a16="http://schemas.microsoft.com/office/drawing/2014/main" id="{258E5C23-9B97-4F45-CA5F-BF2CA3E6EFE8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원통형 20">
                <a:extLst>
                  <a:ext uri="{FF2B5EF4-FFF2-40B4-BE49-F238E27FC236}">
                    <a16:creationId xmlns:a16="http://schemas.microsoft.com/office/drawing/2014/main" id="{360F12FF-CA56-BD4E-0EBF-CC73BA61E5A5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원통형 21">
                <a:extLst>
                  <a:ext uri="{FF2B5EF4-FFF2-40B4-BE49-F238E27FC236}">
                    <a16:creationId xmlns:a16="http://schemas.microsoft.com/office/drawing/2014/main" id="{6F112205-39D7-9310-E171-3654C46157E6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15F8355F-E135-703D-092F-F4DE8E2FAAAC}"/>
                </a:ext>
              </a:extLst>
            </p:cNvPr>
            <p:cNvSpPr/>
            <p:nvPr/>
          </p:nvSpPr>
          <p:spPr>
            <a:xfrm>
              <a:off x="3605632" y="2113760"/>
              <a:ext cx="933252" cy="1108592"/>
            </a:xfrm>
            <a:prstGeom prst="roundRect">
              <a:avLst/>
            </a:prstGeom>
            <a:solidFill>
              <a:srgbClr val="3838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Node</a:t>
              </a:r>
              <a:endParaRPr lang="en-GB" sz="1200" b="1" dirty="0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3EF44610-6D9E-BC41-A88B-C414AD547FF8}"/>
                </a:ext>
              </a:extLst>
            </p:cNvPr>
            <p:cNvGrpSpPr/>
            <p:nvPr/>
          </p:nvGrpSpPr>
          <p:grpSpPr>
            <a:xfrm>
              <a:off x="3993086" y="2665228"/>
              <a:ext cx="492069" cy="492079"/>
              <a:chOff x="2387600" y="2876550"/>
              <a:chExt cx="514349" cy="731400"/>
            </a:xfrm>
            <a:solidFill>
              <a:srgbClr val="383848"/>
            </a:solidFill>
          </p:grpSpPr>
          <p:sp>
            <p:nvSpPr>
              <p:cNvPr id="17" name="원통형 16">
                <a:extLst>
                  <a:ext uri="{FF2B5EF4-FFF2-40B4-BE49-F238E27FC236}">
                    <a16:creationId xmlns:a16="http://schemas.microsoft.com/office/drawing/2014/main" id="{24E84575-A734-5B06-A653-E86C14338BCD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원통형 17">
                <a:extLst>
                  <a:ext uri="{FF2B5EF4-FFF2-40B4-BE49-F238E27FC236}">
                    <a16:creationId xmlns:a16="http://schemas.microsoft.com/office/drawing/2014/main" id="{C250ECFA-1DF0-1E8D-E3F8-1621CA68EA96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원통형 18">
                <a:extLst>
                  <a:ext uri="{FF2B5EF4-FFF2-40B4-BE49-F238E27FC236}">
                    <a16:creationId xmlns:a16="http://schemas.microsoft.com/office/drawing/2014/main" id="{696315E8-3E28-24E1-2F22-AA9E7E9DFA99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F12522-E487-C49B-A258-CBE485EBC650}"/>
                </a:ext>
              </a:extLst>
            </p:cNvPr>
            <p:cNvSpPr txBox="1"/>
            <p:nvPr/>
          </p:nvSpPr>
          <p:spPr>
            <a:xfrm>
              <a:off x="1221270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1EEBBE3-B38E-4A12-E41A-4E2316479750}"/>
                </a:ext>
              </a:extLst>
            </p:cNvPr>
            <p:cNvSpPr txBox="1"/>
            <p:nvPr/>
          </p:nvSpPr>
          <p:spPr>
            <a:xfrm>
              <a:off x="4016904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954208B-D35A-8FC5-C5C1-81B622D74CC9}"/>
                </a:ext>
              </a:extLst>
            </p:cNvPr>
            <p:cNvSpPr txBox="1"/>
            <p:nvPr/>
          </p:nvSpPr>
          <p:spPr>
            <a:xfrm>
              <a:off x="2621543" y="2812405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63D6B1A-2BB6-7CB2-76B2-9E513A0F636E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 flipV="1">
              <a:off x="1749746" y="26680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rgbClr val="3838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084D2F03-F448-ABDB-739B-AC7EE7175768}"/>
                </a:ext>
              </a:extLst>
            </p:cNvPr>
            <p:cNvCxnSpPr/>
            <p:nvPr/>
          </p:nvCxnSpPr>
          <p:spPr>
            <a:xfrm flipV="1">
              <a:off x="3150681" y="2661642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rgbClr val="3838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5A0BAA8-E4CF-0C3F-9189-30AA1AAC55E2}"/>
              </a:ext>
            </a:extLst>
          </p:cNvPr>
          <p:cNvSpPr/>
          <p:nvPr/>
        </p:nvSpPr>
        <p:spPr>
          <a:xfrm>
            <a:off x="1293822" y="2137774"/>
            <a:ext cx="933252" cy="1108592"/>
          </a:xfrm>
          <a:prstGeom prst="roundRect">
            <a:avLst/>
          </a:prstGeom>
          <a:solidFill>
            <a:srgbClr val="38384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/>
              <a:t>Node</a:t>
            </a:r>
            <a:endParaRPr lang="en-GB" sz="1200" b="1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B360D8A-F47A-A097-D620-87A4B3C2A409}"/>
              </a:ext>
            </a:extLst>
          </p:cNvPr>
          <p:cNvGrpSpPr/>
          <p:nvPr/>
        </p:nvGrpSpPr>
        <p:grpSpPr>
          <a:xfrm>
            <a:off x="1681277" y="2689242"/>
            <a:ext cx="492069" cy="492079"/>
            <a:chOff x="2387600" y="2876550"/>
            <a:chExt cx="514349" cy="731400"/>
          </a:xfrm>
          <a:solidFill>
            <a:srgbClr val="383848"/>
          </a:solidFill>
        </p:grpSpPr>
        <p:sp>
          <p:nvSpPr>
            <p:cNvPr id="68" name="원통형 67">
              <a:extLst>
                <a:ext uri="{FF2B5EF4-FFF2-40B4-BE49-F238E27FC236}">
                  <a16:creationId xmlns:a16="http://schemas.microsoft.com/office/drawing/2014/main" id="{CD23AE37-0A58-4944-E24B-DF9526F3BA7B}"/>
                </a:ext>
              </a:extLst>
            </p:cNvPr>
            <p:cNvSpPr/>
            <p:nvPr/>
          </p:nvSpPr>
          <p:spPr>
            <a:xfrm>
              <a:off x="2387600" y="33337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원통형 68">
              <a:extLst>
                <a:ext uri="{FF2B5EF4-FFF2-40B4-BE49-F238E27FC236}">
                  <a16:creationId xmlns:a16="http://schemas.microsoft.com/office/drawing/2014/main" id="{6D2B1DCC-B458-A87A-6E6D-0F6851EDA315}"/>
                </a:ext>
              </a:extLst>
            </p:cNvPr>
            <p:cNvSpPr/>
            <p:nvPr/>
          </p:nvSpPr>
          <p:spPr>
            <a:xfrm>
              <a:off x="2387600" y="31051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원통형 69">
              <a:extLst>
                <a:ext uri="{FF2B5EF4-FFF2-40B4-BE49-F238E27FC236}">
                  <a16:creationId xmlns:a16="http://schemas.microsoft.com/office/drawing/2014/main" id="{533B4FF8-D0F9-46BF-4940-22BF9D37D28C}"/>
                </a:ext>
              </a:extLst>
            </p:cNvPr>
            <p:cNvSpPr/>
            <p:nvPr/>
          </p:nvSpPr>
          <p:spPr>
            <a:xfrm>
              <a:off x="2387600" y="28765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34469D7-E6C1-D596-70A9-DDB269C2B546}"/>
              </a:ext>
            </a:extLst>
          </p:cNvPr>
          <p:cNvSpPr/>
          <p:nvPr/>
        </p:nvSpPr>
        <p:spPr>
          <a:xfrm>
            <a:off x="2688391" y="2134946"/>
            <a:ext cx="933252" cy="1108592"/>
          </a:xfrm>
          <a:prstGeom prst="roundRect">
            <a:avLst/>
          </a:prstGeom>
          <a:solidFill>
            <a:srgbClr val="38384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Node</a:t>
            </a:r>
            <a:endParaRPr lang="en-GB" sz="1200" b="1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10275B2-C178-1584-DCC7-BF41CFD199D4}"/>
              </a:ext>
            </a:extLst>
          </p:cNvPr>
          <p:cNvSpPr/>
          <p:nvPr/>
        </p:nvSpPr>
        <p:spPr>
          <a:xfrm>
            <a:off x="4082960" y="2134946"/>
            <a:ext cx="933252" cy="1108592"/>
          </a:xfrm>
          <a:prstGeom prst="roundRect">
            <a:avLst/>
          </a:prstGeom>
          <a:solidFill>
            <a:srgbClr val="38384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Node</a:t>
            </a:r>
            <a:endParaRPr lang="en-GB" sz="1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3A9EB2-D08B-FAA8-E8BC-53A8617B795D}"/>
              </a:ext>
            </a:extLst>
          </p:cNvPr>
          <p:cNvSpPr txBox="1"/>
          <p:nvPr/>
        </p:nvSpPr>
        <p:spPr>
          <a:xfrm>
            <a:off x="1608028" y="2846027"/>
            <a:ext cx="64312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0" lang="en-GB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Database</a:t>
            </a:r>
            <a:endParaRPr lang="en-GB" sz="1000" b="1" dirty="0">
              <a:solidFill>
                <a:schemeClr val="bg1"/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5EA0308-6863-A321-8EA4-4B4125C6249A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2227074" y="2689242"/>
            <a:ext cx="461317" cy="2828"/>
          </a:xfrm>
          <a:prstGeom prst="line">
            <a:avLst/>
          </a:prstGeom>
          <a:solidFill>
            <a:srgbClr val="0079EF"/>
          </a:solidFill>
          <a:ln>
            <a:solidFill>
              <a:srgbClr val="3838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A423603-6A4A-6E56-CC6F-61EE42EFED65}"/>
              </a:ext>
            </a:extLst>
          </p:cNvPr>
          <p:cNvCxnSpPr/>
          <p:nvPr/>
        </p:nvCxnSpPr>
        <p:spPr>
          <a:xfrm flipV="1">
            <a:off x="3628009" y="2682828"/>
            <a:ext cx="461317" cy="2828"/>
          </a:xfrm>
          <a:prstGeom prst="line">
            <a:avLst/>
          </a:prstGeom>
          <a:solidFill>
            <a:srgbClr val="0079EF"/>
          </a:solidFill>
          <a:ln>
            <a:solidFill>
              <a:srgbClr val="3838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DE6C9BF-8D9B-4C1C-0226-2505CD970F83}"/>
              </a:ext>
            </a:extLst>
          </p:cNvPr>
          <p:cNvGrpSpPr/>
          <p:nvPr/>
        </p:nvGrpSpPr>
        <p:grpSpPr>
          <a:xfrm>
            <a:off x="3071171" y="2689242"/>
            <a:ext cx="492069" cy="492079"/>
            <a:chOff x="2387600" y="2876550"/>
            <a:chExt cx="514349" cy="731400"/>
          </a:xfrm>
          <a:solidFill>
            <a:srgbClr val="383848"/>
          </a:solidFill>
        </p:grpSpPr>
        <p:sp>
          <p:nvSpPr>
            <p:cNvPr id="35" name="원통형 34">
              <a:extLst>
                <a:ext uri="{FF2B5EF4-FFF2-40B4-BE49-F238E27FC236}">
                  <a16:creationId xmlns:a16="http://schemas.microsoft.com/office/drawing/2014/main" id="{0E613D10-8364-DAC1-EBDB-0A231E12289B}"/>
                </a:ext>
              </a:extLst>
            </p:cNvPr>
            <p:cNvSpPr/>
            <p:nvPr/>
          </p:nvSpPr>
          <p:spPr>
            <a:xfrm>
              <a:off x="2387600" y="33337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원통형 35">
              <a:extLst>
                <a:ext uri="{FF2B5EF4-FFF2-40B4-BE49-F238E27FC236}">
                  <a16:creationId xmlns:a16="http://schemas.microsoft.com/office/drawing/2014/main" id="{1C116FEA-DFE5-08AB-AD26-6DD62F52FB66}"/>
                </a:ext>
              </a:extLst>
            </p:cNvPr>
            <p:cNvSpPr/>
            <p:nvPr/>
          </p:nvSpPr>
          <p:spPr>
            <a:xfrm>
              <a:off x="2387600" y="31051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원통형 36">
              <a:extLst>
                <a:ext uri="{FF2B5EF4-FFF2-40B4-BE49-F238E27FC236}">
                  <a16:creationId xmlns:a16="http://schemas.microsoft.com/office/drawing/2014/main" id="{223757E6-33BB-75CE-18C1-D9A5175E3504}"/>
                </a:ext>
              </a:extLst>
            </p:cNvPr>
            <p:cNvSpPr/>
            <p:nvPr/>
          </p:nvSpPr>
          <p:spPr>
            <a:xfrm>
              <a:off x="2387600" y="28765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FA99076-AEC9-85F0-4169-F55DCB2E468C}"/>
              </a:ext>
            </a:extLst>
          </p:cNvPr>
          <p:cNvSpPr txBox="1"/>
          <p:nvPr/>
        </p:nvSpPr>
        <p:spPr>
          <a:xfrm>
            <a:off x="2997922" y="2846027"/>
            <a:ext cx="64312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0" lang="en-GB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Database</a:t>
            </a:r>
            <a:endParaRPr lang="en-GB" sz="1000" b="1" dirty="0">
              <a:solidFill>
                <a:schemeClr val="bg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FFA5C5E-5AD8-9432-CAA1-6E62628F3A71}"/>
              </a:ext>
            </a:extLst>
          </p:cNvPr>
          <p:cNvGrpSpPr/>
          <p:nvPr/>
        </p:nvGrpSpPr>
        <p:grpSpPr>
          <a:xfrm>
            <a:off x="4464149" y="2689242"/>
            <a:ext cx="492069" cy="492079"/>
            <a:chOff x="2387600" y="2876550"/>
            <a:chExt cx="514349" cy="731400"/>
          </a:xfrm>
          <a:solidFill>
            <a:srgbClr val="383848"/>
          </a:solidFill>
        </p:grpSpPr>
        <p:sp>
          <p:nvSpPr>
            <p:cNvPr id="40" name="원통형 39">
              <a:extLst>
                <a:ext uri="{FF2B5EF4-FFF2-40B4-BE49-F238E27FC236}">
                  <a16:creationId xmlns:a16="http://schemas.microsoft.com/office/drawing/2014/main" id="{8046C807-2B68-A2E3-F61F-E7B9F82B522A}"/>
                </a:ext>
              </a:extLst>
            </p:cNvPr>
            <p:cNvSpPr/>
            <p:nvPr/>
          </p:nvSpPr>
          <p:spPr>
            <a:xfrm>
              <a:off x="2387600" y="33337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원통형 40">
              <a:extLst>
                <a:ext uri="{FF2B5EF4-FFF2-40B4-BE49-F238E27FC236}">
                  <a16:creationId xmlns:a16="http://schemas.microsoft.com/office/drawing/2014/main" id="{C29CC404-AA1B-949D-B751-C6EE2B7AA021}"/>
                </a:ext>
              </a:extLst>
            </p:cNvPr>
            <p:cNvSpPr/>
            <p:nvPr/>
          </p:nvSpPr>
          <p:spPr>
            <a:xfrm>
              <a:off x="2387600" y="31051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원통형 41">
              <a:extLst>
                <a:ext uri="{FF2B5EF4-FFF2-40B4-BE49-F238E27FC236}">
                  <a16:creationId xmlns:a16="http://schemas.microsoft.com/office/drawing/2014/main" id="{82E07691-438B-8456-DBAA-45B3098CD94B}"/>
                </a:ext>
              </a:extLst>
            </p:cNvPr>
            <p:cNvSpPr/>
            <p:nvPr/>
          </p:nvSpPr>
          <p:spPr>
            <a:xfrm>
              <a:off x="2387600" y="28765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BABEA1B-BFF2-990E-D5C5-FC4E678C4186}"/>
              </a:ext>
            </a:extLst>
          </p:cNvPr>
          <p:cNvSpPr txBox="1"/>
          <p:nvPr/>
        </p:nvSpPr>
        <p:spPr>
          <a:xfrm>
            <a:off x="4390900" y="2846027"/>
            <a:ext cx="64312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0" lang="en-GB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Database</a:t>
            </a:r>
            <a:endParaRPr lang="en-GB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79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B23FE-857F-81F2-1871-D050F8A1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버티카가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제공하는 </a:t>
            </a:r>
            <a:r>
              <a:rPr lang="en-GB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가지 아키텍처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79056-6533-89B3-1786-45FE730A4E2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63525" y="942771"/>
            <a:ext cx="11651764" cy="5159580"/>
          </a:xfrm>
        </p:spPr>
        <p:txBody>
          <a:bodyPr/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동일한 엔진으로 제공되나 구축 목적이나 데이터 규모에 따라 선택적인 클러스터를 구성을 지원합니다</a:t>
            </a:r>
            <a:r>
              <a:rPr lang="en-GB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GB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91C865-C368-614C-179B-D2D80CA340B7}"/>
              </a:ext>
            </a:extLst>
          </p:cNvPr>
          <p:cNvSpPr/>
          <p:nvPr/>
        </p:nvSpPr>
        <p:spPr>
          <a:xfrm>
            <a:off x="6883729" y="4903205"/>
            <a:ext cx="5045222" cy="127458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C14886C-1B18-6C85-B42B-482D28A20CB9}"/>
              </a:ext>
            </a:extLst>
          </p:cNvPr>
          <p:cNvSpPr txBox="1"/>
          <p:nvPr/>
        </p:nvSpPr>
        <p:spPr>
          <a:xfrm>
            <a:off x="6883253" y="4843013"/>
            <a:ext cx="5045222" cy="1072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chemeClr val="bg1"/>
                </a:solidFill>
              </a:rPr>
              <a:t>Eon Mode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bg1"/>
                </a:solidFill>
              </a:rPr>
              <a:t>클라우드 이코노믹스의 동적 워크로드 및 효율적인 확장 요구에 대응하는 </a:t>
            </a:r>
            <a:r>
              <a:rPr lang="en-GB" altLang="ko-KR" sz="1200" b="1" dirty="0">
                <a:solidFill>
                  <a:schemeClr val="bg1"/>
                </a:solidFill>
              </a:rPr>
              <a:t>C/S </a:t>
            </a:r>
            <a:r>
              <a:rPr lang="ko-KR" altLang="en-US" sz="1200" b="1" dirty="0">
                <a:solidFill>
                  <a:schemeClr val="bg1"/>
                </a:solidFill>
              </a:rPr>
              <a:t>분리 아키텍처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B48E8-DF32-7DD0-918D-E4FF9A8B40C4}"/>
              </a:ext>
            </a:extLst>
          </p:cNvPr>
          <p:cNvSpPr txBox="1"/>
          <p:nvPr/>
        </p:nvSpPr>
        <p:spPr>
          <a:xfrm>
            <a:off x="6880159" y="4226135"/>
            <a:ext cx="207140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300" b="1" dirty="0">
                <a:solidFill>
                  <a:srgbClr val="000000"/>
                </a:solidFill>
              </a:rPr>
              <a:t>Lakehouse Platform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300" b="1" dirty="0">
                <a:solidFill>
                  <a:srgbClr val="000000"/>
                </a:solidFill>
              </a:rPr>
              <a:t>Over Petabyte Scale</a:t>
            </a:r>
            <a:endParaRPr lang="ko-KR" altLang="en-US" sz="1300" b="1" dirty="0" err="1">
              <a:solidFill>
                <a:srgbClr val="000000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18D86B5-5F1B-0595-125C-37770D94D437}"/>
              </a:ext>
            </a:extLst>
          </p:cNvPr>
          <p:cNvCxnSpPr>
            <a:cxnSpLocks/>
          </p:cNvCxnSpPr>
          <p:nvPr/>
        </p:nvCxnSpPr>
        <p:spPr>
          <a:xfrm>
            <a:off x="8867446" y="3874567"/>
            <a:ext cx="198127" cy="7847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C92529C-527D-C6F2-7A19-1B2170B3CDA6}"/>
              </a:ext>
            </a:extLst>
          </p:cNvPr>
          <p:cNvCxnSpPr>
            <a:cxnSpLocks/>
          </p:cNvCxnSpPr>
          <p:nvPr/>
        </p:nvCxnSpPr>
        <p:spPr>
          <a:xfrm flipH="1">
            <a:off x="9812174" y="3874567"/>
            <a:ext cx="192124" cy="7734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3E7ECE0-4562-8533-CBC6-AD8DB3017C78}"/>
              </a:ext>
            </a:extLst>
          </p:cNvPr>
          <p:cNvGrpSpPr/>
          <p:nvPr/>
        </p:nvGrpSpPr>
        <p:grpSpPr>
          <a:xfrm>
            <a:off x="9131871" y="3804614"/>
            <a:ext cx="1088030" cy="965240"/>
            <a:chOff x="8356419" y="4586597"/>
            <a:chExt cx="1498813" cy="132966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9E3B2540-3789-4290-13A2-7762AC025786}"/>
                </a:ext>
              </a:extLst>
            </p:cNvPr>
            <p:cNvGrpSpPr/>
            <p:nvPr/>
          </p:nvGrpSpPr>
          <p:grpSpPr>
            <a:xfrm>
              <a:off x="8356419" y="4586597"/>
              <a:ext cx="1498813" cy="1329666"/>
              <a:chOff x="4954101" y="4260416"/>
              <a:chExt cx="1276330" cy="1132291"/>
            </a:xfrm>
          </p:grpSpPr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49C9CB67-41F1-0298-B8D4-6869E7F0F41B}"/>
                  </a:ext>
                </a:extLst>
              </p:cNvPr>
              <p:cNvSpPr/>
              <p:nvPr/>
            </p:nvSpPr>
            <p:spPr>
              <a:xfrm>
                <a:off x="5160245" y="5103145"/>
                <a:ext cx="856196" cy="28956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사다리꼴 32">
                <a:extLst>
                  <a:ext uri="{FF2B5EF4-FFF2-40B4-BE49-F238E27FC236}">
                    <a16:creationId xmlns:a16="http://schemas.microsoft.com/office/drawing/2014/main" id="{E512B9E4-847F-419B-9514-373587633A63}"/>
                  </a:ext>
                </a:extLst>
              </p:cNvPr>
              <p:cNvSpPr/>
              <p:nvPr/>
            </p:nvSpPr>
            <p:spPr>
              <a:xfrm rot="10800000">
                <a:off x="4954101" y="4405196"/>
                <a:ext cx="1268314" cy="863331"/>
              </a:xfrm>
              <a:prstGeom prst="trapezoid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F763A382-70CE-929F-7CEC-D0138E254EB4}"/>
                  </a:ext>
                </a:extLst>
              </p:cNvPr>
              <p:cNvSpPr/>
              <p:nvPr/>
            </p:nvSpPr>
            <p:spPr>
              <a:xfrm>
                <a:off x="4954102" y="4260416"/>
                <a:ext cx="1276329" cy="28956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B509467-13BB-FF95-15CA-76600ABD779C}"/>
                </a:ext>
              </a:extLst>
            </p:cNvPr>
            <p:cNvSpPr txBox="1"/>
            <p:nvPr/>
          </p:nvSpPr>
          <p:spPr>
            <a:xfrm>
              <a:off x="8761076" y="5149665"/>
              <a:ext cx="66396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Object</a:t>
              </a:r>
              <a:br>
                <a:rPr lang="en-GB" sz="1200" b="1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Store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B1F4E72-CDF0-0160-F05C-F021E0654E04}"/>
              </a:ext>
            </a:extLst>
          </p:cNvPr>
          <p:cNvGrpSpPr/>
          <p:nvPr/>
        </p:nvGrpSpPr>
        <p:grpSpPr>
          <a:xfrm>
            <a:off x="7543216" y="1826069"/>
            <a:ext cx="3750424" cy="1115738"/>
            <a:chOff x="7543216" y="2119689"/>
            <a:chExt cx="3750424" cy="11157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14D549A3-35B5-B6E6-A0F2-BC2FF221934E}"/>
                </a:ext>
              </a:extLst>
            </p:cNvPr>
            <p:cNvSpPr/>
            <p:nvPr/>
          </p:nvSpPr>
          <p:spPr>
            <a:xfrm>
              <a:off x="7543216" y="2119689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원통형 26">
              <a:extLst>
                <a:ext uri="{FF2B5EF4-FFF2-40B4-BE49-F238E27FC236}">
                  <a16:creationId xmlns:a16="http://schemas.microsoft.com/office/drawing/2014/main" id="{565D72E9-00A5-E06F-0989-182A63F598B4}"/>
                </a:ext>
              </a:extLst>
            </p:cNvPr>
            <p:cNvSpPr/>
            <p:nvPr/>
          </p:nvSpPr>
          <p:spPr>
            <a:xfrm>
              <a:off x="7930671" y="2849766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28C184F3-450C-0DBE-98D1-B31CB6BAD67B}"/>
                </a:ext>
              </a:extLst>
            </p:cNvPr>
            <p:cNvSpPr/>
            <p:nvPr/>
          </p:nvSpPr>
          <p:spPr>
            <a:xfrm>
              <a:off x="8960641" y="2126836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F2CD45A1-5B93-72A9-548E-7A7E4BC81298}"/>
                </a:ext>
              </a:extLst>
            </p:cNvPr>
            <p:cNvSpPr/>
            <p:nvPr/>
          </p:nvSpPr>
          <p:spPr>
            <a:xfrm>
              <a:off x="10332354" y="2119689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401951A-482A-064A-5F61-6034C69D2719}"/>
                </a:ext>
              </a:extLst>
            </p:cNvPr>
            <p:cNvSpPr txBox="1"/>
            <p:nvPr/>
          </p:nvSpPr>
          <p:spPr>
            <a:xfrm>
              <a:off x="7885463" y="2907809"/>
              <a:ext cx="6206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00"/>
                  </a:solidFill>
                </a:rPr>
                <a:t>Depot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34" name="원통형 33">
              <a:extLst>
                <a:ext uri="{FF2B5EF4-FFF2-40B4-BE49-F238E27FC236}">
                  <a16:creationId xmlns:a16="http://schemas.microsoft.com/office/drawing/2014/main" id="{38EDD401-A235-77CA-9674-6A02EFF7C733}"/>
                </a:ext>
              </a:extLst>
            </p:cNvPr>
            <p:cNvSpPr/>
            <p:nvPr/>
          </p:nvSpPr>
          <p:spPr>
            <a:xfrm>
              <a:off x="9336006" y="2850748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4B36F8-1373-6691-8D5A-72AEC595F021}"/>
                </a:ext>
              </a:extLst>
            </p:cNvPr>
            <p:cNvSpPr txBox="1"/>
            <p:nvPr/>
          </p:nvSpPr>
          <p:spPr>
            <a:xfrm>
              <a:off x="9304971" y="2908791"/>
              <a:ext cx="6206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00"/>
                  </a:solidFill>
                </a:rPr>
                <a:t>Depot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37" name="원통형 36">
              <a:extLst>
                <a:ext uri="{FF2B5EF4-FFF2-40B4-BE49-F238E27FC236}">
                  <a16:creationId xmlns:a16="http://schemas.microsoft.com/office/drawing/2014/main" id="{0E034F3A-ADBC-705B-D8D7-DE5D7CEADF25}"/>
                </a:ext>
              </a:extLst>
            </p:cNvPr>
            <p:cNvSpPr/>
            <p:nvPr/>
          </p:nvSpPr>
          <p:spPr>
            <a:xfrm>
              <a:off x="10705465" y="285728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230EDE3-FA11-4F1C-3BB8-329897B39980}"/>
                </a:ext>
              </a:extLst>
            </p:cNvPr>
            <p:cNvSpPr txBox="1"/>
            <p:nvPr/>
          </p:nvSpPr>
          <p:spPr>
            <a:xfrm>
              <a:off x="10672957" y="2915323"/>
              <a:ext cx="6206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00"/>
                  </a:solidFill>
                </a:rPr>
                <a:t>Depot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8463BA77-9108-451B-34F2-09CFA160015F}"/>
                </a:ext>
              </a:extLst>
            </p:cNvPr>
            <p:cNvCxnSpPr/>
            <p:nvPr/>
          </p:nvCxnSpPr>
          <p:spPr>
            <a:xfrm flipV="1">
              <a:off x="8482834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B333887-5DC6-1FD1-75ED-8ED4DDFC4A88}"/>
                </a:ext>
              </a:extLst>
            </p:cNvPr>
            <p:cNvCxnSpPr/>
            <p:nvPr/>
          </p:nvCxnSpPr>
          <p:spPr>
            <a:xfrm flipV="1">
              <a:off x="9878569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442F165-FE4F-C3EA-0E37-3A1F957BBC70}"/>
              </a:ext>
            </a:extLst>
          </p:cNvPr>
          <p:cNvGrpSpPr/>
          <p:nvPr/>
        </p:nvGrpSpPr>
        <p:grpSpPr>
          <a:xfrm>
            <a:off x="7872987" y="2143674"/>
            <a:ext cx="3750424" cy="1115738"/>
            <a:chOff x="7543216" y="2119689"/>
            <a:chExt cx="3750424" cy="11157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82654F78-C25C-B025-12AC-0C8702A70516}"/>
                </a:ext>
              </a:extLst>
            </p:cNvPr>
            <p:cNvSpPr/>
            <p:nvPr/>
          </p:nvSpPr>
          <p:spPr>
            <a:xfrm>
              <a:off x="7543216" y="2119689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43" name="원통형 42">
              <a:extLst>
                <a:ext uri="{FF2B5EF4-FFF2-40B4-BE49-F238E27FC236}">
                  <a16:creationId xmlns:a16="http://schemas.microsoft.com/office/drawing/2014/main" id="{C259F5F2-748D-BF65-555E-FABE0170966F}"/>
                </a:ext>
              </a:extLst>
            </p:cNvPr>
            <p:cNvSpPr/>
            <p:nvPr/>
          </p:nvSpPr>
          <p:spPr>
            <a:xfrm>
              <a:off x="7930671" y="2849766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07016259-8FA4-89B2-4992-8C31877060F4}"/>
                </a:ext>
              </a:extLst>
            </p:cNvPr>
            <p:cNvSpPr/>
            <p:nvPr/>
          </p:nvSpPr>
          <p:spPr>
            <a:xfrm>
              <a:off x="8960641" y="2126836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FC4B2780-1D5E-885A-5390-C59724F35219}"/>
                </a:ext>
              </a:extLst>
            </p:cNvPr>
            <p:cNvSpPr/>
            <p:nvPr/>
          </p:nvSpPr>
          <p:spPr>
            <a:xfrm>
              <a:off x="10332354" y="2119689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A7920F-7F45-DCA9-2568-71616B1EE5C4}"/>
                </a:ext>
              </a:extLst>
            </p:cNvPr>
            <p:cNvSpPr txBox="1"/>
            <p:nvPr/>
          </p:nvSpPr>
          <p:spPr>
            <a:xfrm>
              <a:off x="7885463" y="2907809"/>
              <a:ext cx="6206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00"/>
                  </a:solidFill>
                </a:rPr>
                <a:t>Depot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원통형 46">
              <a:extLst>
                <a:ext uri="{FF2B5EF4-FFF2-40B4-BE49-F238E27FC236}">
                  <a16:creationId xmlns:a16="http://schemas.microsoft.com/office/drawing/2014/main" id="{240DB844-09DF-8975-B770-D7BD2DD5DAE8}"/>
                </a:ext>
              </a:extLst>
            </p:cNvPr>
            <p:cNvSpPr/>
            <p:nvPr/>
          </p:nvSpPr>
          <p:spPr>
            <a:xfrm>
              <a:off x="9336006" y="2850748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711D8A0-4710-5D21-3870-A048DA876223}"/>
                </a:ext>
              </a:extLst>
            </p:cNvPr>
            <p:cNvSpPr txBox="1"/>
            <p:nvPr/>
          </p:nvSpPr>
          <p:spPr>
            <a:xfrm>
              <a:off x="9304971" y="2908791"/>
              <a:ext cx="6206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00"/>
                  </a:solidFill>
                </a:rPr>
                <a:t>Depot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원통형 48">
              <a:extLst>
                <a:ext uri="{FF2B5EF4-FFF2-40B4-BE49-F238E27FC236}">
                  <a16:creationId xmlns:a16="http://schemas.microsoft.com/office/drawing/2014/main" id="{05563AC3-3F78-46D1-4D8D-A5CCC3C88DC5}"/>
                </a:ext>
              </a:extLst>
            </p:cNvPr>
            <p:cNvSpPr/>
            <p:nvPr/>
          </p:nvSpPr>
          <p:spPr>
            <a:xfrm>
              <a:off x="10705465" y="285728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A26133C-4AEC-B708-8E99-5172CE430D68}"/>
                </a:ext>
              </a:extLst>
            </p:cNvPr>
            <p:cNvSpPr txBox="1"/>
            <p:nvPr/>
          </p:nvSpPr>
          <p:spPr>
            <a:xfrm>
              <a:off x="10672957" y="2915323"/>
              <a:ext cx="6206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00"/>
                  </a:solidFill>
                </a:rPr>
                <a:t>Depot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407ACB09-4766-2329-C7AC-B8CFE335FAC0}"/>
                </a:ext>
              </a:extLst>
            </p:cNvPr>
            <p:cNvCxnSpPr/>
            <p:nvPr/>
          </p:nvCxnSpPr>
          <p:spPr>
            <a:xfrm flipV="1">
              <a:off x="8482834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7E8CD833-F1BE-905E-3B7E-5AB2386A72B2}"/>
                </a:ext>
              </a:extLst>
            </p:cNvPr>
            <p:cNvCxnSpPr/>
            <p:nvPr/>
          </p:nvCxnSpPr>
          <p:spPr>
            <a:xfrm flipV="1">
              <a:off x="9878569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644B1B05-9706-11CB-7723-25F4DDD1042E}"/>
              </a:ext>
            </a:extLst>
          </p:cNvPr>
          <p:cNvCxnSpPr>
            <a:cxnSpLocks/>
          </p:cNvCxnSpPr>
          <p:nvPr/>
        </p:nvCxnSpPr>
        <p:spPr>
          <a:xfrm>
            <a:off x="8339613" y="3252265"/>
            <a:ext cx="1199255" cy="688458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78AA90A8-676A-023A-9CB9-479399FBFAC4}"/>
              </a:ext>
            </a:extLst>
          </p:cNvPr>
          <p:cNvCxnSpPr>
            <a:cxnSpLocks/>
          </p:cNvCxnSpPr>
          <p:nvPr/>
        </p:nvCxnSpPr>
        <p:spPr>
          <a:xfrm>
            <a:off x="9747638" y="3236275"/>
            <a:ext cx="0" cy="704448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D078CB7-335D-AE06-645D-0F3F99AF3F0E}"/>
              </a:ext>
            </a:extLst>
          </p:cNvPr>
          <p:cNvCxnSpPr>
            <a:cxnSpLocks/>
          </p:cNvCxnSpPr>
          <p:nvPr/>
        </p:nvCxnSpPr>
        <p:spPr>
          <a:xfrm flipH="1">
            <a:off x="9956041" y="3216307"/>
            <a:ext cx="1147434" cy="734489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509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B23FE-857F-81F2-1871-D050F8A1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버티카가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제공하는 </a:t>
            </a:r>
            <a:r>
              <a:rPr lang="en-GB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가지 아키텍처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79056-6533-89B3-1786-45FE730A4E2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63525" y="942771"/>
            <a:ext cx="11651764" cy="5159580"/>
          </a:xfrm>
        </p:spPr>
        <p:txBody>
          <a:bodyPr/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동일한 엔진으로 제공되나 구축 목적이나 데이터 규모에 따라 선택적인 클러스터를 구성을 지원합니다</a:t>
            </a:r>
            <a:r>
              <a:rPr lang="en-GB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GB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91C865-C368-614C-179B-D2D80CA340B7}"/>
              </a:ext>
            </a:extLst>
          </p:cNvPr>
          <p:cNvSpPr/>
          <p:nvPr/>
        </p:nvSpPr>
        <p:spPr>
          <a:xfrm>
            <a:off x="6883729" y="4903205"/>
            <a:ext cx="5045222" cy="127458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C14886C-1B18-6C85-B42B-482D28A20CB9}"/>
              </a:ext>
            </a:extLst>
          </p:cNvPr>
          <p:cNvSpPr txBox="1"/>
          <p:nvPr/>
        </p:nvSpPr>
        <p:spPr>
          <a:xfrm>
            <a:off x="6883253" y="4843013"/>
            <a:ext cx="5045222" cy="1072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chemeClr val="bg1"/>
                </a:solidFill>
              </a:rPr>
              <a:t>Eon Mode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bg1"/>
                </a:solidFill>
              </a:rPr>
              <a:t>클라우드 이코노믹스의 동적 워크로드 및 효율적인 확장 요구에 대응하는 </a:t>
            </a:r>
            <a:r>
              <a:rPr lang="en-GB" altLang="ko-KR" sz="1200" b="1" dirty="0">
                <a:solidFill>
                  <a:schemeClr val="bg1"/>
                </a:solidFill>
              </a:rPr>
              <a:t>C/S </a:t>
            </a:r>
            <a:r>
              <a:rPr lang="ko-KR" altLang="en-US" sz="1200" b="1" dirty="0">
                <a:solidFill>
                  <a:schemeClr val="bg1"/>
                </a:solidFill>
              </a:rPr>
              <a:t>분리 아키텍처</a:t>
            </a:r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6F5BCDAD-DACB-6BE9-DBCA-EB5DF68794B4}"/>
              </a:ext>
            </a:extLst>
          </p:cNvPr>
          <p:cNvCxnSpPr>
            <a:cxnSpLocks/>
          </p:cNvCxnSpPr>
          <p:nvPr/>
        </p:nvCxnSpPr>
        <p:spPr>
          <a:xfrm>
            <a:off x="8867446" y="3874567"/>
            <a:ext cx="198127" cy="7847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CADED96-1EFD-59D1-94D7-228F0E90665D}"/>
              </a:ext>
            </a:extLst>
          </p:cNvPr>
          <p:cNvCxnSpPr>
            <a:cxnSpLocks/>
          </p:cNvCxnSpPr>
          <p:nvPr/>
        </p:nvCxnSpPr>
        <p:spPr>
          <a:xfrm flipH="1">
            <a:off x="9812174" y="3874567"/>
            <a:ext cx="192124" cy="7734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7E6AC9F4-5010-2F03-A355-57A71DF0BE7D}"/>
              </a:ext>
            </a:extLst>
          </p:cNvPr>
          <p:cNvGrpSpPr/>
          <p:nvPr/>
        </p:nvGrpSpPr>
        <p:grpSpPr>
          <a:xfrm>
            <a:off x="7543216" y="1826069"/>
            <a:ext cx="3750424" cy="1115738"/>
            <a:chOff x="7543216" y="2119689"/>
            <a:chExt cx="3750424" cy="11157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091640E6-183F-725E-0844-21C04A5DB2A0}"/>
                </a:ext>
              </a:extLst>
            </p:cNvPr>
            <p:cNvSpPr/>
            <p:nvPr/>
          </p:nvSpPr>
          <p:spPr>
            <a:xfrm>
              <a:off x="7543216" y="2119689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79" name="원통형 78">
              <a:extLst>
                <a:ext uri="{FF2B5EF4-FFF2-40B4-BE49-F238E27FC236}">
                  <a16:creationId xmlns:a16="http://schemas.microsoft.com/office/drawing/2014/main" id="{D76FFA4D-948B-3217-9D48-E89F2B294092}"/>
                </a:ext>
              </a:extLst>
            </p:cNvPr>
            <p:cNvSpPr/>
            <p:nvPr/>
          </p:nvSpPr>
          <p:spPr>
            <a:xfrm>
              <a:off x="7930671" y="2849766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EF08467F-9AB4-FCB8-5A03-B3D13134AC4D}"/>
                </a:ext>
              </a:extLst>
            </p:cNvPr>
            <p:cNvSpPr/>
            <p:nvPr/>
          </p:nvSpPr>
          <p:spPr>
            <a:xfrm>
              <a:off x="8960641" y="2126836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A55B955E-E59F-063C-C3D6-C6E9905BD9B4}"/>
                </a:ext>
              </a:extLst>
            </p:cNvPr>
            <p:cNvSpPr/>
            <p:nvPr/>
          </p:nvSpPr>
          <p:spPr>
            <a:xfrm>
              <a:off x="10332354" y="2119689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4E40229-83B9-5225-EC80-2EB1CA94F094}"/>
                </a:ext>
              </a:extLst>
            </p:cNvPr>
            <p:cNvSpPr txBox="1"/>
            <p:nvPr/>
          </p:nvSpPr>
          <p:spPr>
            <a:xfrm>
              <a:off x="7885463" y="2907809"/>
              <a:ext cx="6206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00"/>
                  </a:solidFill>
                </a:rPr>
                <a:t>Depot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83" name="원통형 82">
              <a:extLst>
                <a:ext uri="{FF2B5EF4-FFF2-40B4-BE49-F238E27FC236}">
                  <a16:creationId xmlns:a16="http://schemas.microsoft.com/office/drawing/2014/main" id="{BCBF5C1D-9401-0943-8FD4-A6E8DF27F9B0}"/>
                </a:ext>
              </a:extLst>
            </p:cNvPr>
            <p:cNvSpPr/>
            <p:nvPr/>
          </p:nvSpPr>
          <p:spPr>
            <a:xfrm>
              <a:off x="9336006" y="2850748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AC03F88-0751-F3AA-E53A-D9A324BEA885}"/>
                </a:ext>
              </a:extLst>
            </p:cNvPr>
            <p:cNvSpPr txBox="1"/>
            <p:nvPr/>
          </p:nvSpPr>
          <p:spPr>
            <a:xfrm>
              <a:off x="9304971" y="2908791"/>
              <a:ext cx="6206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00"/>
                  </a:solidFill>
                </a:rPr>
                <a:t>Depot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85" name="원통형 84">
              <a:extLst>
                <a:ext uri="{FF2B5EF4-FFF2-40B4-BE49-F238E27FC236}">
                  <a16:creationId xmlns:a16="http://schemas.microsoft.com/office/drawing/2014/main" id="{F5C98E61-CB23-318D-0B5B-821FFEA6913F}"/>
                </a:ext>
              </a:extLst>
            </p:cNvPr>
            <p:cNvSpPr/>
            <p:nvPr/>
          </p:nvSpPr>
          <p:spPr>
            <a:xfrm>
              <a:off x="10705465" y="285728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01F09D8-6379-C519-03C2-0D8711F9314E}"/>
                </a:ext>
              </a:extLst>
            </p:cNvPr>
            <p:cNvSpPr txBox="1"/>
            <p:nvPr/>
          </p:nvSpPr>
          <p:spPr>
            <a:xfrm>
              <a:off x="10672957" y="2915323"/>
              <a:ext cx="6206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00"/>
                  </a:solidFill>
                </a:rPr>
                <a:t>Depot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93593B2E-4954-3973-7641-3D08D12C052C}"/>
                </a:ext>
              </a:extLst>
            </p:cNvPr>
            <p:cNvCxnSpPr/>
            <p:nvPr/>
          </p:nvCxnSpPr>
          <p:spPr>
            <a:xfrm flipV="1">
              <a:off x="8482834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CC804DAE-61AB-E9FB-40DF-E9739417C57A}"/>
                </a:ext>
              </a:extLst>
            </p:cNvPr>
            <p:cNvCxnSpPr/>
            <p:nvPr/>
          </p:nvCxnSpPr>
          <p:spPr>
            <a:xfrm flipV="1">
              <a:off x="9878569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266DB4C-3DCD-9AA3-2131-B6655DD3C9A0}"/>
              </a:ext>
            </a:extLst>
          </p:cNvPr>
          <p:cNvSpPr/>
          <p:nvPr/>
        </p:nvSpPr>
        <p:spPr>
          <a:xfrm>
            <a:off x="281208" y="4903205"/>
            <a:ext cx="5045222" cy="127458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  <a:p>
            <a:pPr algn="ctr"/>
            <a:endParaRPr lang="en-US" altLang="ko-KR" sz="2200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1B2B6A-48DF-A556-9446-75A21C792B9D}"/>
              </a:ext>
            </a:extLst>
          </p:cNvPr>
          <p:cNvSpPr txBox="1"/>
          <p:nvPr/>
        </p:nvSpPr>
        <p:spPr>
          <a:xfrm>
            <a:off x="276711" y="4843013"/>
            <a:ext cx="5045222" cy="13508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chemeClr val="bg1"/>
                </a:solidFill>
              </a:rPr>
              <a:t>Enterprise Mode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bg1"/>
                </a:solidFill>
              </a:rPr>
              <a:t>컴퓨팅 엔진과 스토리지가 강하게 결합되어 예측 가능한 워크로드를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bg1"/>
                </a:solidFill>
              </a:rPr>
              <a:t>원하는 기대 시간 내에 빠르게 처리하기 위한 아키텍처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b="1" dirty="0">
              <a:solidFill>
                <a:schemeClr val="bg1"/>
              </a:solidFill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BF16DEB-8660-B0C5-0A7D-9683F9A3B325}"/>
              </a:ext>
            </a:extLst>
          </p:cNvPr>
          <p:cNvGrpSpPr/>
          <p:nvPr/>
        </p:nvGrpSpPr>
        <p:grpSpPr>
          <a:xfrm>
            <a:off x="7872987" y="2143674"/>
            <a:ext cx="3750424" cy="1115738"/>
            <a:chOff x="7543216" y="2119689"/>
            <a:chExt cx="3750424" cy="11157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D7E4AFF9-6FC1-81DE-17CC-CB17E96B4E19}"/>
                </a:ext>
              </a:extLst>
            </p:cNvPr>
            <p:cNvSpPr/>
            <p:nvPr/>
          </p:nvSpPr>
          <p:spPr>
            <a:xfrm>
              <a:off x="7543216" y="2119689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90" name="원통형 89">
              <a:extLst>
                <a:ext uri="{FF2B5EF4-FFF2-40B4-BE49-F238E27FC236}">
                  <a16:creationId xmlns:a16="http://schemas.microsoft.com/office/drawing/2014/main" id="{809FB4FB-6AD4-4490-3355-7B80985BA82D}"/>
                </a:ext>
              </a:extLst>
            </p:cNvPr>
            <p:cNvSpPr/>
            <p:nvPr/>
          </p:nvSpPr>
          <p:spPr>
            <a:xfrm>
              <a:off x="7930671" y="2849766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5A58F93A-58F2-4FF5-0FE0-494259AA7C75}"/>
                </a:ext>
              </a:extLst>
            </p:cNvPr>
            <p:cNvSpPr/>
            <p:nvPr/>
          </p:nvSpPr>
          <p:spPr>
            <a:xfrm>
              <a:off x="8960641" y="2126836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BEF3EA98-3726-CD23-427B-8FD54B3EBCFE}"/>
                </a:ext>
              </a:extLst>
            </p:cNvPr>
            <p:cNvSpPr/>
            <p:nvPr/>
          </p:nvSpPr>
          <p:spPr>
            <a:xfrm>
              <a:off x="10332354" y="2119689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2DDA4AF-4495-57FD-9FC3-D83F7755F6E7}"/>
                </a:ext>
              </a:extLst>
            </p:cNvPr>
            <p:cNvSpPr txBox="1"/>
            <p:nvPr/>
          </p:nvSpPr>
          <p:spPr>
            <a:xfrm>
              <a:off x="7885463" y="2907809"/>
              <a:ext cx="6206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00"/>
                  </a:solidFill>
                </a:rPr>
                <a:t>Depot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105" name="원통형 104">
              <a:extLst>
                <a:ext uri="{FF2B5EF4-FFF2-40B4-BE49-F238E27FC236}">
                  <a16:creationId xmlns:a16="http://schemas.microsoft.com/office/drawing/2014/main" id="{63898F51-3F5F-60FA-D12E-F8B2F271CA27}"/>
                </a:ext>
              </a:extLst>
            </p:cNvPr>
            <p:cNvSpPr/>
            <p:nvPr/>
          </p:nvSpPr>
          <p:spPr>
            <a:xfrm>
              <a:off x="9336006" y="2850748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CF9612C-E3A6-AFB5-8BBA-2642E353F7AC}"/>
                </a:ext>
              </a:extLst>
            </p:cNvPr>
            <p:cNvSpPr txBox="1"/>
            <p:nvPr/>
          </p:nvSpPr>
          <p:spPr>
            <a:xfrm>
              <a:off x="9304971" y="2908791"/>
              <a:ext cx="6206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00"/>
                  </a:solidFill>
                </a:rPr>
                <a:t>Depot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107" name="원통형 106">
              <a:extLst>
                <a:ext uri="{FF2B5EF4-FFF2-40B4-BE49-F238E27FC236}">
                  <a16:creationId xmlns:a16="http://schemas.microsoft.com/office/drawing/2014/main" id="{6A04DE1D-BF76-B6F4-8B77-04EDF4CA0FBE}"/>
                </a:ext>
              </a:extLst>
            </p:cNvPr>
            <p:cNvSpPr/>
            <p:nvPr/>
          </p:nvSpPr>
          <p:spPr>
            <a:xfrm>
              <a:off x="10705465" y="285728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4879982-3780-6C69-3624-CF97F9D1A55B}"/>
                </a:ext>
              </a:extLst>
            </p:cNvPr>
            <p:cNvSpPr txBox="1"/>
            <p:nvPr/>
          </p:nvSpPr>
          <p:spPr>
            <a:xfrm>
              <a:off x="10672957" y="2915323"/>
              <a:ext cx="6206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00"/>
                  </a:solidFill>
                </a:rPr>
                <a:t>Depot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712A0979-A5E0-30C8-5DC2-1508CC438360}"/>
                </a:ext>
              </a:extLst>
            </p:cNvPr>
            <p:cNvCxnSpPr/>
            <p:nvPr/>
          </p:nvCxnSpPr>
          <p:spPr>
            <a:xfrm flipV="1">
              <a:off x="8482834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5EB90B4C-C6BE-4B79-731F-6388197C6CE8}"/>
                </a:ext>
              </a:extLst>
            </p:cNvPr>
            <p:cNvCxnSpPr/>
            <p:nvPr/>
          </p:nvCxnSpPr>
          <p:spPr>
            <a:xfrm flipV="1">
              <a:off x="9878569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E4FD0634-86A2-48B4-71E7-3F855E3E5A6B}"/>
              </a:ext>
            </a:extLst>
          </p:cNvPr>
          <p:cNvSpPr/>
          <p:nvPr/>
        </p:nvSpPr>
        <p:spPr>
          <a:xfrm>
            <a:off x="4711700" y="3003550"/>
            <a:ext cx="4343242" cy="946150"/>
          </a:xfrm>
          <a:custGeom>
            <a:avLst/>
            <a:gdLst>
              <a:gd name="connsiteX0" fmla="*/ 0 w 4159250"/>
              <a:gd name="connsiteY0" fmla="*/ 0 h 946150"/>
              <a:gd name="connsiteX1" fmla="*/ 0 w 4159250"/>
              <a:gd name="connsiteY1" fmla="*/ 946150 h 946150"/>
              <a:gd name="connsiteX2" fmla="*/ 139700 w 4159250"/>
              <a:gd name="connsiteY2" fmla="*/ 946150 h 946150"/>
              <a:gd name="connsiteX3" fmla="*/ 4159250 w 4159250"/>
              <a:gd name="connsiteY3" fmla="*/ 946150 h 946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9250" h="946150">
                <a:moveTo>
                  <a:pt x="0" y="0"/>
                </a:moveTo>
                <a:lnTo>
                  <a:pt x="0" y="946150"/>
                </a:lnTo>
                <a:lnTo>
                  <a:pt x="139700" y="946150"/>
                </a:lnTo>
                <a:lnTo>
                  <a:pt x="4159250" y="946150"/>
                </a:lnTo>
              </a:path>
            </a:pathLst>
          </a:custGeom>
          <a:ln w="19050">
            <a:solidFill>
              <a:srgbClr val="C0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자유형: 도형 57">
            <a:extLst>
              <a:ext uri="{FF2B5EF4-FFF2-40B4-BE49-F238E27FC236}">
                <a16:creationId xmlns:a16="http://schemas.microsoft.com/office/drawing/2014/main" id="{BF031754-8160-DFBE-B66C-B143F3DDA23F}"/>
              </a:ext>
            </a:extLst>
          </p:cNvPr>
          <p:cNvSpPr/>
          <p:nvPr/>
        </p:nvSpPr>
        <p:spPr>
          <a:xfrm>
            <a:off x="3371837" y="3003549"/>
            <a:ext cx="5746372" cy="1133301"/>
          </a:xfrm>
          <a:custGeom>
            <a:avLst/>
            <a:gdLst>
              <a:gd name="connsiteX0" fmla="*/ 0 w 4159250"/>
              <a:gd name="connsiteY0" fmla="*/ 0 h 946150"/>
              <a:gd name="connsiteX1" fmla="*/ 0 w 4159250"/>
              <a:gd name="connsiteY1" fmla="*/ 946150 h 946150"/>
              <a:gd name="connsiteX2" fmla="*/ 139700 w 4159250"/>
              <a:gd name="connsiteY2" fmla="*/ 946150 h 946150"/>
              <a:gd name="connsiteX3" fmla="*/ 4159250 w 4159250"/>
              <a:gd name="connsiteY3" fmla="*/ 946150 h 946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9250" h="946150">
                <a:moveTo>
                  <a:pt x="0" y="0"/>
                </a:moveTo>
                <a:lnTo>
                  <a:pt x="0" y="946150"/>
                </a:lnTo>
                <a:lnTo>
                  <a:pt x="139700" y="946150"/>
                </a:lnTo>
                <a:lnTo>
                  <a:pt x="4159250" y="946150"/>
                </a:lnTo>
              </a:path>
            </a:pathLst>
          </a:custGeom>
          <a:ln w="19050">
            <a:solidFill>
              <a:srgbClr val="C0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C7D89B89-D786-026D-755C-029C6DA18AD6}"/>
              </a:ext>
            </a:extLst>
          </p:cNvPr>
          <p:cNvSpPr/>
          <p:nvPr/>
        </p:nvSpPr>
        <p:spPr>
          <a:xfrm>
            <a:off x="1925735" y="3003549"/>
            <a:ext cx="7255987" cy="1315227"/>
          </a:xfrm>
          <a:custGeom>
            <a:avLst/>
            <a:gdLst>
              <a:gd name="connsiteX0" fmla="*/ 0 w 4159250"/>
              <a:gd name="connsiteY0" fmla="*/ 0 h 946150"/>
              <a:gd name="connsiteX1" fmla="*/ 0 w 4159250"/>
              <a:gd name="connsiteY1" fmla="*/ 946150 h 946150"/>
              <a:gd name="connsiteX2" fmla="*/ 139700 w 4159250"/>
              <a:gd name="connsiteY2" fmla="*/ 946150 h 946150"/>
              <a:gd name="connsiteX3" fmla="*/ 4159250 w 4159250"/>
              <a:gd name="connsiteY3" fmla="*/ 946150 h 946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9250" h="946150">
                <a:moveTo>
                  <a:pt x="0" y="0"/>
                </a:moveTo>
                <a:lnTo>
                  <a:pt x="0" y="946150"/>
                </a:lnTo>
                <a:lnTo>
                  <a:pt x="139700" y="946150"/>
                </a:lnTo>
                <a:lnTo>
                  <a:pt x="4159250" y="946150"/>
                </a:lnTo>
              </a:path>
            </a:pathLst>
          </a:custGeom>
          <a:ln w="19050">
            <a:solidFill>
              <a:srgbClr val="C0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64B8DD9-CD82-8C90-724A-A746478FA639}"/>
              </a:ext>
            </a:extLst>
          </p:cNvPr>
          <p:cNvGrpSpPr/>
          <p:nvPr/>
        </p:nvGrpSpPr>
        <p:grpSpPr>
          <a:xfrm>
            <a:off x="5420958" y="3522755"/>
            <a:ext cx="1357082" cy="1167636"/>
            <a:chOff x="5474541" y="4420962"/>
            <a:chExt cx="1357082" cy="1167636"/>
          </a:xfrm>
        </p:grpSpPr>
        <p:sp>
          <p:nvSpPr>
            <p:cNvPr id="7" name="구름 6">
              <a:extLst>
                <a:ext uri="{FF2B5EF4-FFF2-40B4-BE49-F238E27FC236}">
                  <a16:creationId xmlns:a16="http://schemas.microsoft.com/office/drawing/2014/main" id="{86A2D494-045A-76BF-0A1F-712D19B4466E}"/>
                </a:ext>
              </a:extLst>
            </p:cNvPr>
            <p:cNvSpPr/>
            <p:nvPr/>
          </p:nvSpPr>
          <p:spPr>
            <a:xfrm>
              <a:off x="5474541" y="4420962"/>
              <a:ext cx="1357082" cy="1167636"/>
            </a:xfrm>
            <a:prstGeom prst="cloud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FDC52CE-34BF-2707-5007-6156041DB366}"/>
                </a:ext>
              </a:extLst>
            </p:cNvPr>
            <p:cNvSpPr txBox="1"/>
            <p:nvPr/>
          </p:nvSpPr>
          <p:spPr>
            <a:xfrm>
              <a:off x="5557360" y="4522119"/>
              <a:ext cx="1136850" cy="891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200" b="1" dirty="0">
                  <a:solidFill>
                    <a:schemeClr val="bg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Enterprise To</a:t>
              </a:r>
            </a:p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200" b="1" dirty="0">
                  <a:solidFill>
                    <a:schemeClr val="bg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Eon Mode</a:t>
              </a:r>
            </a:p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200" b="1" dirty="0">
                  <a:solidFill>
                    <a:schemeClr val="bg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전환 기능 제공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26995DC-2113-6846-4CB9-F588D02B89DF}"/>
              </a:ext>
            </a:extLst>
          </p:cNvPr>
          <p:cNvGrpSpPr/>
          <p:nvPr/>
        </p:nvGrpSpPr>
        <p:grpSpPr>
          <a:xfrm>
            <a:off x="9131871" y="3804614"/>
            <a:ext cx="1088030" cy="965240"/>
            <a:chOff x="8356419" y="4586597"/>
            <a:chExt cx="1498813" cy="132966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9EAD8B2-B717-F21C-7274-DC6C1B179956}"/>
                </a:ext>
              </a:extLst>
            </p:cNvPr>
            <p:cNvGrpSpPr/>
            <p:nvPr/>
          </p:nvGrpSpPr>
          <p:grpSpPr>
            <a:xfrm>
              <a:off x="8356419" y="4586597"/>
              <a:ext cx="1498813" cy="1329666"/>
              <a:chOff x="4954101" y="4260416"/>
              <a:chExt cx="1276330" cy="1132291"/>
            </a:xfrm>
          </p:grpSpPr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86626A0A-16FF-B425-32EA-207C503D2EF4}"/>
                  </a:ext>
                </a:extLst>
              </p:cNvPr>
              <p:cNvSpPr/>
              <p:nvPr/>
            </p:nvSpPr>
            <p:spPr>
              <a:xfrm>
                <a:off x="5160245" y="5103145"/>
                <a:ext cx="856196" cy="28956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사다리꼴 61">
                <a:extLst>
                  <a:ext uri="{FF2B5EF4-FFF2-40B4-BE49-F238E27FC236}">
                    <a16:creationId xmlns:a16="http://schemas.microsoft.com/office/drawing/2014/main" id="{88368D7D-2FD2-C95C-D57A-2C7B1F7418DB}"/>
                  </a:ext>
                </a:extLst>
              </p:cNvPr>
              <p:cNvSpPr/>
              <p:nvPr/>
            </p:nvSpPr>
            <p:spPr>
              <a:xfrm rot="10800000">
                <a:off x="4954101" y="4405196"/>
                <a:ext cx="1268314" cy="863331"/>
              </a:xfrm>
              <a:prstGeom prst="trapezoid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E861BBCD-F3A7-D668-3258-FEE6FED5E973}"/>
                  </a:ext>
                </a:extLst>
              </p:cNvPr>
              <p:cNvSpPr/>
              <p:nvPr/>
            </p:nvSpPr>
            <p:spPr>
              <a:xfrm>
                <a:off x="4954102" y="4260416"/>
                <a:ext cx="1276329" cy="28956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F5F6F48-E029-AE96-CBC5-AD0ED58E89A2}"/>
                </a:ext>
              </a:extLst>
            </p:cNvPr>
            <p:cNvSpPr txBox="1"/>
            <p:nvPr/>
          </p:nvSpPr>
          <p:spPr>
            <a:xfrm>
              <a:off x="8761076" y="5149665"/>
              <a:ext cx="66396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Object</a:t>
              </a:r>
              <a:br>
                <a:rPr lang="en-GB" sz="1200" b="1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Store</a:t>
              </a:r>
            </a:p>
          </p:txBody>
        </p:sp>
      </p:grp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76E4181-8E25-EF90-93E5-49C883218748}"/>
              </a:ext>
            </a:extLst>
          </p:cNvPr>
          <p:cNvCxnSpPr>
            <a:cxnSpLocks/>
          </p:cNvCxnSpPr>
          <p:nvPr/>
        </p:nvCxnSpPr>
        <p:spPr>
          <a:xfrm>
            <a:off x="8339613" y="3252265"/>
            <a:ext cx="1199255" cy="688458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4C698CC1-C8D4-6EFF-A8A0-D1EB2A85EFFD}"/>
              </a:ext>
            </a:extLst>
          </p:cNvPr>
          <p:cNvCxnSpPr>
            <a:cxnSpLocks/>
          </p:cNvCxnSpPr>
          <p:nvPr/>
        </p:nvCxnSpPr>
        <p:spPr>
          <a:xfrm>
            <a:off x="9747638" y="3236275"/>
            <a:ext cx="0" cy="704448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79C8522-90F8-DC2D-3EDF-27A1B4E5E345}"/>
              </a:ext>
            </a:extLst>
          </p:cNvPr>
          <p:cNvCxnSpPr>
            <a:cxnSpLocks/>
          </p:cNvCxnSpPr>
          <p:nvPr/>
        </p:nvCxnSpPr>
        <p:spPr>
          <a:xfrm flipH="1">
            <a:off x="9956041" y="3216307"/>
            <a:ext cx="1147434" cy="734489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0AA9BD6-3E6C-F661-D622-4C6718309B12}"/>
              </a:ext>
            </a:extLst>
          </p:cNvPr>
          <p:cNvGrpSpPr/>
          <p:nvPr/>
        </p:nvGrpSpPr>
        <p:grpSpPr>
          <a:xfrm>
            <a:off x="938127" y="1820140"/>
            <a:ext cx="3722390" cy="1111420"/>
            <a:chOff x="816494" y="2113760"/>
            <a:chExt cx="3722390" cy="1111420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79283F7F-D531-5F53-A69F-E5C61B90B21A}"/>
                </a:ext>
              </a:extLst>
            </p:cNvPr>
            <p:cNvSpPr/>
            <p:nvPr/>
          </p:nvSpPr>
          <p:spPr>
            <a:xfrm>
              <a:off x="816494" y="2116588"/>
              <a:ext cx="933252" cy="1108592"/>
            </a:xfrm>
            <a:prstGeom prst="roundRect">
              <a:avLst/>
            </a:prstGeom>
            <a:solidFill>
              <a:srgbClr val="3838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/>
                <a:t>Node</a:t>
              </a:r>
              <a:endParaRPr lang="en-GB" sz="1200" b="1" dirty="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52ABA8FD-B491-28BA-222A-43D27A33022D}"/>
                </a:ext>
              </a:extLst>
            </p:cNvPr>
            <p:cNvGrpSpPr/>
            <p:nvPr/>
          </p:nvGrpSpPr>
          <p:grpSpPr>
            <a:xfrm>
              <a:off x="1203949" y="2668056"/>
              <a:ext cx="492069" cy="492079"/>
              <a:chOff x="2387600" y="2876550"/>
              <a:chExt cx="514349" cy="731400"/>
            </a:xfrm>
            <a:solidFill>
              <a:srgbClr val="383848"/>
            </a:solidFill>
          </p:grpSpPr>
          <p:sp>
            <p:nvSpPr>
              <p:cNvPr id="102" name="원통형 101">
                <a:extLst>
                  <a:ext uri="{FF2B5EF4-FFF2-40B4-BE49-F238E27FC236}">
                    <a16:creationId xmlns:a16="http://schemas.microsoft.com/office/drawing/2014/main" id="{5DA53243-CB32-FE56-E5EF-E51B5D04B6F8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4" name="원통형 103">
                <a:extLst>
                  <a:ext uri="{FF2B5EF4-FFF2-40B4-BE49-F238E27FC236}">
                    <a16:creationId xmlns:a16="http://schemas.microsoft.com/office/drawing/2014/main" id="{DED90100-B848-D44C-90AA-2D103D2F8CD9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1" name="원통형 110">
                <a:extLst>
                  <a:ext uri="{FF2B5EF4-FFF2-40B4-BE49-F238E27FC236}">
                    <a16:creationId xmlns:a16="http://schemas.microsoft.com/office/drawing/2014/main" id="{92C15E65-B51F-6A3A-0018-E23A24C59B85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9AC7FE91-D5E8-06B0-6588-A8192798A0D7}"/>
                </a:ext>
              </a:extLst>
            </p:cNvPr>
            <p:cNvSpPr/>
            <p:nvPr/>
          </p:nvSpPr>
          <p:spPr>
            <a:xfrm>
              <a:off x="2211063" y="2113760"/>
              <a:ext cx="933252" cy="1108592"/>
            </a:xfrm>
            <a:prstGeom prst="roundRect">
              <a:avLst/>
            </a:prstGeom>
            <a:solidFill>
              <a:srgbClr val="3838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Node</a:t>
              </a:r>
              <a:endParaRPr lang="en-GB" sz="1200" b="1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6883DAED-0F65-3718-3DA1-8A33730BF52A}"/>
                </a:ext>
              </a:extLst>
            </p:cNvPr>
            <p:cNvGrpSpPr/>
            <p:nvPr/>
          </p:nvGrpSpPr>
          <p:grpSpPr>
            <a:xfrm>
              <a:off x="2598518" y="2665228"/>
              <a:ext cx="492069" cy="492079"/>
              <a:chOff x="2387600" y="2876550"/>
              <a:chExt cx="514349" cy="731400"/>
            </a:xfrm>
            <a:solidFill>
              <a:srgbClr val="383848"/>
            </a:solidFill>
          </p:grpSpPr>
          <p:sp>
            <p:nvSpPr>
              <p:cNvPr id="93" name="원통형 92">
                <a:extLst>
                  <a:ext uri="{FF2B5EF4-FFF2-40B4-BE49-F238E27FC236}">
                    <a16:creationId xmlns:a16="http://schemas.microsoft.com/office/drawing/2014/main" id="{1FB2E32D-39AE-FAEC-6D4D-6EFB83D32456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0" name="원통형 99">
                <a:extLst>
                  <a:ext uri="{FF2B5EF4-FFF2-40B4-BE49-F238E27FC236}">
                    <a16:creationId xmlns:a16="http://schemas.microsoft.com/office/drawing/2014/main" id="{95473A7C-484E-30B6-1901-21C7A7767775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1" name="원통형 100">
                <a:extLst>
                  <a:ext uri="{FF2B5EF4-FFF2-40B4-BE49-F238E27FC236}">
                    <a16:creationId xmlns:a16="http://schemas.microsoft.com/office/drawing/2014/main" id="{D4EA8B9D-9CA3-A542-954E-94FF4D33668B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CA5D9E1B-7166-4A57-F7F9-E9057F61EAE4}"/>
                </a:ext>
              </a:extLst>
            </p:cNvPr>
            <p:cNvSpPr/>
            <p:nvPr/>
          </p:nvSpPr>
          <p:spPr>
            <a:xfrm>
              <a:off x="3605632" y="2113760"/>
              <a:ext cx="933252" cy="1108592"/>
            </a:xfrm>
            <a:prstGeom prst="roundRect">
              <a:avLst/>
            </a:prstGeom>
            <a:solidFill>
              <a:srgbClr val="3838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Node</a:t>
              </a:r>
              <a:endParaRPr lang="en-GB" sz="1200" b="1" dirty="0"/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001140DC-75CF-2857-FC60-95275523DEFC}"/>
                </a:ext>
              </a:extLst>
            </p:cNvPr>
            <p:cNvGrpSpPr/>
            <p:nvPr/>
          </p:nvGrpSpPr>
          <p:grpSpPr>
            <a:xfrm>
              <a:off x="3993086" y="2665228"/>
              <a:ext cx="492069" cy="492079"/>
              <a:chOff x="2387600" y="2876550"/>
              <a:chExt cx="514349" cy="731400"/>
            </a:xfrm>
            <a:solidFill>
              <a:srgbClr val="383848"/>
            </a:solidFill>
          </p:grpSpPr>
          <p:sp>
            <p:nvSpPr>
              <p:cNvPr id="74" name="원통형 73">
                <a:extLst>
                  <a:ext uri="{FF2B5EF4-FFF2-40B4-BE49-F238E27FC236}">
                    <a16:creationId xmlns:a16="http://schemas.microsoft.com/office/drawing/2014/main" id="{17EC721D-8ADC-B449-0C44-A538B7BE6C02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원통형 74">
                <a:extLst>
                  <a:ext uri="{FF2B5EF4-FFF2-40B4-BE49-F238E27FC236}">
                    <a16:creationId xmlns:a16="http://schemas.microsoft.com/office/drawing/2014/main" id="{3EABD59A-6E68-A499-0298-37E36DEE98CC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원통형 75">
                <a:extLst>
                  <a:ext uri="{FF2B5EF4-FFF2-40B4-BE49-F238E27FC236}">
                    <a16:creationId xmlns:a16="http://schemas.microsoft.com/office/drawing/2014/main" id="{AC45408D-EEDC-955B-B47A-BBE5D4086D15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592B18B-C437-E4DB-F79D-52150901541B}"/>
                </a:ext>
              </a:extLst>
            </p:cNvPr>
            <p:cNvSpPr txBox="1"/>
            <p:nvPr/>
          </p:nvSpPr>
          <p:spPr>
            <a:xfrm>
              <a:off x="1221270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49607B4-EA5A-B107-4514-62441AC598AC}"/>
                </a:ext>
              </a:extLst>
            </p:cNvPr>
            <p:cNvSpPr txBox="1"/>
            <p:nvPr/>
          </p:nvSpPr>
          <p:spPr>
            <a:xfrm>
              <a:off x="4016904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6A012EC-F91F-4020-2F53-99190E1D5708}"/>
                </a:ext>
              </a:extLst>
            </p:cNvPr>
            <p:cNvSpPr txBox="1"/>
            <p:nvPr/>
          </p:nvSpPr>
          <p:spPr>
            <a:xfrm>
              <a:off x="2621543" y="2812405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66812941-4462-CE12-8F2E-6C8C76FD3149}"/>
                </a:ext>
              </a:extLst>
            </p:cNvPr>
            <p:cNvCxnSpPr>
              <a:cxnSpLocks/>
              <a:stCxn id="27" idx="3"/>
              <a:endCxn id="30" idx="1"/>
            </p:cNvCxnSpPr>
            <p:nvPr/>
          </p:nvCxnSpPr>
          <p:spPr>
            <a:xfrm flipV="1">
              <a:off x="1749746" y="26680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rgbClr val="3838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52BB9C8D-C277-BF94-4002-6DDE5C977B76}"/>
                </a:ext>
              </a:extLst>
            </p:cNvPr>
            <p:cNvCxnSpPr/>
            <p:nvPr/>
          </p:nvCxnSpPr>
          <p:spPr>
            <a:xfrm flipV="1">
              <a:off x="3150681" y="2661642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rgbClr val="3838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155EDDFB-58D5-747D-9CE5-DFE7AD105A28}"/>
              </a:ext>
            </a:extLst>
          </p:cNvPr>
          <p:cNvSpPr/>
          <p:nvPr/>
        </p:nvSpPr>
        <p:spPr>
          <a:xfrm>
            <a:off x="1293822" y="2137774"/>
            <a:ext cx="933252" cy="1108592"/>
          </a:xfrm>
          <a:prstGeom prst="roundRect">
            <a:avLst/>
          </a:prstGeom>
          <a:solidFill>
            <a:srgbClr val="38384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/>
              <a:t>Node</a:t>
            </a:r>
            <a:endParaRPr lang="en-GB" sz="1200" b="1" dirty="0"/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435F1E24-E14E-C0A1-702C-0FC478D47A5B}"/>
              </a:ext>
            </a:extLst>
          </p:cNvPr>
          <p:cNvGrpSpPr/>
          <p:nvPr/>
        </p:nvGrpSpPr>
        <p:grpSpPr>
          <a:xfrm>
            <a:off x="1681277" y="2689242"/>
            <a:ext cx="492069" cy="492079"/>
            <a:chOff x="2387600" y="2876550"/>
            <a:chExt cx="514349" cy="731400"/>
          </a:xfrm>
          <a:solidFill>
            <a:srgbClr val="383848"/>
          </a:solidFill>
        </p:grpSpPr>
        <p:sp>
          <p:nvSpPr>
            <p:cNvPr id="114" name="원통형 113">
              <a:extLst>
                <a:ext uri="{FF2B5EF4-FFF2-40B4-BE49-F238E27FC236}">
                  <a16:creationId xmlns:a16="http://schemas.microsoft.com/office/drawing/2014/main" id="{DB405D81-0182-8E0D-E586-9CF84FB27D03}"/>
                </a:ext>
              </a:extLst>
            </p:cNvPr>
            <p:cNvSpPr/>
            <p:nvPr/>
          </p:nvSpPr>
          <p:spPr>
            <a:xfrm>
              <a:off x="2387600" y="33337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" name="원통형 114">
              <a:extLst>
                <a:ext uri="{FF2B5EF4-FFF2-40B4-BE49-F238E27FC236}">
                  <a16:creationId xmlns:a16="http://schemas.microsoft.com/office/drawing/2014/main" id="{D564E588-FE7A-73E1-E1E5-487EEDEE71E2}"/>
                </a:ext>
              </a:extLst>
            </p:cNvPr>
            <p:cNvSpPr/>
            <p:nvPr/>
          </p:nvSpPr>
          <p:spPr>
            <a:xfrm>
              <a:off x="2387600" y="31051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6" name="원통형 115">
              <a:extLst>
                <a:ext uri="{FF2B5EF4-FFF2-40B4-BE49-F238E27FC236}">
                  <a16:creationId xmlns:a16="http://schemas.microsoft.com/office/drawing/2014/main" id="{FEAFBBC9-F920-8F4F-6980-D6325D5C0500}"/>
                </a:ext>
              </a:extLst>
            </p:cNvPr>
            <p:cNvSpPr/>
            <p:nvPr/>
          </p:nvSpPr>
          <p:spPr>
            <a:xfrm>
              <a:off x="2387600" y="28765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F5B409B4-1585-818D-241E-D6386FB81F81}"/>
              </a:ext>
            </a:extLst>
          </p:cNvPr>
          <p:cNvSpPr/>
          <p:nvPr/>
        </p:nvSpPr>
        <p:spPr>
          <a:xfrm>
            <a:off x="2688391" y="2134946"/>
            <a:ext cx="933252" cy="1108592"/>
          </a:xfrm>
          <a:prstGeom prst="roundRect">
            <a:avLst/>
          </a:prstGeom>
          <a:solidFill>
            <a:srgbClr val="38384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Node</a:t>
            </a:r>
            <a:endParaRPr lang="en-GB" sz="1200" b="1" dirty="0"/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3DF61E37-7A63-937D-BB5A-847B73E2D34B}"/>
              </a:ext>
            </a:extLst>
          </p:cNvPr>
          <p:cNvSpPr/>
          <p:nvPr/>
        </p:nvSpPr>
        <p:spPr>
          <a:xfrm>
            <a:off x="4082960" y="2134946"/>
            <a:ext cx="933252" cy="1108592"/>
          </a:xfrm>
          <a:prstGeom prst="roundRect">
            <a:avLst/>
          </a:prstGeom>
          <a:solidFill>
            <a:srgbClr val="38384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Node</a:t>
            </a:r>
            <a:endParaRPr lang="en-GB" sz="1200" b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514F8E8-235B-5B97-441A-5E981651E64B}"/>
              </a:ext>
            </a:extLst>
          </p:cNvPr>
          <p:cNvSpPr txBox="1"/>
          <p:nvPr/>
        </p:nvSpPr>
        <p:spPr>
          <a:xfrm>
            <a:off x="1608030" y="2846027"/>
            <a:ext cx="643125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bg1"/>
                </a:solidFill>
              </a:rPr>
              <a:t>Database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73EC924-3E8E-567A-3ED8-447478B06118}"/>
              </a:ext>
            </a:extLst>
          </p:cNvPr>
          <p:cNvCxnSpPr>
            <a:cxnSpLocks/>
            <a:stCxn id="112" idx="3"/>
            <a:endCxn id="117" idx="1"/>
          </p:cNvCxnSpPr>
          <p:nvPr/>
        </p:nvCxnSpPr>
        <p:spPr>
          <a:xfrm flipV="1">
            <a:off x="2227074" y="2689242"/>
            <a:ext cx="461317" cy="2828"/>
          </a:xfrm>
          <a:prstGeom prst="line">
            <a:avLst/>
          </a:prstGeom>
          <a:solidFill>
            <a:srgbClr val="0079EF"/>
          </a:solidFill>
          <a:ln>
            <a:solidFill>
              <a:srgbClr val="3838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FBDCF585-EA93-C1DB-3901-00A2C9E55835}"/>
              </a:ext>
            </a:extLst>
          </p:cNvPr>
          <p:cNvCxnSpPr/>
          <p:nvPr/>
        </p:nvCxnSpPr>
        <p:spPr>
          <a:xfrm flipV="1">
            <a:off x="3628009" y="2682828"/>
            <a:ext cx="461317" cy="2828"/>
          </a:xfrm>
          <a:prstGeom prst="line">
            <a:avLst/>
          </a:prstGeom>
          <a:solidFill>
            <a:srgbClr val="0079EF"/>
          </a:solidFill>
          <a:ln>
            <a:solidFill>
              <a:srgbClr val="3838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43C54E8F-5D2A-659E-700E-B2FBD3A8D13E}"/>
              </a:ext>
            </a:extLst>
          </p:cNvPr>
          <p:cNvGrpSpPr/>
          <p:nvPr/>
        </p:nvGrpSpPr>
        <p:grpSpPr>
          <a:xfrm>
            <a:off x="3071171" y="2689242"/>
            <a:ext cx="492069" cy="492079"/>
            <a:chOff x="2387600" y="2876550"/>
            <a:chExt cx="514349" cy="731400"/>
          </a:xfrm>
          <a:solidFill>
            <a:srgbClr val="383848"/>
          </a:solidFill>
        </p:grpSpPr>
        <p:sp>
          <p:nvSpPr>
            <p:cNvPr id="123" name="원통형 122">
              <a:extLst>
                <a:ext uri="{FF2B5EF4-FFF2-40B4-BE49-F238E27FC236}">
                  <a16:creationId xmlns:a16="http://schemas.microsoft.com/office/drawing/2014/main" id="{D2C7C4A9-ABE4-4A08-EAB3-F54F79EC2FFB}"/>
                </a:ext>
              </a:extLst>
            </p:cNvPr>
            <p:cNvSpPr/>
            <p:nvPr/>
          </p:nvSpPr>
          <p:spPr>
            <a:xfrm>
              <a:off x="2387600" y="33337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4" name="원통형 123">
              <a:extLst>
                <a:ext uri="{FF2B5EF4-FFF2-40B4-BE49-F238E27FC236}">
                  <a16:creationId xmlns:a16="http://schemas.microsoft.com/office/drawing/2014/main" id="{C87DEA51-6BCB-2822-4620-F90C45635CA4}"/>
                </a:ext>
              </a:extLst>
            </p:cNvPr>
            <p:cNvSpPr/>
            <p:nvPr/>
          </p:nvSpPr>
          <p:spPr>
            <a:xfrm>
              <a:off x="2387600" y="31051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5" name="원통형 124">
              <a:extLst>
                <a:ext uri="{FF2B5EF4-FFF2-40B4-BE49-F238E27FC236}">
                  <a16:creationId xmlns:a16="http://schemas.microsoft.com/office/drawing/2014/main" id="{66955898-BACD-3BD3-2BA3-E4C10191D2AB}"/>
                </a:ext>
              </a:extLst>
            </p:cNvPr>
            <p:cNvSpPr/>
            <p:nvPr/>
          </p:nvSpPr>
          <p:spPr>
            <a:xfrm>
              <a:off x="2387600" y="28765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6EB0FCDB-50BC-603F-DD98-B87F3487E203}"/>
              </a:ext>
            </a:extLst>
          </p:cNvPr>
          <p:cNvSpPr txBox="1"/>
          <p:nvPr/>
        </p:nvSpPr>
        <p:spPr>
          <a:xfrm>
            <a:off x="2997922" y="2846027"/>
            <a:ext cx="64312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0" lang="en-GB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Database</a:t>
            </a:r>
            <a:endParaRPr lang="en-GB" sz="1000" b="1" dirty="0">
              <a:solidFill>
                <a:schemeClr val="bg1"/>
              </a:solidFill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CA4DF54-1482-A636-D508-993AC96AEABA}"/>
              </a:ext>
            </a:extLst>
          </p:cNvPr>
          <p:cNvGrpSpPr/>
          <p:nvPr/>
        </p:nvGrpSpPr>
        <p:grpSpPr>
          <a:xfrm>
            <a:off x="4464149" y="2689242"/>
            <a:ext cx="492069" cy="492079"/>
            <a:chOff x="2387600" y="2876550"/>
            <a:chExt cx="514349" cy="731400"/>
          </a:xfrm>
          <a:solidFill>
            <a:srgbClr val="383848"/>
          </a:solidFill>
        </p:grpSpPr>
        <p:sp>
          <p:nvSpPr>
            <p:cNvPr id="128" name="원통형 127">
              <a:extLst>
                <a:ext uri="{FF2B5EF4-FFF2-40B4-BE49-F238E27FC236}">
                  <a16:creationId xmlns:a16="http://schemas.microsoft.com/office/drawing/2014/main" id="{88B8AA59-68F4-F55D-FD37-77054316535A}"/>
                </a:ext>
              </a:extLst>
            </p:cNvPr>
            <p:cNvSpPr/>
            <p:nvPr/>
          </p:nvSpPr>
          <p:spPr>
            <a:xfrm>
              <a:off x="2387600" y="33337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원통형 128">
              <a:extLst>
                <a:ext uri="{FF2B5EF4-FFF2-40B4-BE49-F238E27FC236}">
                  <a16:creationId xmlns:a16="http://schemas.microsoft.com/office/drawing/2014/main" id="{D3E3844D-DEC7-A507-FA8A-920869EEA76B}"/>
                </a:ext>
              </a:extLst>
            </p:cNvPr>
            <p:cNvSpPr/>
            <p:nvPr/>
          </p:nvSpPr>
          <p:spPr>
            <a:xfrm>
              <a:off x="2387600" y="31051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0" name="원통형 129">
              <a:extLst>
                <a:ext uri="{FF2B5EF4-FFF2-40B4-BE49-F238E27FC236}">
                  <a16:creationId xmlns:a16="http://schemas.microsoft.com/office/drawing/2014/main" id="{62A86689-0CB4-F365-158B-BB1F6AC0577B}"/>
                </a:ext>
              </a:extLst>
            </p:cNvPr>
            <p:cNvSpPr/>
            <p:nvPr/>
          </p:nvSpPr>
          <p:spPr>
            <a:xfrm>
              <a:off x="2387600" y="28765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5676FE0F-7422-C27C-20D2-1E8C5EA65F1C}"/>
              </a:ext>
            </a:extLst>
          </p:cNvPr>
          <p:cNvSpPr txBox="1"/>
          <p:nvPr/>
        </p:nvSpPr>
        <p:spPr>
          <a:xfrm>
            <a:off x="4390900" y="2846027"/>
            <a:ext cx="64312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0" lang="en-GB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Database</a:t>
            </a:r>
            <a:endParaRPr lang="en-GB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72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7E4DC61-048B-7C51-7787-CCFDA10A3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500" dirty="0">
                <a:latin typeface="Calibri" panose="020F0502020204030204" pitchFamily="34" charset="0"/>
                <a:ea typeface="나눔고딕" panose="020D0604000000000000" pitchFamily="50" charset="-127"/>
              </a:rPr>
              <a:t>Separating compute and storage</a:t>
            </a:r>
            <a:endParaRPr lang="ko-KR" altLang="en-US" sz="2500" dirty="0">
              <a:latin typeface="Calibri" panose="020F05020202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3824ED8-2BA9-F8D9-DB5F-6524EF028A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ko-KR" smtClean="0"/>
              <a:t>9</a:t>
            </a:fld>
            <a:endParaRPr lang="ko-KR" altLang="en-US"/>
          </a:p>
        </p:txBody>
      </p:sp>
      <p:sp>
        <p:nvSpPr>
          <p:cNvPr id="23" name="제목 2">
            <a:extLst>
              <a:ext uri="{FF2B5EF4-FFF2-40B4-BE49-F238E27FC236}">
                <a16:creationId xmlns:a16="http://schemas.microsoft.com/office/drawing/2014/main" id="{009265FB-3615-3D4B-9FE5-13A8FD3C3168}"/>
              </a:ext>
            </a:extLst>
          </p:cNvPr>
          <p:cNvSpPr txBox="1">
            <a:spLocks/>
          </p:cNvSpPr>
          <p:nvPr/>
        </p:nvSpPr>
        <p:spPr bwMode="auto">
          <a:xfrm>
            <a:off x="457199" y="862556"/>
            <a:ext cx="11277601" cy="30041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2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5pPr>
            <a:lvl6pPr marL="609562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6pPr>
            <a:lvl7pPr marL="1219124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7pPr>
            <a:lvl8pPr marL="1828686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8pPr>
            <a:lvl9pPr marL="2438248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9pPr>
          </a:lstStyle>
          <a:p>
            <a:pPr>
              <a:buClrTx/>
              <a:buSzTx/>
              <a:buFontTx/>
            </a:pP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나눔고딕" panose="020D0604000000000000" pitchFamily="50" charset="-127"/>
              </a:rPr>
              <a:t>What it means, and why it’s important for databases</a:t>
            </a:r>
            <a:endParaRPr lang="ko-KR" altLang="en-US" sz="18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나눔고딕" panose="020D0604000000000000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FFD5F9E-A920-DC96-669D-36BAE7197425}"/>
              </a:ext>
            </a:extLst>
          </p:cNvPr>
          <p:cNvGrpSpPr/>
          <p:nvPr/>
        </p:nvGrpSpPr>
        <p:grpSpPr>
          <a:xfrm>
            <a:off x="804798" y="2205038"/>
            <a:ext cx="4853968" cy="1454914"/>
            <a:chOff x="7543216" y="2119689"/>
            <a:chExt cx="3722390" cy="11157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8EBB3DF4-974C-08EC-C694-50861B59B031}"/>
                </a:ext>
              </a:extLst>
            </p:cNvPr>
            <p:cNvSpPr/>
            <p:nvPr/>
          </p:nvSpPr>
          <p:spPr>
            <a:xfrm>
              <a:off x="7543216" y="2119689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Compute</a:t>
              </a:r>
              <a:br>
                <a:rPr lang="en-US" altLang="ko-KR" sz="1200" b="1" dirty="0">
                  <a:solidFill>
                    <a:schemeClr val="bg1"/>
                  </a:solidFill>
                </a:rPr>
              </a:br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altLang="ko-KR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65E6CC6C-9EF3-6C12-7AD4-D25D2B555657}"/>
                </a:ext>
              </a:extLst>
            </p:cNvPr>
            <p:cNvSpPr/>
            <p:nvPr/>
          </p:nvSpPr>
          <p:spPr>
            <a:xfrm>
              <a:off x="8960641" y="2126836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Compute</a:t>
              </a:r>
              <a:br>
                <a:rPr lang="en-US" altLang="ko-KR" sz="1200" b="1" dirty="0">
                  <a:solidFill>
                    <a:schemeClr val="bg1"/>
                  </a:solidFill>
                </a:rPr>
              </a:br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altLang="ko-KR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7464979F-7D75-8AD0-1F7B-DCFA5DEE1CD3}"/>
                </a:ext>
              </a:extLst>
            </p:cNvPr>
            <p:cNvSpPr/>
            <p:nvPr/>
          </p:nvSpPr>
          <p:spPr>
            <a:xfrm>
              <a:off x="10332354" y="2119689"/>
              <a:ext cx="933252" cy="1108591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Compute</a:t>
              </a:r>
              <a:br>
                <a:rPr lang="en-US" altLang="ko-KR" sz="1200" b="1" dirty="0">
                  <a:solidFill>
                    <a:schemeClr val="bg1"/>
                  </a:solidFill>
                </a:rPr>
              </a:br>
              <a:r>
                <a:rPr lang="en-US" altLang="ko-KR" sz="1200" b="1" dirty="0">
                  <a:solidFill>
                    <a:schemeClr val="bg1"/>
                  </a:solidFill>
                </a:rPr>
                <a:t>Node</a:t>
              </a:r>
              <a:endParaRPr lang="en-GB" sz="1200" b="1" dirty="0">
                <a:solidFill>
                  <a:schemeClr val="bg1"/>
                </a:solidFill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288A6CDA-7156-B407-546C-A3BAF4151E32}"/>
                </a:ext>
              </a:extLst>
            </p:cNvPr>
            <p:cNvCxnSpPr/>
            <p:nvPr/>
          </p:nvCxnSpPr>
          <p:spPr>
            <a:xfrm flipV="1">
              <a:off x="8482834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24952626-94E5-33DC-4A27-2EC8ABEA64C2}"/>
                </a:ext>
              </a:extLst>
            </p:cNvPr>
            <p:cNvCxnSpPr/>
            <p:nvPr/>
          </p:nvCxnSpPr>
          <p:spPr>
            <a:xfrm flipV="1">
              <a:off x="9885247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4D9DD6B-6AF2-0FBE-FB11-7D9ED76D6FAD}"/>
              </a:ext>
            </a:extLst>
          </p:cNvPr>
          <p:cNvGrpSpPr/>
          <p:nvPr/>
        </p:nvGrpSpPr>
        <p:grpSpPr>
          <a:xfrm>
            <a:off x="2547517" y="4845128"/>
            <a:ext cx="1538838" cy="1365172"/>
            <a:chOff x="8356419" y="4586597"/>
            <a:chExt cx="1498813" cy="132966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39CEC5AA-1D38-BD81-FEB2-5E17A5B3B790}"/>
                </a:ext>
              </a:extLst>
            </p:cNvPr>
            <p:cNvGrpSpPr/>
            <p:nvPr/>
          </p:nvGrpSpPr>
          <p:grpSpPr>
            <a:xfrm>
              <a:off x="8356419" y="4586597"/>
              <a:ext cx="1498813" cy="1329666"/>
              <a:chOff x="4954101" y="4260416"/>
              <a:chExt cx="1276330" cy="1132291"/>
            </a:xfrm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0CBA30FC-B8AF-029D-AB41-CE646A80B3E0}"/>
                  </a:ext>
                </a:extLst>
              </p:cNvPr>
              <p:cNvSpPr/>
              <p:nvPr/>
            </p:nvSpPr>
            <p:spPr>
              <a:xfrm>
                <a:off x="5176971" y="5103145"/>
                <a:ext cx="824248" cy="28956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사다리꼴 62">
                <a:extLst>
                  <a:ext uri="{FF2B5EF4-FFF2-40B4-BE49-F238E27FC236}">
                    <a16:creationId xmlns:a16="http://schemas.microsoft.com/office/drawing/2014/main" id="{1C76FFF5-F9C4-FF0D-8A59-3E8863614E0B}"/>
                  </a:ext>
                </a:extLst>
              </p:cNvPr>
              <p:cNvSpPr/>
              <p:nvPr/>
            </p:nvSpPr>
            <p:spPr>
              <a:xfrm rot="10800000">
                <a:off x="4954101" y="4405196"/>
                <a:ext cx="1268314" cy="863331"/>
              </a:xfrm>
              <a:prstGeom prst="trapezoid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6AF471E5-897A-BCA3-2D5F-BA7705B90A06}"/>
                  </a:ext>
                </a:extLst>
              </p:cNvPr>
              <p:cNvSpPr/>
              <p:nvPr/>
            </p:nvSpPr>
            <p:spPr>
              <a:xfrm>
                <a:off x="4954102" y="4260416"/>
                <a:ext cx="1276329" cy="28956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6909F57-5B9B-5AF7-D788-379EE4873F7E}"/>
                </a:ext>
              </a:extLst>
            </p:cNvPr>
            <p:cNvSpPr txBox="1"/>
            <p:nvPr/>
          </p:nvSpPr>
          <p:spPr>
            <a:xfrm>
              <a:off x="8761076" y="5149665"/>
              <a:ext cx="66396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b="1" dirty="0"/>
                <a:t>Object</a:t>
              </a:r>
              <a:br>
                <a:rPr lang="en-GB" sz="1200" b="1" dirty="0"/>
              </a:br>
              <a:r>
                <a:rPr lang="en-GB" sz="1200" b="1" dirty="0"/>
                <a:t>Store</a:t>
              </a:r>
            </a:p>
          </p:txBody>
        </p:sp>
      </p:grp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41B8CA33-5CE0-71DB-6CF8-F6C6BEDD05A3}"/>
              </a:ext>
            </a:extLst>
          </p:cNvPr>
          <p:cNvCxnSpPr/>
          <p:nvPr/>
        </p:nvCxnSpPr>
        <p:spPr>
          <a:xfrm>
            <a:off x="804798" y="4273550"/>
            <a:ext cx="4935602" cy="0"/>
          </a:xfrm>
          <a:prstGeom prst="line">
            <a:avLst/>
          </a:prstGeom>
          <a:ln w="28575">
            <a:solidFill>
              <a:schemeClr val="bg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4E9A990C-CB9A-FBED-31CC-5B5AE4C82AA1}"/>
              </a:ext>
            </a:extLst>
          </p:cNvPr>
          <p:cNvGrpSpPr/>
          <p:nvPr/>
        </p:nvGrpSpPr>
        <p:grpSpPr>
          <a:xfrm>
            <a:off x="6592453" y="1162972"/>
            <a:ext cx="4717192" cy="1462293"/>
            <a:chOff x="1169553" y="1873127"/>
            <a:chExt cx="4717192" cy="1462293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CBDF8A46-6203-AA0D-3C87-E9FB30601232}"/>
                </a:ext>
              </a:extLst>
            </p:cNvPr>
            <p:cNvGrpSpPr/>
            <p:nvPr/>
          </p:nvGrpSpPr>
          <p:grpSpPr>
            <a:xfrm>
              <a:off x="1169553" y="2060848"/>
              <a:ext cx="1656126" cy="1205055"/>
              <a:chOff x="1216755" y="2345219"/>
              <a:chExt cx="1656126" cy="1205055"/>
            </a:xfrm>
          </p:grpSpPr>
          <p:pic>
            <p:nvPicPr>
              <p:cNvPr id="71" name="Picture 11" descr="Sandbox Software – In the Cloud | FortiSandbox Cloud">
                <a:extLst>
                  <a:ext uri="{FF2B5EF4-FFF2-40B4-BE49-F238E27FC236}">
                    <a16:creationId xmlns:a16="http://schemas.microsoft.com/office/drawing/2014/main" id="{73BBF3D0-6B40-E280-BA30-1E77B5C4F4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6755" y="2345219"/>
                <a:ext cx="1656126" cy="10420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C09C8C9-A895-DB4C-5FA8-563384B6CAC7}"/>
                  </a:ext>
                </a:extLst>
              </p:cNvPr>
              <p:cNvSpPr txBox="1"/>
              <p:nvPr/>
            </p:nvSpPr>
            <p:spPr>
              <a:xfrm>
                <a:off x="1516444" y="3227109"/>
                <a:ext cx="184731" cy="323165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t" anchorCtr="0">
                <a:spAutoFit/>
              </a:bodyPr>
              <a:lstStyle/>
              <a:p>
                <a:pPr algn="l"/>
                <a:endParaRPr lang="en-GB" sz="1500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70" name="Google Shape;2446;p149">
              <a:extLst>
                <a:ext uri="{FF2B5EF4-FFF2-40B4-BE49-F238E27FC236}">
                  <a16:creationId xmlns:a16="http://schemas.microsoft.com/office/drawing/2014/main" id="{4938CBF8-F799-A601-7095-BFCA4965F95D}"/>
                </a:ext>
              </a:extLst>
            </p:cNvPr>
            <p:cNvSpPr/>
            <p:nvPr/>
          </p:nvSpPr>
          <p:spPr>
            <a:xfrm>
              <a:off x="2567608" y="1873127"/>
              <a:ext cx="3319137" cy="1462293"/>
            </a:xfrm>
            <a:prstGeom prst="rect">
              <a:avLst/>
            </a:prstGeom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2000" b="1" dirty="0">
                  <a:solidFill>
                    <a:schemeClr val="bg1"/>
                  </a:solidFill>
                </a:rPr>
                <a:t>Scalability</a:t>
              </a:r>
              <a:endParaRPr lang="en-GB" altLang="ko-KR" sz="2000" b="0" i="0" u="none" strike="noStrike" cap="none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Inter Light"/>
                <a:sym typeface="Inter Light"/>
              </a:endParaRP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400" b="0" i="0" u="none" strike="noStrike" cap="none" dirty="0">
                  <a:solidFill>
                    <a:schemeClr val="lt1"/>
                  </a:solidFill>
                  <a:latin typeface="나눔고딕" pitchFamily="2" charset="-127"/>
                  <a:ea typeface="나눔고딕" pitchFamily="2" charset="-127"/>
                  <a:cs typeface="Inter Light"/>
                  <a:sym typeface="Inter Light"/>
                </a:rPr>
                <a:t>데이터 재분산이나 조정없이 필요 시 즉각적으로 컴퓨팅 확</a:t>
              </a:r>
              <a:r>
                <a:rPr lang="ko-KR" altLang="en-US" sz="1400" dirty="0">
                  <a:solidFill>
                    <a:schemeClr val="lt1"/>
                  </a:solidFill>
                  <a:latin typeface="나눔고딕" pitchFamily="2" charset="-127"/>
                  <a:ea typeface="나눔고딕" pitchFamily="2" charset="-127"/>
                  <a:sym typeface="Inter Light"/>
                </a:rPr>
                <a:t>장</a:t>
              </a: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ko-KR" altLang="en-US" sz="1400" dirty="0">
                <a:solidFill>
                  <a:schemeClr val="lt1"/>
                </a:solidFill>
                <a:latin typeface="나눔고딕" pitchFamily="2" charset="-127"/>
                <a:ea typeface="나눔고딕" pitchFamily="2" charset="-127"/>
                <a:sym typeface="Inter Light"/>
              </a:endParaRP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400" dirty="0">
                  <a:solidFill>
                    <a:schemeClr val="lt1"/>
                  </a:solidFill>
                  <a:latin typeface="나눔고딕" pitchFamily="2" charset="-127"/>
                  <a:ea typeface="나눔고딕" pitchFamily="2" charset="-127"/>
                  <a:sym typeface="Inter"/>
                </a:rPr>
                <a:t>컴퓨팅과 독립적으로 스토리지를 무한 확장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9B28664B-F1BC-B8D6-59AC-5D2C0BACF50E}"/>
              </a:ext>
            </a:extLst>
          </p:cNvPr>
          <p:cNvGrpSpPr/>
          <p:nvPr/>
        </p:nvGrpSpPr>
        <p:grpSpPr>
          <a:xfrm>
            <a:off x="6902405" y="2928805"/>
            <a:ext cx="4423301" cy="1462293"/>
            <a:chOff x="6902405" y="3365758"/>
            <a:chExt cx="4423301" cy="1462293"/>
          </a:xfrm>
        </p:grpSpPr>
        <p:pic>
          <p:nvPicPr>
            <p:cNvPr id="75" name="Picture 8" descr="cost Icon - Free PNG &amp; SVG 930448 - Noun Project">
              <a:extLst>
                <a:ext uri="{FF2B5EF4-FFF2-40B4-BE49-F238E27FC236}">
                  <a16:creationId xmlns:a16="http://schemas.microsoft.com/office/drawing/2014/main" id="{B89FFE28-AD15-4FA1-FDD1-8DF6F47449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2405" y="3544906"/>
              <a:ext cx="1036222" cy="1036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6" name="Google Shape;2446;p149">
              <a:extLst>
                <a:ext uri="{FF2B5EF4-FFF2-40B4-BE49-F238E27FC236}">
                  <a16:creationId xmlns:a16="http://schemas.microsoft.com/office/drawing/2014/main" id="{9BB9995C-3629-CA59-854C-9FDAA5AAD905}"/>
                </a:ext>
              </a:extLst>
            </p:cNvPr>
            <p:cNvSpPr/>
            <p:nvPr/>
          </p:nvSpPr>
          <p:spPr>
            <a:xfrm>
              <a:off x="8006569" y="3365758"/>
              <a:ext cx="3319137" cy="1462293"/>
            </a:xfrm>
            <a:prstGeom prst="rect">
              <a:avLst/>
            </a:prstGeom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altLang="ko-KR" sz="2000" b="1" dirty="0">
                  <a:solidFill>
                    <a:schemeClr val="bg1"/>
                  </a:solidFill>
                </a:rPr>
                <a:t>Cost</a:t>
              </a:r>
              <a:endParaRPr lang="en-GB" altLang="ko-KR" sz="2000" b="0" i="0" u="none" strike="noStrike" cap="none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Inter Light"/>
                <a:sym typeface="Inter Light"/>
              </a:endParaRP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400" b="0" i="0" u="none" strike="noStrike" cap="none" dirty="0">
                  <a:solidFill>
                    <a:schemeClr val="lt1"/>
                  </a:solidFill>
                  <a:latin typeface="나눔고딕" pitchFamily="2" charset="-127"/>
                  <a:ea typeface="나눔고딕" pitchFamily="2" charset="-127"/>
                  <a:cs typeface="Inter Light"/>
                  <a:sym typeface="Inter Light"/>
                </a:rPr>
                <a:t>대용량 데이터를 오브젝트 스토리지에 </a:t>
              </a: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400" b="0" i="0" u="none" strike="noStrike" cap="none" dirty="0">
                  <a:solidFill>
                    <a:schemeClr val="lt1"/>
                  </a:solidFill>
                  <a:latin typeface="나눔고딕" pitchFamily="2" charset="-127"/>
                  <a:ea typeface="나눔고딕" pitchFamily="2" charset="-127"/>
                  <a:cs typeface="Inter Light"/>
                  <a:sym typeface="Inter Light"/>
                </a:rPr>
                <a:t>저장함으로써 스토리지 비용 최적화</a:t>
              </a: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ko-KR" altLang="en-US" sz="1400" b="0" i="0" u="none" strike="noStrike" cap="none" dirty="0">
                <a:solidFill>
                  <a:schemeClr val="lt1"/>
                </a:solidFill>
                <a:latin typeface="나눔고딕" pitchFamily="2" charset="-127"/>
                <a:ea typeface="나눔고딕" pitchFamily="2" charset="-127"/>
                <a:cs typeface="Inter Light"/>
                <a:sym typeface="Inter Light"/>
              </a:endParaRP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400" b="0" i="0" u="none" strike="noStrike" cap="none" dirty="0">
                  <a:solidFill>
                    <a:schemeClr val="lt1"/>
                  </a:solidFill>
                  <a:latin typeface="나눔고딕" pitchFamily="2" charset="-127"/>
                  <a:ea typeface="나눔고딕" pitchFamily="2" charset="-127"/>
                  <a:cs typeface="Inter Light"/>
                  <a:sym typeface="Inter Light"/>
                </a:rPr>
                <a:t>필요한 순간에만 컴퓨팅을 활용함으로써 </a:t>
              </a: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400" b="0" i="0" u="none" strike="noStrike" cap="none" dirty="0">
                  <a:solidFill>
                    <a:schemeClr val="lt1"/>
                  </a:solidFill>
                  <a:latin typeface="나눔고딕" pitchFamily="2" charset="-127"/>
                  <a:ea typeface="나눔고딕" pitchFamily="2" charset="-127"/>
                  <a:cs typeface="Inter Light"/>
                  <a:sym typeface="Inter Light"/>
                </a:rPr>
                <a:t>효율적인 컴퓨팅 비용 제공</a:t>
              </a: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ko-KR" altLang="en-US" sz="1400" dirty="0">
                <a:solidFill>
                  <a:schemeClr val="lt1"/>
                </a:solidFill>
                <a:latin typeface="나눔고딕" pitchFamily="2" charset="-127"/>
                <a:ea typeface="나눔고딕" pitchFamily="2" charset="-127"/>
                <a:sym typeface="Inter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64C174D6-5033-9A82-D64E-B8503AA40BA6}"/>
              </a:ext>
            </a:extLst>
          </p:cNvPr>
          <p:cNvGrpSpPr/>
          <p:nvPr/>
        </p:nvGrpSpPr>
        <p:grpSpPr>
          <a:xfrm>
            <a:off x="6848369" y="4899189"/>
            <a:ext cx="4495058" cy="1591678"/>
            <a:chOff x="1328156" y="4589079"/>
            <a:chExt cx="4495058" cy="1591678"/>
          </a:xfrm>
        </p:grpSpPr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CC64F467-0002-D471-3CB2-113430A0D501}"/>
                </a:ext>
              </a:extLst>
            </p:cNvPr>
            <p:cNvGrpSpPr/>
            <p:nvPr/>
          </p:nvGrpSpPr>
          <p:grpSpPr>
            <a:xfrm>
              <a:off x="1328156" y="4843598"/>
              <a:ext cx="1127339" cy="1337159"/>
              <a:chOff x="1467623" y="4509120"/>
              <a:chExt cx="1127339" cy="1337159"/>
            </a:xfrm>
          </p:grpSpPr>
          <p:pic>
            <p:nvPicPr>
              <p:cNvPr id="81" name="Picture 6" descr="Project Cargo Services | CFA">
                <a:extLst>
                  <a:ext uri="{FF2B5EF4-FFF2-40B4-BE49-F238E27FC236}">
                    <a16:creationId xmlns:a16="http://schemas.microsoft.com/office/drawing/2014/main" id="{A9578F59-39A1-6B09-C1A4-24DA78C49B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Photocopy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18401" y="4509120"/>
                <a:ext cx="976561" cy="9765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035D943-BF44-78D0-29CB-3C4032129D8D}"/>
                  </a:ext>
                </a:extLst>
              </p:cNvPr>
              <p:cNvSpPr txBox="1"/>
              <p:nvPr/>
            </p:nvSpPr>
            <p:spPr>
              <a:xfrm>
                <a:off x="1467623" y="5523114"/>
                <a:ext cx="184731" cy="323165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t" anchorCtr="0">
                <a:spAutoFit/>
              </a:bodyPr>
              <a:lstStyle/>
              <a:p>
                <a:pPr algn="l"/>
                <a:endParaRPr lang="en-GB" sz="1500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80" name="Google Shape;2446;p149">
              <a:extLst>
                <a:ext uri="{FF2B5EF4-FFF2-40B4-BE49-F238E27FC236}">
                  <a16:creationId xmlns:a16="http://schemas.microsoft.com/office/drawing/2014/main" id="{DBDF4E17-2064-8E96-9E4C-273A7FBA937A}"/>
                </a:ext>
              </a:extLst>
            </p:cNvPr>
            <p:cNvSpPr/>
            <p:nvPr/>
          </p:nvSpPr>
          <p:spPr>
            <a:xfrm>
              <a:off x="2504077" y="4589079"/>
              <a:ext cx="3319137" cy="1462293"/>
            </a:xfrm>
            <a:prstGeom prst="rect">
              <a:avLst/>
            </a:prstGeom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altLang="ko-KR" sz="2000" b="1" dirty="0">
                  <a:solidFill>
                    <a:schemeClr val="bg1"/>
                  </a:solidFill>
                </a:rPr>
                <a:t>Availability</a:t>
              </a:r>
              <a:endParaRPr lang="en-GB" altLang="ko-KR" sz="2000" b="0" i="0" u="none" strike="noStrike" cap="none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Inter Light"/>
                <a:sym typeface="Inter Light"/>
              </a:endParaRP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400" b="0" i="0" u="none" strike="noStrike" cap="none" dirty="0">
                  <a:solidFill>
                    <a:schemeClr val="lt1"/>
                  </a:solidFill>
                  <a:latin typeface="나눔고딕" pitchFamily="2" charset="-127"/>
                  <a:ea typeface="나눔고딕" pitchFamily="2" charset="-127"/>
                  <a:cs typeface="Inter Light"/>
                  <a:sym typeface="Inter Light"/>
                </a:rPr>
                <a:t>오브젝트 스토리지는 최고 수준의 </a:t>
              </a:r>
              <a:r>
                <a:rPr lang="en-US" altLang="ko-KR" sz="1400" b="0" i="0" u="none" strike="noStrike" cap="none" dirty="0">
                  <a:solidFill>
                    <a:schemeClr val="lt1"/>
                  </a:solidFill>
                  <a:latin typeface="나눔고딕" pitchFamily="2" charset="-127"/>
                  <a:ea typeface="나눔고딕" pitchFamily="2" charset="-127"/>
                  <a:cs typeface="Inter Light"/>
                  <a:sym typeface="Inter Light"/>
                </a:rPr>
                <a:t>SLA </a:t>
              </a:r>
              <a:r>
                <a:rPr lang="ko-KR" altLang="en-US" sz="1400" b="0" i="0" u="none" strike="noStrike" cap="none" dirty="0">
                  <a:solidFill>
                    <a:schemeClr val="lt1"/>
                  </a:solidFill>
                  <a:latin typeface="나눔고딕" pitchFamily="2" charset="-127"/>
                  <a:ea typeface="나눔고딕" pitchFamily="2" charset="-127"/>
                  <a:cs typeface="Inter Light"/>
                  <a:sym typeface="Inter Light"/>
                </a:rPr>
                <a:t>보장</a:t>
              </a:r>
              <a:endParaRPr lang="en-GB" altLang="ko-KR" sz="1400" b="0" i="0" u="none" strike="noStrike" cap="none" dirty="0">
                <a:solidFill>
                  <a:schemeClr val="lt1"/>
                </a:solidFill>
                <a:latin typeface="나눔고딕" pitchFamily="2" charset="-127"/>
                <a:ea typeface="나눔고딕" pitchFamily="2" charset="-127"/>
                <a:cs typeface="Inter Light"/>
                <a:sym typeface="Inter Light"/>
              </a:endParaRP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GB" altLang="ko-KR" sz="1400" dirty="0">
                <a:solidFill>
                  <a:schemeClr val="lt1"/>
                </a:solidFill>
                <a:latin typeface="나눔고딕" pitchFamily="2" charset="-127"/>
                <a:ea typeface="나눔고딕" pitchFamily="2" charset="-127"/>
                <a:cs typeface="Inter Light"/>
                <a:sym typeface="Inter Light"/>
              </a:endParaRP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 altLang="en-US" sz="1400" b="0" i="0" u="none" strike="noStrike" cap="none" dirty="0">
                  <a:solidFill>
                    <a:schemeClr val="lt1"/>
                  </a:solidFill>
                  <a:latin typeface="나눔고딕" pitchFamily="2" charset="-127"/>
                  <a:ea typeface="나눔고딕" pitchFamily="2" charset="-127"/>
                  <a:cs typeface="Inter Light"/>
                  <a:sym typeface="Inter Light"/>
                </a:rPr>
                <a:t>영구 데이터는 오브젝트 스토리지에 저장되어 컴퓨팅 장애나 훼손에도 데이터 유실 없음</a:t>
              </a:r>
              <a:endParaRPr lang="ko-KR" altLang="en-US" sz="1400" dirty="0">
                <a:solidFill>
                  <a:schemeClr val="lt1"/>
                </a:solidFill>
                <a:latin typeface="나눔고딕" pitchFamily="2" charset="-127"/>
                <a:ea typeface="나눔고딕" pitchFamily="2" charset="-127"/>
                <a:sym typeface="Inte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254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95383-B7B2-5866-B4E9-10FAB4D0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Eon Mode Architecture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9A4FE0-8AF0-730A-A6BE-B4EAA9D88A9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63524" y="909206"/>
            <a:ext cx="12017375" cy="525664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dirty="0"/>
              <a:t>컴퓨팅 클러스터와 스토리지가 </a:t>
            </a:r>
            <a:r>
              <a:rPr lang="ko-KR" altLang="en-US" b="1" dirty="0">
                <a:solidFill>
                  <a:srgbClr val="00008B"/>
                </a:solidFill>
              </a:rPr>
              <a:t>독립적으로 구성</a:t>
            </a:r>
            <a:r>
              <a:rPr lang="ko-KR" altLang="en-US" sz="1500" dirty="0"/>
              <a:t>되며</a:t>
            </a:r>
            <a:r>
              <a:rPr lang="en-US" altLang="ko-KR" sz="1500" dirty="0"/>
              <a:t> </a:t>
            </a:r>
            <a:r>
              <a:rPr lang="ko-KR" altLang="en-US" sz="1500" dirty="0"/>
              <a:t>오브젝트 스토리지를 데이터베이스 저장소로 활용하는 </a:t>
            </a:r>
            <a:r>
              <a:rPr lang="en-US" altLang="ko-KR" sz="1500" b="1" dirty="0">
                <a:solidFill>
                  <a:srgbClr val="00008B"/>
                </a:solidFill>
              </a:rPr>
              <a:t>MPP </a:t>
            </a:r>
            <a:r>
              <a:rPr lang="ko-KR" altLang="en-US" sz="1500" b="1" dirty="0">
                <a:solidFill>
                  <a:srgbClr val="00008B"/>
                </a:solidFill>
              </a:rPr>
              <a:t>기반의 </a:t>
            </a:r>
            <a:r>
              <a:rPr lang="en-US" altLang="ko-KR" sz="1500" b="1" dirty="0">
                <a:solidFill>
                  <a:srgbClr val="00008B"/>
                </a:solidFill>
              </a:rPr>
              <a:t>C/S </a:t>
            </a:r>
            <a:r>
              <a:rPr lang="ko-KR" altLang="en-US" sz="1500" b="1" dirty="0">
                <a:solidFill>
                  <a:srgbClr val="00008B"/>
                </a:solidFill>
              </a:rPr>
              <a:t>분리 아키텍처</a:t>
            </a:r>
            <a:endParaRPr lang="en-GB" altLang="ko-KR" sz="15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500" dirty="0"/>
              <a:t>컴퓨팅 클러스터는 </a:t>
            </a:r>
            <a:r>
              <a:rPr lang="ko-KR" altLang="en-US" b="1" dirty="0">
                <a:solidFill>
                  <a:srgbClr val="00008B"/>
                </a:solidFill>
              </a:rPr>
              <a:t>복수 구성</a:t>
            </a:r>
            <a:r>
              <a:rPr lang="ko-KR" altLang="en-US" sz="1500" dirty="0"/>
              <a:t>이 지원되며 </a:t>
            </a:r>
            <a:r>
              <a:rPr lang="ko-KR" altLang="en-US" dirty="0"/>
              <a:t>클러스터 간</a:t>
            </a:r>
            <a:r>
              <a:rPr lang="ko-KR" altLang="en-US" sz="1500" dirty="0"/>
              <a:t> </a:t>
            </a:r>
            <a:r>
              <a:rPr lang="ko-KR" altLang="en-US" sz="1500" b="1" dirty="0">
                <a:solidFill>
                  <a:srgbClr val="00008B"/>
                </a:solidFill>
              </a:rPr>
              <a:t>데이터 동기화가 불필요</a:t>
            </a:r>
            <a:endParaRPr lang="en-GB" altLang="ko-KR" sz="1500" dirty="0"/>
          </a:p>
          <a:p>
            <a:endParaRPr lang="en-GB" dirty="0"/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18085968-511C-95D9-56C1-62B9BFE3119F}"/>
              </a:ext>
            </a:extLst>
          </p:cNvPr>
          <p:cNvGrpSpPr/>
          <p:nvPr/>
        </p:nvGrpSpPr>
        <p:grpSpPr>
          <a:xfrm>
            <a:off x="5415142" y="5439020"/>
            <a:ext cx="1253518" cy="860030"/>
            <a:chOff x="8760623" y="3825720"/>
            <a:chExt cx="1253518" cy="6178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2" name="사다리꼴 121">
              <a:extLst>
                <a:ext uri="{FF2B5EF4-FFF2-40B4-BE49-F238E27FC236}">
                  <a16:creationId xmlns:a16="http://schemas.microsoft.com/office/drawing/2014/main" id="{2F3BEF9B-F9CE-3166-DB13-23E3AA574BCC}"/>
                </a:ext>
              </a:extLst>
            </p:cNvPr>
            <p:cNvSpPr/>
            <p:nvPr/>
          </p:nvSpPr>
          <p:spPr>
            <a:xfrm rot="10800000">
              <a:off x="8760623" y="3825720"/>
              <a:ext cx="1253518" cy="617856"/>
            </a:xfrm>
            <a:prstGeom prst="trapezoid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BF0F928-94DB-513B-6783-E6F6851BE3D8}"/>
                </a:ext>
              </a:extLst>
            </p:cNvPr>
            <p:cNvSpPr txBox="1"/>
            <p:nvPr/>
          </p:nvSpPr>
          <p:spPr>
            <a:xfrm>
              <a:off x="9131773" y="3980290"/>
              <a:ext cx="558809" cy="3153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Object</a:t>
              </a:r>
              <a:br>
                <a:rPr lang="en-GB" sz="1200" b="1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Store</a:t>
              </a:r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D0382EB8-5FA2-A151-87A9-5F2D29EF76C4}"/>
              </a:ext>
            </a:extLst>
          </p:cNvPr>
          <p:cNvGrpSpPr/>
          <p:nvPr/>
        </p:nvGrpSpPr>
        <p:grpSpPr>
          <a:xfrm>
            <a:off x="1746250" y="2567921"/>
            <a:ext cx="3599066" cy="2294602"/>
            <a:chOff x="1308100" y="2381250"/>
            <a:chExt cx="4184650" cy="2667944"/>
          </a:xfrm>
        </p:grpSpPr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D7B9DB7D-F2AA-DBBB-8B79-53B677ED510F}"/>
                </a:ext>
              </a:extLst>
            </p:cNvPr>
            <p:cNvSpPr/>
            <p:nvPr/>
          </p:nvSpPr>
          <p:spPr>
            <a:xfrm>
              <a:off x="1308100" y="2381250"/>
              <a:ext cx="4184650" cy="2667000"/>
            </a:xfrm>
            <a:prstGeom prst="roundRect">
              <a:avLst>
                <a:gd name="adj" fmla="val 577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D2041B6E-6C15-5367-7B6F-75E07F9AC3E9}"/>
                </a:ext>
              </a:extLst>
            </p:cNvPr>
            <p:cNvGrpSpPr/>
            <p:nvPr/>
          </p:nvGrpSpPr>
          <p:grpSpPr>
            <a:xfrm>
              <a:off x="1523416" y="2506331"/>
              <a:ext cx="3722390" cy="1115738"/>
              <a:chOff x="7543216" y="2119689"/>
              <a:chExt cx="3722390" cy="111573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58C97D8D-0CB1-B648-C448-3F6272A01D57}"/>
                  </a:ext>
                </a:extLst>
              </p:cNvPr>
              <p:cNvSpPr/>
              <p:nvPr/>
            </p:nvSpPr>
            <p:spPr>
              <a:xfrm>
                <a:off x="7543216" y="2119689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000" b="1" dirty="0"/>
                  <a:t>Compute</a:t>
                </a:r>
                <a:br>
                  <a:rPr lang="en-US" altLang="ko-KR" sz="1000" b="1" dirty="0"/>
                </a:br>
                <a:r>
                  <a:rPr lang="en-US" altLang="ko-KR" sz="1000" b="1" dirty="0"/>
                  <a:t>Node</a:t>
                </a:r>
                <a:endParaRPr lang="en-GB" altLang="ko-KR" sz="1000" b="1" dirty="0"/>
              </a:p>
            </p:txBody>
          </p:sp>
          <p:sp>
            <p:nvSpPr>
              <p:cNvPr id="111" name="원통형 110">
                <a:extLst>
                  <a:ext uri="{FF2B5EF4-FFF2-40B4-BE49-F238E27FC236}">
                    <a16:creationId xmlns:a16="http://schemas.microsoft.com/office/drawing/2014/main" id="{A93134BA-E29C-F7D5-15DC-7E7A21282116}"/>
                  </a:ext>
                </a:extLst>
              </p:cNvPr>
              <p:cNvSpPr/>
              <p:nvPr/>
            </p:nvSpPr>
            <p:spPr>
              <a:xfrm>
                <a:off x="7930671" y="2849766"/>
                <a:ext cx="492069" cy="304772"/>
              </a:xfrm>
              <a:prstGeom prst="ca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b="1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0D8D7FDA-958B-C9A1-622A-C8CFCBF86090}"/>
                  </a:ext>
                </a:extLst>
              </p:cNvPr>
              <p:cNvSpPr/>
              <p:nvPr/>
            </p:nvSpPr>
            <p:spPr>
              <a:xfrm>
                <a:off x="8960641" y="2126836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000" b="1" dirty="0"/>
                  <a:t>Compute</a:t>
                </a:r>
                <a:br>
                  <a:rPr lang="en-US" altLang="ko-KR" sz="1000" b="1" dirty="0"/>
                </a:br>
                <a:r>
                  <a:rPr lang="en-US" altLang="ko-KR" sz="1000" b="1" dirty="0"/>
                  <a:t>Node</a:t>
                </a:r>
                <a:endParaRPr lang="en-GB" altLang="ko-KR" sz="1000" b="1" dirty="0"/>
              </a:p>
            </p:txBody>
          </p: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FABF1158-2CB5-AE70-370A-0F51C6465D07}"/>
                  </a:ext>
                </a:extLst>
              </p:cNvPr>
              <p:cNvSpPr/>
              <p:nvPr/>
            </p:nvSpPr>
            <p:spPr>
              <a:xfrm>
                <a:off x="10332354" y="2119689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000" b="1" dirty="0"/>
                  <a:t>Compute</a:t>
                </a:r>
                <a:br>
                  <a:rPr lang="en-US" altLang="ko-KR" sz="1000" b="1" dirty="0"/>
                </a:br>
                <a:r>
                  <a:rPr lang="en-US" altLang="ko-KR" sz="1000" b="1" dirty="0"/>
                  <a:t>Node</a:t>
                </a:r>
                <a:endParaRPr lang="en-GB" altLang="ko-KR" sz="1000" b="1" dirty="0"/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83E7746-72DE-1F1A-9F3C-A6C48BAE0C07}"/>
                  </a:ext>
                </a:extLst>
              </p:cNvPr>
              <p:cNvSpPr txBox="1"/>
              <p:nvPr/>
            </p:nvSpPr>
            <p:spPr>
              <a:xfrm>
                <a:off x="7860063" y="2907809"/>
                <a:ext cx="56778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1000" b="1" dirty="0">
                    <a:solidFill>
                      <a:srgbClr val="000000"/>
                    </a:solidFill>
                  </a:rPr>
                  <a:t>Cache</a:t>
                </a:r>
              </a:p>
            </p:txBody>
          </p:sp>
          <p:sp>
            <p:nvSpPr>
              <p:cNvPr id="115" name="원통형 114">
                <a:extLst>
                  <a:ext uri="{FF2B5EF4-FFF2-40B4-BE49-F238E27FC236}">
                    <a16:creationId xmlns:a16="http://schemas.microsoft.com/office/drawing/2014/main" id="{E3854608-0102-8518-174C-DB30DC0BF17E}"/>
                  </a:ext>
                </a:extLst>
              </p:cNvPr>
              <p:cNvSpPr/>
              <p:nvPr/>
            </p:nvSpPr>
            <p:spPr>
              <a:xfrm>
                <a:off x="9336006" y="2850748"/>
                <a:ext cx="492069" cy="304772"/>
              </a:xfrm>
              <a:prstGeom prst="ca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b="1"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112663C-9E30-1D6B-6D47-1D6932A686DC}"/>
                  </a:ext>
                </a:extLst>
              </p:cNvPr>
              <p:cNvSpPr txBox="1"/>
              <p:nvPr/>
            </p:nvSpPr>
            <p:spPr>
              <a:xfrm>
                <a:off x="9273221" y="2908791"/>
                <a:ext cx="56778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altLang="ko-KR" sz="1000" b="1" dirty="0">
                    <a:solidFill>
                      <a:srgbClr val="000000"/>
                    </a:solidFill>
                  </a:rPr>
                  <a:t>Cache</a:t>
                </a:r>
                <a:endParaRPr lang="en-GB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7" name="원통형 116">
                <a:extLst>
                  <a:ext uri="{FF2B5EF4-FFF2-40B4-BE49-F238E27FC236}">
                    <a16:creationId xmlns:a16="http://schemas.microsoft.com/office/drawing/2014/main" id="{AD29EB19-9C8E-406A-AB92-E7232D4A6C75}"/>
                  </a:ext>
                </a:extLst>
              </p:cNvPr>
              <p:cNvSpPr/>
              <p:nvPr/>
            </p:nvSpPr>
            <p:spPr>
              <a:xfrm>
                <a:off x="10705465" y="2857280"/>
                <a:ext cx="492069" cy="304772"/>
              </a:xfrm>
              <a:prstGeom prst="ca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b="1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6884306-4E56-6F7E-3CC5-0C560F4044DB}"/>
                  </a:ext>
                </a:extLst>
              </p:cNvPr>
              <p:cNvSpPr txBox="1"/>
              <p:nvPr/>
            </p:nvSpPr>
            <p:spPr>
              <a:xfrm>
                <a:off x="10634857" y="2915323"/>
                <a:ext cx="56778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altLang="ko-KR" sz="1000" b="1" dirty="0">
                    <a:solidFill>
                      <a:srgbClr val="000000"/>
                    </a:solidFill>
                  </a:rPr>
                  <a:t>Cache</a:t>
                </a:r>
                <a:endParaRPr lang="en-GB" sz="1000" b="1" dirty="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19" name="직선 연결선 118">
                <a:extLst>
                  <a:ext uri="{FF2B5EF4-FFF2-40B4-BE49-F238E27FC236}">
                    <a16:creationId xmlns:a16="http://schemas.microsoft.com/office/drawing/2014/main" id="{53271596-D1C8-BDA0-1FD5-34E9481EA0B5}"/>
                  </a:ext>
                </a:extLst>
              </p:cNvPr>
              <p:cNvCxnSpPr/>
              <p:nvPr/>
            </p:nvCxnSpPr>
            <p:spPr>
              <a:xfrm flipV="1">
                <a:off x="8482834" y="2671156"/>
                <a:ext cx="461317" cy="2828"/>
              </a:xfrm>
              <a:prstGeom prst="line">
                <a:avLst/>
              </a:prstGeom>
              <a:solidFill>
                <a:srgbClr val="0079E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FCCB9D60-EA57-1FCD-DE1A-5C427EAD788C}"/>
                  </a:ext>
                </a:extLst>
              </p:cNvPr>
              <p:cNvCxnSpPr/>
              <p:nvPr/>
            </p:nvCxnSpPr>
            <p:spPr>
              <a:xfrm flipV="1">
                <a:off x="9878569" y="2671156"/>
                <a:ext cx="461317" cy="2828"/>
              </a:xfrm>
              <a:prstGeom prst="line">
                <a:avLst/>
              </a:prstGeom>
              <a:solidFill>
                <a:srgbClr val="0079E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CACE405E-421C-CD6B-DAA9-ACBF84CFD296}"/>
                </a:ext>
              </a:extLst>
            </p:cNvPr>
            <p:cNvGrpSpPr/>
            <p:nvPr/>
          </p:nvGrpSpPr>
          <p:grpSpPr>
            <a:xfrm>
              <a:off x="1523416" y="3669321"/>
              <a:ext cx="3722390" cy="1115738"/>
              <a:chOff x="7543216" y="2119689"/>
              <a:chExt cx="3722390" cy="111573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5AE31976-804A-0407-EB7C-C465ED1BF214}"/>
                  </a:ext>
                </a:extLst>
              </p:cNvPr>
              <p:cNvSpPr/>
              <p:nvPr/>
            </p:nvSpPr>
            <p:spPr>
              <a:xfrm>
                <a:off x="7543216" y="2119689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000" b="1" dirty="0"/>
                  <a:t>Compute</a:t>
                </a:r>
                <a:br>
                  <a:rPr lang="en-US" altLang="ko-KR" sz="1000" b="1" dirty="0"/>
                </a:br>
                <a:r>
                  <a:rPr lang="en-US" altLang="ko-KR" sz="1000" b="1" dirty="0"/>
                  <a:t>Node</a:t>
                </a:r>
                <a:endParaRPr lang="en-GB" altLang="ko-KR" sz="1000" b="1" dirty="0"/>
              </a:p>
            </p:txBody>
          </p:sp>
          <p:sp>
            <p:nvSpPr>
              <p:cNvPr id="126" name="원통형 125">
                <a:extLst>
                  <a:ext uri="{FF2B5EF4-FFF2-40B4-BE49-F238E27FC236}">
                    <a16:creationId xmlns:a16="http://schemas.microsoft.com/office/drawing/2014/main" id="{E9E217F9-285E-7BF4-A3C0-30D221DE2ACA}"/>
                  </a:ext>
                </a:extLst>
              </p:cNvPr>
              <p:cNvSpPr/>
              <p:nvPr/>
            </p:nvSpPr>
            <p:spPr>
              <a:xfrm>
                <a:off x="7930671" y="2849766"/>
                <a:ext cx="492069" cy="304772"/>
              </a:xfrm>
              <a:prstGeom prst="ca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b="1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026110DB-DE01-502E-A716-0DE1D72C1939}"/>
                  </a:ext>
                </a:extLst>
              </p:cNvPr>
              <p:cNvSpPr/>
              <p:nvPr/>
            </p:nvSpPr>
            <p:spPr>
              <a:xfrm>
                <a:off x="8960641" y="2126836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000" b="1" dirty="0"/>
                  <a:t>Compute</a:t>
                </a:r>
                <a:br>
                  <a:rPr lang="en-US" altLang="ko-KR" sz="1000" b="1" dirty="0"/>
                </a:br>
                <a:r>
                  <a:rPr lang="en-US" altLang="ko-KR" sz="1000" b="1" dirty="0"/>
                  <a:t>Node</a:t>
                </a:r>
                <a:endParaRPr lang="en-GB" altLang="ko-KR" sz="1000" b="1" dirty="0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0B20B270-8F87-293F-2A16-4123A27D0699}"/>
                  </a:ext>
                </a:extLst>
              </p:cNvPr>
              <p:cNvSpPr/>
              <p:nvPr/>
            </p:nvSpPr>
            <p:spPr>
              <a:xfrm>
                <a:off x="10332354" y="2119689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000" b="1" dirty="0"/>
                  <a:t>Compute</a:t>
                </a:r>
                <a:br>
                  <a:rPr lang="en-US" altLang="ko-KR" sz="1000" b="1" dirty="0"/>
                </a:br>
                <a:r>
                  <a:rPr lang="en-US" altLang="ko-KR" sz="1000" b="1" dirty="0"/>
                  <a:t>Node</a:t>
                </a:r>
                <a:endParaRPr lang="en-GB" altLang="ko-KR" sz="1000" b="1" dirty="0"/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EED999F-845B-2682-1D20-0E2F4AE8F6F5}"/>
                  </a:ext>
                </a:extLst>
              </p:cNvPr>
              <p:cNvSpPr txBox="1"/>
              <p:nvPr/>
            </p:nvSpPr>
            <p:spPr>
              <a:xfrm>
                <a:off x="7860063" y="2907809"/>
                <a:ext cx="56778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1000" b="1" dirty="0">
                    <a:solidFill>
                      <a:srgbClr val="000000"/>
                    </a:solidFill>
                  </a:rPr>
                  <a:t>Cache</a:t>
                </a:r>
              </a:p>
            </p:txBody>
          </p:sp>
          <p:sp>
            <p:nvSpPr>
              <p:cNvPr id="130" name="원통형 129">
                <a:extLst>
                  <a:ext uri="{FF2B5EF4-FFF2-40B4-BE49-F238E27FC236}">
                    <a16:creationId xmlns:a16="http://schemas.microsoft.com/office/drawing/2014/main" id="{A673901E-898B-E9D7-078F-4A013673B866}"/>
                  </a:ext>
                </a:extLst>
              </p:cNvPr>
              <p:cNvSpPr/>
              <p:nvPr/>
            </p:nvSpPr>
            <p:spPr>
              <a:xfrm>
                <a:off x="9336006" y="2850748"/>
                <a:ext cx="492069" cy="304772"/>
              </a:xfrm>
              <a:prstGeom prst="ca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b="1"/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82CA3E9D-9AE7-CC47-2C12-63F3F0D77039}"/>
                  </a:ext>
                </a:extLst>
              </p:cNvPr>
              <p:cNvSpPr txBox="1"/>
              <p:nvPr/>
            </p:nvSpPr>
            <p:spPr>
              <a:xfrm>
                <a:off x="9273221" y="2908791"/>
                <a:ext cx="56778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altLang="ko-KR" sz="1000" b="1" dirty="0">
                    <a:solidFill>
                      <a:srgbClr val="000000"/>
                    </a:solidFill>
                  </a:rPr>
                  <a:t>Cache</a:t>
                </a:r>
                <a:endParaRPr lang="en-GB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2" name="원통형 131">
                <a:extLst>
                  <a:ext uri="{FF2B5EF4-FFF2-40B4-BE49-F238E27FC236}">
                    <a16:creationId xmlns:a16="http://schemas.microsoft.com/office/drawing/2014/main" id="{58DB8C59-E029-988D-0953-811A12287D19}"/>
                  </a:ext>
                </a:extLst>
              </p:cNvPr>
              <p:cNvSpPr/>
              <p:nvPr/>
            </p:nvSpPr>
            <p:spPr>
              <a:xfrm>
                <a:off x="10705465" y="2857280"/>
                <a:ext cx="492069" cy="304772"/>
              </a:xfrm>
              <a:prstGeom prst="ca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b="1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35E94F1-0F12-9052-5F30-0A746E92801C}"/>
                  </a:ext>
                </a:extLst>
              </p:cNvPr>
              <p:cNvSpPr txBox="1"/>
              <p:nvPr/>
            </p:nvSpPr>
            <p:spPr>
              <a:xfrm>
                <a:off x="10634857" y="2915323"/>
                <a:ext cx="56778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altLang="ko-KR" sz="1000" b="1" dirty="0">
                    <a:solidFill>
                      <a:srgbClr val="000000"/>
                    </a:solidFill>
                  </a:rPr>
                  <a:t>Cache</a:t>
                </a:r>
                <a:endParaRPr lang="en-GB" sz="1000" b="1" dirty="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EEE1A220-0AB7-A5AE-42D4-AD4A1B1CFBBD}"/>
                  </a:ext>
                </a:extLst>
              </p:cNvPr>
              <p:cNvCxnSpPr/>
              <p:nvPr/>
            </p:nvCxnSpPr>
            <p:spPr>
              <a:xfrm flipV="1">
                <a:off x="8482834" y="2671156"/>
                <a:ext cx="461317" cy="2828"/>
              </a:xfrm>
              <a:prstGeom prst="line">
                <a:avLst/>
              </a:prstGeom>
              <a:solidFill>
                <a:srgbClr val="0079E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5" name="직선 연결선 134">
                <a:extLst>
                  <a:ext uri="{FF2B5EF4-FFF2-40B4-BE49-F238E27FC236}">
                    <a16:creationId xmlns:a16="http://schemas.microsoft.com/office/drawing/2014/main" id="{CDAEB27E-27CF-F2A5-A166-17EE5E211C7A}"/>
                  </a:ext>
                </a:extLst>
              </p:cNvPr>
              <p:cNvCxnSpPr/>
              <p:nvPr/>
            </p:nvCxnSpPr>
            <p:spPr>
              <a:xfrm flipV="1">
                <a:off x="9878569" y="2671156"/>
                <a:ext cx="461317" cy="2828"/>
              </a:xfrm>
              <a:prstGeom prst="line">
                <a:avLst/>
              </a:prstGeom>
              <a:solidFill>
                <a:srgbClr val="0079E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D73F70A-CD45-8C57-9A9A-DC03BE6058B6}"/>
                </a:ext>
              </a:extLst>
            </p:cNvPr>
            <p:cNvSpPr txBox="1"/>
            <p:nvPr/>
          </p:nvSpPr>
          <p:spPr>
            <a:xfrm>
              <a:off x="2789335" y="4802973"/>
              <a:ext cx="12602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Primary subcluster</a:t>
              </a:r>
              <a:endParaRPr lang="ko-KR" altLang="en-US" sz="10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704516CF-821A-FA0F-B1F8-F620A23496D3}"/>
              </a:ext>
            </a:extLst>
          </p:cNvPr>
          <p:cNvGrpSpPr/>
          <p:nvPr/>
        </p:nvGrpSpPr>
        <p:grpSpPr>
          <a:xfrm>
            <a:off x="6846684" y="2567921"/>
            <a:ext cx="3599066" cy="2294602"/>
            <a:chOff x="6553892" y="2381250"/>
            <a:chExt cx="4184650" cy="2667944"/>
          </a:xfrm>
        </p:grpSpPr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7191B6E3-BD7F-A500-8460-3058F8F07606}"/>
                </a:ext>
              </a:extLst>
            </p:cNvPr>
            <p:cNvSpPr/>
            <p:nvPr/>
          </p:nvSpPr>
          <p:spPr>
            <a:xfrm>
              <a:off x="6553892" y="2381250"/>
              <a:ext cx="4184650" cy="2667000"/>
            </a:xfrm>
            <a:prstGeom prst="roundRect">
              <a:avLst>
                <a:gd name="adj" fmla="val 577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2F58FE0F-A70C-4897-FEC1-537F86281C9E}"/>
                </a:ext>
              </a:extLst>
            </p:cNvPr>
            <p:cNvGrpSpPr/>
            <p:nvPr/>
          </p:nvGrpSpPr>
          <p:grpSpPr>
            <a:xfrm>
              <a:off x="6762166" y="2506331"/>
              <a:ext cx="3722390" cy="1115738"/>
              <a:chOff x="7543216" y="2119689"/>
              <a:chExt cx="3722390" cy="111573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E2716B13-0ADA-6AA0-928F-1BF873BF7E84}"/>
                  </a:ext>
                </a:extLst>
              </p:cNvPr>
              <p:cNvSpPr/>
              <p:nvPr/>
            </p:nvSpPr>
            <p:spPr>
              <a:xfrm>
                <a:off x="7543216" y="2119689"/>
                <a:ext cx="933252" cy="1108591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000" b="1" dirty="0"/>
                  <a:t>Compute</a:t>
                </a:r>
                <a:br>
                  <a:rPr lang="en-US" altLang="ko-KR" sz="1000" b="1" dirty="0"/>
                </a:br>
                <a:r>
                  <a:rPr lang="en-US" altLang="ko-KR" sz="1000" b="1" dirty="0"/>
                  <a:t>Node</a:t>
                </a:r>
                <a:endParaRPr lang="en-GB" altLang="ko-KR" sz="1000" b="1" dirty="0"/>
              </a:p>
            </p:txBody>
          </p:sp>
          <p:sp>
            <p:nvSpPr>
              <p:cNvPr id="138" name="원통형 137">
                <a:extLst>
                  <a:ext uri="{FF2B5EF4-FFF2-40B4-BE49-F238E27FC236}">
                    <a16:creationId xmlns:a16="http://schemas.microsoft.com/office/drawing/2014/main" id="{7CDF1D90-DDB8-DF37-DB22-6FD193AAE7F3}"/>
                  </a:ext>
                </a:extLst>
              </p:cNvPr>
              <p:cNvSpPr/>
              <p:nvPr/>
            </p:nvSpPr>
            <p:spPr>
              <a:xfrm>
                <a:off x="7930671" y="2849766"/>
                <a:ext cx="492069" cy="304772"/>
              </a:xfrm>
              <a:prstGeom prst="ca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b="1"/>
              </a:p>
            </p:txBody>
          </p:sp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6DE71DF7-5859-C378-9032-57F96414D783}"/>
                  </a:ext>
                </a:extLst>
              </p:cNvPr>
              <p:cNvSpPr/>
              <p:nvPr/>
            </p:nvSpPr>
            <p:spPr>
              <a:xfrm>
                <a:off x="8960641" y="2126836"/>
                <a:ext cx="933252" cy="1108591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000" b="1" dirty="0"/>
                  <a:t>Compute</a:t>
                </a:r>
                <a:br>
                  <a:rPr lang="en-US" altLang="ko-KR" sz="1000" b="1" dirty="0"/>
                </a:br>
                <a:r>
                  <a:rPr lang="en-US" altLang="ko-KR" sz="1000" b="1" dirty="0"/>
                  <a:t>Node</a:t>
                </a:r>
                <a:endParaRPr lang="en-GB" altLang="ko-KR" sz="1000" b="1" dirty="0"/>
              </a:p>
            </p:txBody>
          </p:sp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0F3EFF36-51D0-2645-38B4-FE6BBDA3235F}"/>
                  </a:ext>
                </a:extLst>
              </p:cNvPr>
              <p:cNvSpPr/>
              <p:nvPr/>
            </p:nvSpPr>
            <p:spPr>
              <a:xfrm>
                <a:off x="10332354" y="2119689"/>
                <a:ext cx="933252" cy="1108591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000" b="1" dirty="0"/>
                  <a:t>Compute</a:t>
                </a:r>
                <a:br>
                  <a:rPr lang="en-US" altLang="ko-KR" sz="1000" b="1" dirty="0"/>
                </a:br>
                <a:r>
                  <a:rPr lang="en-US" altLang="ko-KR" sz="1000" b="1" dirty="0"/>
                  <a:t>Node</a:t>
                </a:r>
                <a:endParaRPr lang="en-GB" altLang="ko-KR" sz="1000" b="1" dirty="0"/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73C441F4-0412-3C96-1546-3AC3FA049F7D}"/>
                  </a:ext>
                </a:extLst>
              </p:cNvPr>
              <p:cNvSpPr txBox="1"/>
              <p:nvPr/>
            </p:nvSpPr>
            <p:spPr>
              <a:xfrm>
                <a:off x="7860063" y="2907809"/>
                <a:ext cx="56778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1000" b="1" dirty="0">
                    <a:solidFill>
                      <a:srgbClr val="000000"/>
                    </a:solidFill>
                  </a:rPr>
                  <a:t>Cache</a:t>
                </a:r>
              </a:p>
            </p:txBody>
          </p:sp>
          <p:sp>
            <p:nvSpPr>
              <p:cNvPr id="142" name="원통형 141">
                <a:extLst>
                  <a:ext uri="{FF2B5EF4-FFF2-40B4-BE49-F238E27FC236}">
                    <a16:creationId xmlns:a16="http://schemas.microsoft.com/office/drawing/2014/main" id="{F07F7AB1-EEC1-F83B-C05F-20D300D1C837}"/>
                  </a:ext>
                </a:extLst>
              </p:cNvPr>
              <p:cNvSpPr/>
              <p:nvPr/>
            </p:nvSpPr>
            <p:spPr>
              <a:xfrm>
                <a:off x="9336006" y="2850748"/>
                <a:ext cx="492069" cy="304772"/>
              </a:xfrm>
              <a:prstGeom prst="ca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b="1"/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9A555D1-DB5A-0CF9-96D2-1D7150E57855}"/>
                  </a:ext>
                </a:extLst>
              </p:cNvPr>
              <p:cNvSpPr txBox="1"/>
              <p:nvPr/>
            </p:nvSpPr>
            <p:spPr>
              <a:xfrm>
                <a:off x="9273221" y="2908791"/>
                <a:ext cx="56778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altLang="ko-KR" sz="1000" b="1" dirty="0">
                    <a:solidFill>
                      <a:srgbClr val="000000"/>
                    </a:solidFill>
                  </a:rPr>
                  <a:t>Cache</a:t>
                </a:r>
                <a:endParaRPr lang="en-GB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4" name="원통형 143">
                <a:extLst>
                  <a:ext uri="{FF2B5EF4-FFF2-40B4-BE49-F238E27FC236}">
                    <a16:creationId xmlns:a16="http://schemas.microsoft.com/office/drawing/2014/main" id="{C300B58F-9843-83C8-252D-1A4CF1AC35E4}"/>
                  </a:ext>
                </a:extLst>
              </p:cNvPr>
              <p:cNvSpPr/>
              <p:nvPr/>
            </p:nvSpPr>
            <p:spPr>
              <a:xfrm>
                <a:off x="10705465" y="2857280"/>
                <a:ext cx="492069" cy="304772"/>
              </a:xfrm>
              <a:prstGeom prst="ca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b="1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B9824B7E-5D99-6DCF-48CF-C581C0A31F37}"/>
                  </a:ext>
                </a:extLst>
              </p:cNvPr>
              <p:cNvSpPr txBox="1"/>
              <p:nvPr/>
            </p:nvSpPr>
            <p:spPr>
              <a:xfrm>
                <a:off x="10634857" y="2915323"/>
                <a:ext cx="56778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altLang="ko-KR" sz="1000" b="1" dirty="0">
                    <a:solidFill>
                      <a:srgbClr val="000000"/>
                    </a:solidFill>
                  </a:rPr>
                  <a:t>Cache</a:t>
                </a:r>
                <a:endParaRPr lang="en-GB" sz="1000" b="1" dirty="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506F0617-F7A3-E8A8-5179-3B6D92DDFD63}"/>
                  </a:ext>
                </a:extLst>
              </p:cNvPr>
              <p:cNvCxnSpPr/>
              <p:nvPr/>
            </p:nvCxnSpPr>
            <p:spPr>
              <a:xfrm flipV="1">
                <a:off x="8482834" y="2671156"/>
                <a:ext cx="461317" cy="2828"/>
              </a:xfrm>
              <a:prstGeom prst="line">
                <a:avLst/>
              </a:prstGeom>
              <a:solidFill>
                <a:srgbClr val="0079E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A99FDA50-1483-46FC-7EA8-7A0E31A6475B}"/>
                  </a:ext>
                </a:extLst>
              </p:cNvPr>
              <p:cNvCxnSpPr/>
              <p:nvPr/>
            </p:nvCxnSpPr>
            <p:spPr>
              <a:xfrm flipV="1">
                <a:off x="9878569" y="2671156"/>
                <a:ext cx="461317" cy="2828"/>
              </a:xfrm>
              <a:prstGeom prst="line">
                <a:avLst/>
              </a:prstGeom>
              <a:solidFill>
                <a:srgbClr val="0079E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1BB2A9D-E4BD-24F4-183A-68D1CFF503FD}"/>
                </a:ext>
              </a:extLst>
            </p:cNvPr>
            <p:cNvSpPr txBox="1"/>
            <p:nvPr/>
          </p:nvSpPr>
          <p:spPr>
            <a:xfrm>
              <a:off x="8131429" y="4802973"/>
              <a:ext cx="14269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Secondary subcluster</a:t>
              </a:r>
              <a:endParaRPr lang="ko-KR" altLang="en-US" sz="10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154" name="자유형: 도형 153">
            <a:extLst>
              <a:ext uri="{FF2B5EF4-FFF2-40B4-BE49-F238E27FC236}">
                <a16:creationId xmlns:a16="http://schemas.microsoft.com/office/drawing/2014/main" id="{F0CF4819-13B6-587E-AEBF-C4A1C4D8C97E}"/>
              </a:ext>
            </a:extLst>
          </p:cNvPr>
          <p:cNvSpPr/>
          <p:nvPr/>
        </p:nvSpPr>
        <p:spPr>
          <a:xfrm>
            <a:off x="3556000" y="4864100"/>
            <a:ext cx="2286000" cy="590550"/>
          </a:xfrm>
          <a:custGeom>
            <a:avLst/>
            <a:gdLst>
              <a:gd name="connsiteX0" fmla="*/ 0 w 2286000"/>
              <a:gd name="connsiteY0" fmla="*/ 0 h 590550"/>
              <a:gd name="connsiteX1" fmla="*/ 0 w 2286000"/>
              <a:gd name="connsiteY1" fmla="*/ 349250 h 590550"/>
              <a:gd name="connsiteX2" fmla="*/ 2286000 w 2286000"/>
              <a:gd name="connsiteY2" fmla="*/ 349250 h 590550"/>
              <a:gd name="connsiteX3" fmla="*/ 2286000 w 2286000"/>
              <a:gd name="connsiteY3" fmla="*/ 590550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590550">
                <a:moveTo>
                  <a:pt x="0" y="0"/>
                </a:moveTo>
                <a:lnTo>
                  <a:pt x="0" y="349250"/>
                </a:lnTo>
                <a:lnTo>
                  <a:pt x="2286000" y="349250"/>
                </a:lnTo>
                <a:lnTo>
                  <a:pt x="2286000" y="590550"/>
                </a:lnTo>
              </a:path>
            </a:pathLst>
          </a:cu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자유형: 도형 154">
            <a:extLst>
              <a:ext uri="{FF2B5EF4-FFF2-40B4-BE49-F238E27FC236}">
                <a16:creationId xmlns:a16="http://schemas.microsoft.com/office/drawing/2014/main" id="{15EE0EAE-B1AE-4F6E-7357-62813458D377}"/>
              </a:ext>
            </a:extLst>
          </p:cNvPr>
          <p:cNvSpPr/>
          <p:nvPr/>
        </p:nvSpPr>
        <p:spPr>
          <a:xfrm flipH="1">
            <a:off x="6260430" y="4864100"/>
            <a:ext cx="2286000" cy="590550"/>
          </a:xfrm>
          <a:custGeom>
            <a:avLst/>
            <a:gdLst>
              <a:gd name="connsiteX0" fmla="*/ 0 w 2286000"/>
              <a:gd name="connsiteY0" fmla="*/ 0 h 590550"/>
              <a:gd name="connsiteX1" fmla="*/ 0 w 2286000"/>
              <a:gd name="connsiteY1" fmla="*/ 349250 h 590550"/>
              <a:gd name="connsiteX2" fmla="*/ 2286000 w 2286000"/>
              <a:gd name="connsiteY2" fmla="*/ 349250 h 590550"/>
              <a:gd name="connsiteX3" fmla="*/ 2286000 w 2286000"/>
              <a:gd name="connsiteY3" fmla="*/ 590550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590550">
                <a:moveTo>
                  <a:pt x="0" y="0"/>
                </a:moveTo>
                <a:lnTo>
                  <a:pt x="0" y="349250"/>
                </a:lnTo>
                <a:lnTo>
                  <a:pt x="2286000" y="349250"/>
                </a:lnTo>
                <a:lnTo>
                  <a:pt x="2286000" y="590550"/>
                </a:lnTo>
              </a:path>
            </a:pathLst>
          </a:cu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609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8D3DBD8-E40C-1456-A2B0-31992607E475}"/>
              </a:ext>
            </a:extLst>
          </p:cNvPr>
          <p:cNvSpPr/>
          <p:nvPr/>
        </p:nvSpPr>
        <p:spPr>
          <a:xfrm>
            <a:off x="6483350" y="1491893"/>
            <a:ext cx="5372100" cy="26098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500" b="1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43" name="제목 42">
            <a:extLst>
              <a:ext uri="{FF2B5EF4-FFF2-40B4-BE49-F238E27FC236}">
                <a16:creationId xmlns:a16="http://schemas.microsoft.com/office/drawing/2014/main" id="{C2845A6D-4BA0-1C40-FB41-ABACC1DB5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Compute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F8A47-03DA-478C-4BFC-4E3632338812}"/>
              </a:ext>
            </a:extLst>
          </p:cNvPr>
          <p:cNvSpPr txBox="1"/>
          <p:nvPr/>
        </p:nvSpPr>
        <p:spPr>
          <a:xfrm>
            <a:off x="6638453" y="1690331"/>
            <a:ext cx="5218187" cy="2133918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각 컴퓨팅 노드는 영구데이터를 저장하지 않음</a:t>
            </a:r>
            <a:endParaRPr lang="en-GB" altLang="ko-KR" sz="12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자주 활용되는 데이터는 디스크 캐시에 저장되며 </a:t>
            </a:r>
            <a:r>
              <a:rPr lang="en-US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LRU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로 관리</a:t>
            </a:r>
            <a:endParaRPr lang="en-GB" altLang="ko-KR" sz="12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컴퓨팅 시 각 노드는 자신이 구독을 책임지는 </a:t>
            </a:r>
            <a:r>
              <a:rPr lang="en-US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segment 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만을 처리</a:t>
            </a:r>
            <a:br>
              <a:rPr lang="en-GB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</a:br>
            <a:r>
              <a:rPr lang="en-US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(MPP / Shared Nothing)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각 서브클러스터는 개별적인 컴퓨팅 리소스로 구성 지원</a:t>
            </a:r>
            <a:br>
              <a:rPr lang="en-US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</a:br>
            <a:r>
              <a:rPr lang="en-US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다른 노드 수 </a:t>
            </a:r>
            <a:r>
              <a:rPr lang="en-US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/ CPU / Memory 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등</a:t>
            </a:r>
            <a:r>
              <a:rPr lang="en-US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)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컴퓨팅 서브클러스터는 </a:t>
            </a:r>
            <a:r>
              <a:rPr lang="en-GB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On-premise / Cloud Instance 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등을 지원하며 하이브리드 형태로 구성 지원</a:t>
            </a:r>
            <a:endParaRPr lang="en-GB" sz="12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9A84F5D2-CA19-AADC-7904-1724D19AA7AB}"/>
              </a:ext>
            </a:extLst>
          </p:cNvPr>
          <p:cNvSpPr/>
          <p:nvPr/>
        </p:nvSpPr>
        <p:spPr>
          <a:xfrm>
            <a:off x="983432" y="2139162"/>
            <a:ext cx="4887338" cy="1518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9">
            <a:extLst>
              <a:ext uri="{FF2B5EF4-FFF2-40B4-BE49-F238E27FC236}">
                <a16:creationId xmlns:a16="http://schemas.microsoft.com/office/drawing/2014/main" id="{C5DE93CB-358A-BC09-7434-4E903011F2AC}"/>
              </a:ext>
            </a:extLst>
          </p:cNvPr>
          <p:cNvSpPr/>
          <p:nvPr/>
        </p:nvSpPr>
        <p:spPr bwMode="ltGray">
          <a:xfrm>
            <a:off x="4912837" y="2444947"/>
            <a:ext cx="612228" cy="794077"/>
          </a:xfrm>
          <a:prstGeom prst="roundRect">
            <a:avLst>
              <a:gd name="adj" fmla="val 7669"/>
            </a:avLst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>
                <a:solidFill>
                  <a:prstClr val="white"/>
                </a:solidFill>
                <a:latin typeface="Calibri" panose="020F0502020204030204"/>
              </a:rPr>
              <a:t>Compute</a:t>
            </a:r>
          </a:p>
          <a:p>
            <a:pPr algn="ctr" defTabSz="914217">
              <a:lnSpc>
                <a:spcPct val="90000"/>
              </a:lnSpc>
            </a:pPr>
            <a:r>
              <a:rPr lang="en-US" sz="800" b="1" dirty="0">
                <a:solidFill>
                  <a:prstClr val="white"/>
                </a:solidFill>
                <a:latin typeface="Calibri" panose="020F0502020204030204"/>
              </a:rPr>
              <a:t>Node</a:t>
            </a:r>
          </a:p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Flowchart: Magnetic Disk 90">
            <a:extLst>
              <a:ext uri="{FF2B5EF4-FFF2-40B4-BE49-F238E27FC236}">
                <a16:creationId xmlns:a16="http://schemas.microsoft.com/office/drawing/2014/main" id="{4FD814F9-AD90-9EEE-6432-E24ED926C6BC}"/>
              </a:ext>
            </a:extLst>
          </p:cNvPr>
          <p:cNvSpPr/>
          <p:nvPr/>
        </p:nvSpPr>
        <p:spPr bwMode="ltGray">
          <a:xfrm>
            <a:off x="5050274" y="2977863"/>
            <a:ext cx="363625" cy="41791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ounded Rectangle 107">
            <a:extLst>
              <a:ext uri="{FF2B5EF4-FFF2-40B4-BE49-F238E27FC236}">
                <a16:creationId xmlns:a16="http://schemas.microsoft.com/office/drawing/2014/main" id="{91A8D926-744A-7DF0-4A84-D4DEFFD9F2AB}"/>
              </a:ext>
            </a:extLst>
          </p:cNvPr>
          <p:cNvSpPr/>
          <p:nvPr/>
        </p:nvSpPr>
        <p:spPr bwMode="ltGray">
          <a:xfrm>
            <a:off x="4222996" y="2444947"/>
            <a:ext cx="612228" cy="794077"/>
          </a:xfrm>
          <a:prstGeom prst="roundRect">
            <a:avLst>
              <a:gd name="adj" fmla="val 7669"/>
            </a:avLst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>
                <a:solidFill>
                  <a:prstClr val="white"/>
                </a:solidFill>
                <a:latin typeface="Calibri" panose="020F0502020204030204"/>
              </a:rPr>
              <a:t>Compute</a:t>
            </a:r>
          </a:p>
          <a:p>
            <a:pPr algn="ctr" defTabSz="914217">
              <a:lnSpc>
                <a:spcPct val="90000"/>
              </a:lnSpc>
            </a:pPr>
            <a:r>
              <a:rPr lang="en-US" sz="800" b="1" dirty="0">
                <a:solidFill>
                  <a:prstClr val="white"/>
                </a:solidFill>
                <a:latin typeface="Calibri" panose="020F0502020204030204"/>
              </a:rPr>
              <a:t>Node</a:t>
            </a:r>
          </a:p>
        </p:txBody>
      </p:sp>
      <p:sp>
        <p:nvSpPr>
          <p:cNvPr id="12" name="Flowchart: Magnetic Disk 108">
            <a:extLst>
              <a:ext uri="{FF2B5EF4-FFF2-40B4-BE49-F238E27FC236}">
                <a16:creationId xmlns:a16="http://schemas.microsoft.com/office/drawing/2014/main" id="{D182E9B3-566B-EF76-D0F7-ED34410BF70F}"/>
              </a:ext>
            </a:extLst>
          </p:cNvPr>
          <p:cNvSpPr/>
          <p:nvPr/>
        </p:nvSpPr>
        <p:spPr bwMode="ltGray">
          <a:xfrm>
            <a:off x="4360432" y="2977863"/>
            <a:ext cx="363625" cy="41791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E73C5687-4DD3-A051-B972-B435F8E3266F}"/>
              </a:ext>
            </a:extLst>
          </p:cNvPr>
          <p:cNvSpPr/>
          <p:nvPr/>
        </p:nvSpPr>
        <p:spPr bwMode="ltGray">
          <a:xfrm rot="16200000">
            <a:off x="5047501" y="3121247"/>
            <a:ext cx="175116" cy="177434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0000"/>
          </a:solidFill>
          <a:ln w="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Freeform 120">
            <a:extLst>
              <a:ext uri="{FF2B5EF4-FFF2-40B4-BE49-F238E27FC236}">
                <a16:creationId xmlns:a16="http://schemas.microsoft.com/office/drawing/2014/main" id="{F6650C27-B7A0-654C-BB7B-BA592FCCF785}"/>
              </a:ext>
            </a:extLst>
          </p:cNvPr>
          <p:cNvSpPr/>
          <p:nvPr/>
        </p:nvSpPr>
        <p:spPr bwMode="ltGray">
          <a:xfrm rot="10800000">
            <a:off x="5242297" y="3119074"/>
            <a:ext cx="175116" cy="177434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00FF"/>
          </a:solidFill>
          <a:ln w="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Freeform 121">
            <a:extLst>
              <a:ext uri="{FF2B5EF4-FFF2-40B4-BE49-F238E27FC236}">
                <a16:creationId xmlns:a16="http://schemas.microsoft.com/office/drawing/2014/main" id="{3E257261-4239-35F8-7147-4E5F87858EFE}"/>
              </a:ext>
            </a:extLst>
          </p:cNvPr>
          <p:cNvSpPr/>
          <p:nvPr/>
        </p:nvSpPr>
        <p:spPr bwMode="ltGray">
          <a:xfrm>
            <a:off x="4349941" y="3119075"/>
            <a:ext cx="175116" cy="177434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C000"/>
          </a:solidFill>
          <a:ln w="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Freeform 122">
            <a:extLst>
              <a:ext uri="{FF2B5EF4-FFF2-40B4-BE49-F238E27FC236}">
                <a16:creationId xmlns:a16="http://schemas.microsoft.com/office/drawing/2014/main" id="{DE82C85E-13B3-47B1-F094-13DF87B993F8}"/>
              </a:ext>
            </a:extLst>
          </p:cNvPr>
          <p:cNvSpPr/>
          <p:nvPr/>
        </p:nvSpPr>
        <p:spPr bwMode="ltGray">
          <a:xfrm rot="5400000">
            <a:off x="4540669" y="3121248"/>
            <a:ext cx="175116" cy="177434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CC00"/>
          </a:solidFill>
          <a:ln w="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: Rounded Corners 3">
            <a:extLst>
              <a:ext uri="{FF2B5EF4-FFF2-40B4-BE49-F238E27FC236}">
                <a16:creationId xmlns:a16="http://schemas.microsoft.com/office/drawing/2014/main" id="{378A8ACF-763B-D06E-9149-CA358059240A}"/>
              </a:ext>
            </a:extLst>
          </p:cNvPr>
          <p:cNvSpPr/>
          <p:nvPr/>
        </p:nvSpPr>
        <p:spPr>
          <a:xfrm>
            <a:off x="4159525" y="2363583"/>
            <a:ext cx="1459861" cy="1096795"/>
          </a:xfrm>
          <a:prstGeom prst="roundRect">
            <a:avLst>
              <a:gd name="adj" fmla="val 9621"/>
            </a:avLst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C3E7D2-4032-C1BD-F92F-3C9B78ACCAFE}"/>
              </a:ext>
            </a:extLst>
          </p:cNvPr>
          <p:cNvSpPr/>
          <p:nvPr/>
        </p:nvSpPr>
        <p:spPr>
          <a:xfrm>
            <a:off x="4257231" y="2751359"/>
            <a:ext cx="534772" cy="198074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Vertica</a:t>
            </a:r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62AFC79-C440-0A6F-CCCD-EFC3CBFA0520}"/>
              </a:ext>
            </a:extLst>
          </p:cNvPr>
          <p:cNvSpPr/>
          <p:nvPr/>
        </p:nvSpPr>
        <p:spPr>
          <a:xfrm>
            <a:off x="4951565" y="2751359"/>
            <a:ext cx="534772" cy="198074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Vertica</a:t>
            </a:r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20" name="Rounded Rectangle 89">
            <a:extLst>
              <a:ext uri="{FF2B5EF4-FFF2-40B4-BE49-F238E27FC236}">
                <a16:creationId xmlns:a16="http://schemas.microsoft.com/office/drawing/2014/main" id="{F94BAA61-EE99-0B9F-B1E3-F8B59C5101ED}"/>
              </a:ext>
            </a:extLst>
          </p:cNvPr>
          <p:cNvSpPr/>
          <p:nvPr/>
        </p:nvSpPr>
        <p:spPr bwMode="ltGray">
          <a:xfrm>
            <a:off x="1933633" y="2444947"/>
            <a:ext cx="612228" cy="794077"/>
          </a:xfrm>
          <a:prstGeom prst="roundRect">
            <a:avLst>
              <a:gd name="adj" fmla="val 7669"/>
            </a:avLst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>
                <a:solidFill>
                  <a:prstClr val="white"/>
                </a:solidFill>
                <a:latin typeface="Calibri" panose="020F0502020204030204"/>
              </a:rPr>
              <a:t>Compute</a:t>
            </a:r>
          </a:p>
          <a:p>
            <a:pPr algn="ctr" defTabSz="914217">
              <a:lnSpc>
                <a:spcPct val="90000"/>
              </a:lnSpc>
            </a:pPr>
            <a:r>
              <a:rPr lang="en-US" sz="800" b="1" dirty="0">
                <a:solidFill>
                  <a:prstClr val="white"/>
                </a:solidFill>
                <a:latin typeface="Calibri" panose="020F0502020204030204"/>
              </a:rPr>
              <a:t>Node</a:t>
            </a:r>
          </a:p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Flowchart: Magnetic Disk 90">
            <a:extLst>
              <a:ext uri="{FF2B5EF4-FFF2-40B4-BE49-F238E27FC236}">
                <a16:creationId xmlns:a16="http://schemas.microsoft.com/office/drawing/2014/main" id="{BB0143D9-F3E0-15B6-6194-18E4E3837BA4}"/>
              </a:ext>
            </a:extLst>
          </p:cNvPr>
          <p:cNvSpPr/>
          <p:nvPr/>
        </p:nvSpPr>
        <p:spPr bwMode="ltGray">
          <a:xfrm>
            <a:off x="2071069" y="2977863"/>
            <a:ext cx="363624" cy="417910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ounded Rectangle 95">
            <a:extLst>
              <a:ext uri="{FF2B5EF4-FFF2-40B4-BE49-F238E27FC236}">
                <a16:creationId xmlns:a16="http://schemas.microsoft.com/office/drawing/2014/main" id="{99C6D98B-64FB-6209-9D86-79B597BB9CC8}"/>
              </a:ext>
            </a:extLst>
          </p:cNvPr>
          <p:cNvSpPr/>
          <p:nvPr/>
        </p:nvSpPr>
        <p:spPr bwMode="ltGray">
          <a:xfrm>
            <a:off x="2611296" y="2451317"/>
            <a:ext cx="612228" cy="794077"/>
          </a:xfrm>
          <a:prstGeom prst="roundRect">
            <a:avLst>
              <a:gd name="adj" fmla="val 7669"/>
            </a:avLst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>
                <a:solidFill>
                  <a:prstClr val="white"/>
                </a:solidFill>
                <a:latin typeface="Calibri" panose="020F0502020204030204"/>
              </a:rPr>
              <a:t>Compute</a:t>
            </a:r>
          </a:p>
          <a:p>
            <a:pPr algn="ctr" defTabSz="914217">
              <a:lnSpc>
                <a:spcPct val="90000"/>
              </a:lnSpc>
            </a:pPr>
            <a:r>
              <a:rPr lang="en-US" sz="800" b="1" dirty="0">
                <a:solidFill>
                  <a:prstClr val="white"/>
                </a:solidFill>
                <a:latin typeface="Calibri" panose="020F0502020204030204"/>
              </a:rPr>
              <a:t>Node</a:t>
            </a:r>
          </a:p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Flowchart: Magnetic Disk 96">
            <a:extLst>
              <a:ext uri="{FF2B5EF4-FFF2-40B4-BE49-F238E27FC236}">
                <a16:creationId xmlns:a16="http://schemas.microsoft.com/office/drawing/2014/main" id="{69878DD6-42DE-DC6D-8B0C-9D86E3AAD5BF}"/>
              </a:ext>
            </a:extLst>
          </p:cNvPr>
          <p:cNvSpPr/>
          <p:nvPr/>
        </p:nvSpPr>
        <p:spPr bwMode="ltGray">
          <a:xfrm>
            <a:off x="2738974" y="2977863"/>
            <a:ext cx="358409" cy="417910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ounded Rectangle 100">
            <a:extLst>
              <a:ext uri="{FF2B5EF4-FFF2-40B4-BE49-F238E27FC236}">
                <a16:creationId xmlns:a16="http://schemas.microsoft.com/office/drawing/2014/main" id="{7B9E05E9-1B0E-5E04-3EF0-891CCC6D9967}"/>
              </a:ext>
            </a:extLst>
          </p:cNvPr>
          <p:cNvSpPr/>
          <p:nvPr/>
        </p:nvSpPr>
        <p:spPr bwMode="ltGray">
          <a:xfrm>
            <a:off x="3324325" y="2448476"/>
            <a:ext cx="612228" cy="794077"/>
          </a:xfrm>
          <a:prstGeom prst="roundRect">
            <a:avLst>
              <a:gd name="adj" fmla="val 7669"/>
            </a:avLst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>
                <a:solidFill>
                  <a:prstClr val="white"/>
                </a:solidFill>
                <a:latin typeface="Calibri" panose="020F0502020204030204"/>
              </a:rPr>
              <a:t>Compute</a:t>
            </a:r>
          </a:p>
          <a:p>
            <a:pPr algn="ctr" defTabSz="914217">
              <a:lnSpc>
                <a:spcPct val="90000"/>
              </a:lnSpc>
            </a:pPr>
            <a:r>
              <a:rPr lang="en-US" sz="800" b="1" dirty="0">
                <a:solidFill>
                  <a:prstClr val="white"/>
                </a:solidFill>
                <a:latin typeface="Calibri" panose="020F0502020204030204"/>
              </a:rPr>
              <a:t>Node</a:t>
            </a:r>
          </a:p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Flowchart: Magnetic Disk 101">
            <a:extLst>
              <a:ext uri="{FF2B5EF4-FFF2-40B4-BE49-F238E27FC236}">
                <a16:creationId xmlns:a16="http://schemas.microsoft.com/office/drawing/2014/main" id="{CC6ADBE6-28B2-4643-B62C-242787C2389F}"/>
              </a:ext>
            </a:extLst>
          </p:cNvPr>
          <p:cNvSpPr/>
          <p:nvPr/>
        </p:nvSpPr>
        <p:spPr bwMode="ltGray">
          <a:xfrm>
            <a:off x="3467840" y="2977863"/>
            <a:ext cx="332115" cy="417910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ounded Rectangle 107">
            <a:extLst>
              <a:ext uri="{FF2B5EF4-FFF2-40B4-BE49-F238E27FC236}">
                <a16:creationId xmlns:a16="http://schemas.microsoft.com/office/drawing/2014/main" id="{2E3E0C59-E14E-5A05-A187-DDD3DC89CC3B}"/>
              </a:ext>
            </a:extLst>
          </p:cNvPr>
          <p:cNvSpPr/>
          <p:nvPr/>
        </p:nvSpPr>
        <p:spPr bwMode="ltGray">
          <a:xfrm>
            <a:off x="1243792" y="2444947"/>
            <a:ext cx="612228" cy="794077"/>
          </a:xfrm>
          <a:prstGeom prst="roundRect">
            <a:avLst>
              <a:gd name="adj" fmla="val 7669"/>
            </a:avLst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>
                <a:solidFill>
                  <a:prstClr val="white"/>
                </a:solidFill>
                <a:latin typeface="Calibri" panose="020F0502020204030204"/>
              </a:rPr>
              <a:t>Compute</a:t>
            </a:r>
          </a:p>
          <a:p>
            <a:pPr algn="ctr" defTabSz="914217">
              <a:lnSpc>
                <a:spcPct val="90000"/>
              </a:lnSpc>
            </a:pPr>
            <a:r>
              <a:rPr lang="en-US" sz="800" b="1" dirty="0">
                <a:solidFill>
                  <a:prstClr val="white"/>
                </a:solidFill>
                <a:latin typeface="Calibri" panose="020F0502020204030204"/>
              </a:rPr>
              <a:t>Node</a:t>
            </a:r>
          </a:p>
        </p:txBody>
      </p:sp>
      <p:sp>
        <p:nvSpPr>
          <p:cNvPr id="27" name="Flowchart: Magnetic Disk 108">
            <a:extLst>
              <a:ext uri="{FF2B5EF4-FFF2-40B4-BE49-F238E27FC236}">
                <a16:creationId xmlns:a16="http://schemas.microsoft.com/office/drawing/2014/main" id="{5BE270B5-E884-8935-2B12-04FD3655BC61}"/>
              </a:ext>
            </a:extLst>
          </p:cNvPr>
          <p:cNvSpPr/>
          <p:nvPr/>
        </p:nvSpPr>
        <p:spPr bwMode="ltGray">
          <a:xfrm>
            <a:off x="1381228" y="2977863"/>
            <a:ext cx="363624" cy="417910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A49FA5BB-F5BF-F0E9-454E-63140100AF86}"/>
              </a:ext>
            </a:extLst>
          </p:cNvPr>
          <p:cNvSpPr/>
          <p:nvPr/>
        </p:nvSpPr>
        <p:spPr bwMode="ltGray">
          <a:xfrm rot="16200000">
            <a:off x="2835665" y="3112937"/>
            <a:ext cx="175116" cy="177434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0000"/>
          </a:solidFill>
          <a:ln w="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Freeform 120">
            <a:extLst>
              <a:ext uri="{FF2B5EF4-FFF2-40B4-BE49-F238E27FC236}">
                <a16:creationId xmlns:a16="http://schemas.microsoft.com/office/drawing/2014/main" id="{D876A3FC-5A66-A267-395B-72F3D6339115}"/>
              </a:ext>
            </a:extLst>
          </p:cNvPr>
          <p:cNvSpPr/>
          <p:nvPr/>
        </p:nvSpPr>
        <p:spPr bwMode="ltGray">
          <a:xfrm rot="10800000">
            <a:off x="3561210" y="3119074"/>
            <a:ext cx="175116" cy="177434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00FF"/>
          </a:solidFill>
          <a:ln w="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Freeform 121">
            <a:extLst>
              <a:ext uri="{FF2B5EF4-FFF2-40B4-BE49-F238E27FC236}">
                <a16:creationId xmlns:a16="http://schemas.microsoft.com/office/drawing/2014/main" id="{2D054C60-89B6-CFF9-8598-E3A6C1A46995}"/>
              </a:ext>
            </a:extLst>
          </p:cNvPr>
          <p:cNvSpPr/>
          <p:nvPr/>
        </p:nvSpPr>
        <p:spPr bwMode="ltGray">
          <a:xfrm>
            <a:off x="1445976" y="3119075"/>
            <a:ext cx="175116" cy="177434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C000"/>
          </a:solidFill>
          <a:ln w="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Freeform 122">
            <a:extLst>
              <a:ext uri="{FF2B5EF4-FFF2-40B4-BE49-F238E27FC236}">
                <a16:creationId xmlns:a16="http://schemas.microsoft.com/office/drawing/2014/main" id="{4E24C170-04C4-29A2-6525-C65BCB2CA204}"/>
              </a:ext>
            </a:extLst>
          </p:cNvPr>
          <p:cNvSpPr/>
          <p:nvPr/>
        </p:nvSpPr>
        <p:spPr bwMode="ltGray">
          <a:xfrm rot="5400000">
            <a:off x="2186302" y="3112937"/>
            <a:ext cx="175116" cy="177434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CC00"/>
          </a:solidFill>
          <a:ln w="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: Rounded Corners 3">
            <a:extLst>
              <a:ext uri="{FF2B5EF4-FFF2-40B4-BE49-F238E27FC236}">
                <a16:creationId xmlns:a16="http://schemas.microsoft.com/office/drawing/2014/main" id="{232AD6C0-F004-1B62-57E3-E77C6C67A1E7}"/>
              </a:ext>
            </a:extLst>
          </p:cNvPr>
          <p:cNvSpPr/>
          <p:nvPr/>
        </p:nvSpPr>
        <p:spPr>
          <a:xfrm>
            <a:off x="1180320" y="2363583"/>
            <a:ext cx="2809829" cy="1096795"/>
          </a:xfrm>
          <a:prstGeom prst="roundRect">
            <a:avLst>
              <a:gd name="adj" fmla="val 9621"/>
            </a:avLst>
          </a:prstGeom>
          <a:noFill/>
          <a:ln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B960EFA-3328-0BF8-79C0-942686A6E503}"/>
              </a:ext>
            </a:extLst>
          </p:cNvPr>
          <p:cNvSpPr/>
          <p:nvPr/>
        </p:nvSpPr>
        <p:spPr>
          <a:xfrm>
            <a:off x="1278026" y="2751359"/>
            <a:ext cx="534772" cy="198074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Vertica</a:t>
            </a:r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64B0656-F612-84F4-482F-35D7AC60A513}"/>
              </a:ext>
            </a:extLst>
          </p:cNvPr>
          <p:cNvSpPr/>
          <p:nvPr/>
        </p:nvSpPr>
        <p:spPr>
          <a:xfrm>
            <a:off x="1972361" y="2751359"/>
            <a:ext cx="534772" cy="198074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Vertica</a:t>
            </a:r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F6391FB-863D-79D9-C3AA-5D6FA61284F6}"/>
              </a:ext>
            </a:extLst>
          </p:cNvPr>
          <p:cNvSpPr/>
          <p:nvPr/>
        </p:nvSpPr>
        <p:spPr>
          <a:xfrm>
            <a:off x="2646662" y="2751359"/>
            <a:ext cx="534772" cy="198074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Vertica</a:t>
            </a:r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BB87DD1-D414-9D1A-FED5-73B6C99CA176}"/>
              </a:ext>
            </a:extLst>
          </p:cNvPr>
          <p:cNvSpPr/>
          <p:nvPr/>
        </p:nvSpPr>
        <p:spPr>
          <a:xfrm>
            <a:off x="3363052" y="2751359"/>
            <a:ext cx="534772" cy="198074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Vertica</a:t>
            </a:r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31A267-3132-EFCF-BAF8-A5E8D46BB0F7}"/>
              </a:ext>
            </a:extLst>
          </p:cNvPr>
          <p:cNvSpPr txBox="1"/>
          <p:nvPr/>
        </p:nvSpPr>
        <p:spPr>
          <a:xfrm>
            <a:off x="2150323" y="2167728"/>
            <a:ext cx="845103" cy="24622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altLang="ko-KR" sz="1000" b="1" dirty="0">
                <a:cs typeface="Roboto Light" charset="0"/>
              </a:rPr>
              <a:t>Subcluster</a:t>
            </a:r>
            <a:endParaRPr lang="ko-KR" altLang="en-US" sz="1000" b="1" dirty="0">
              <a:cs typeface="Roboto Light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CA4885-F83B-3FD5-358F-2682DB06A14F}"/>
              </a:ext>
            </a:extLst>
          </p:cNvPr>
          <p:cNvSpPr txBox="1"/>
          <p:nvPr/>
        </p:nvSpPr>
        <p:spPr>
          <a:xfrm>
            <a:off x="4473702" y="2167728"/>
            <a:ext cx="845103" cy="24622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altLang="ko-KR" sz="1000" b="1" dirty="0">
                <a:cs typeface="Roboto Light" charset="0"/>
              </a:rPr>
              <a:t>Subcluster</a:t>
            </a:r>
            <a:endParaRPr lang="ko-KR" altLang="en-US" sz="1000" b="1" dirty="0">
              <a:cs typeface="Roboto Light" charset="0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B1EDE66D-FCC8-972F-E68E-3E89D9DCBD8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0935" y="3337804"/>
            <a:ext cx="2853175" cy="276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91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그룹 59">
            <a:extLst>
              <a:ext uri="{FF2B5EF4-FFF2-40B4-BE49-F238E27FC236}">
                <a16:creationId xmlns:a16="http://schemas.microsoft.com/office/drawing/2014/main" id="{5B60A266-ACE9-E0AB-9F07-1CD3BAA1E25C}"/>
              </a:ext>
            </a:extLst>
          </p:cNvPr>
          <p:cNvGrpSpPr/>
          <p:nvPr/>
        </p:nvGrpSpPr>
        <p:grpSpPr>
          <a:xfrm>
            <a:off x="983432" y="2139162"/>
            <a:ext cx="4887338" cy="1518930"/>
            <a:chOff x="983432" y="2139162"/>
            <a:chExt cx="4887338" cy="1518930"/>
          </a:xfrm>
        </p:grpSpPr>
        <p:sp>
          <p:nvSpPr>
            <p:cNvPr id="3" name="Rectangle: Rounded Corners 3">
              <a:extLst>
                <a:ext uri="{FF2B5EF4-FFF2-40B4-BE49-F238E27FC236}">
                  <a16:creationId xmlns:a16="http://schemas.microsoft.com/office/drawing/2014/main" id="{3904D0CB-C4F0-8D64-6752-BA10C064B508}"/>
                </a:ext>
              </a:extLst>
            </p:cNvPr>
            <p:cNvSpPr/>
            <p:nvPr/>
          </p:nvSpPr>
          <p:spPr>
            <a:xfrm>
              <a:off x="983432" y="2139162"/>
              <a:ext cx="4887338" cy="15189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Rounded Rectangle 89">
              <a:extLst>
                <a:ext uri="{FF2B5EF4-FFF2-40B4-BE49-F238E27FC236}">
                  <a16:creationId xmlns:a16="http://schemas.microsoft.com/office/drawing/2014/main" id="{B185A2B5-5BA1-518B-8445-41FD95DD46E7}"/>
                </a:ext>
              </a:extLst>
            </p:cNvPr>
            <p:cNvSpPr/>
            <p:nvPr/>
          </p:nvSpPr>
          <p:spPr bwMode="ltGray">
            <a:xfrm>
              <a:off x="4912837" y="2444947"/>
              <a:ext cx="612228" cy="794077"/>
            </a:xfrm>
            <a:prstGeom prst="roundRect">
              <a:avLst>
                <a:gd name="adj" fmla="val 7669"/>
              </a:avLst>
            </a:prstGeom>
            <a:solidFill>
              <a:schemeClr val="accent1"/>
            </a:solidFill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>
                  <a:solidFill>
                    <a:prstClr val="white"/>
                  </a:solidFill>
                  <a:latin typeface="Calibri" panose="020F0502020204030204"/>
                </a:rPr>
                <a:t>Compute</a:t>
              </a:r>
            </a:p>
            <a:p>
              <a:pPr algn="ctr" defTabSz="914217">
                <a:lnSpc>
                  <a:spcPct val="90000"/>
                </a:lnSpc>
              </a:pPr>
              <a:r>
                <a:rPr lang="en-US" sz="800" b="1" dirty="0">
                  <a:solidFill>
                    <a:prstClr val="white"/>
                  </a:solidFill>
                  <a:latin typeface="Calibri" panose="020F0502020204030204"/>
                </a:rPr>
                <a:t>Node</a:t>
              </a:r>
            </a:p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" name="Flowchart: Magnetic Disk 90">
              <a:extLst>
                <a:ext uri="{FF2B5EF4-FFF2-40B4-BE49-F238E27FC236}">
                  <a16:creationId xmlns:a16="http://schemas.microsoft.com/office/drawing/2014/main" id="{6570B7F0-54EF-8A1B-714E-56BD45C70065}"/>
                </a:ext>
              </a:extLst>
            </p:cNvPr>
            <p:cNvSpPr/>
            <p:nvPr/>
          </p:nvSpPr>
          <p:spPr bwMode="ltGray">
            <a:xfrm>
              <a:off x="5050274" y="2977863"/>
              <a:ext cx="363625" cy="417910"/>
            </a:xfrm>
            <a:prstGeom prst="flowChartMagneticDisk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Rounded Rectangle 107">
              <a:extLst>
                <a:ext uri="{FF2B5EF4-FFF2-40B4-BE49-F238E27FC236}">
                  <a16:creationId xmlns:a16="http://schemas.microsoft.com/office/drawing/2014/main" id="{24404C77-7A2B-E55D-4479-EF0757E325A7}"/>
                </a:ext>
              </a:extLst>
            </p:cNvPr>
            <p:cNvSpPr/>
            <p:nvPr/>
          </p:nvSpPr>
          <p:spPr bwMode="ltGray">
            <a:xfrm>
              <a:off x="4222996" y="2444947"/>
              <a:ext cx="612228" cy="794077"/>
            </a:xfrm>
            <a:prstGeom prst="roundRect">
              <a:avLst>
                <a:gd name="adj" fmla="val 7669"/>
              </a:avLst>
            </a:prstGeom>
            <a:solidFill>
              <a:schemeClr val="accent1"/>
            </a:solidFill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>
                  <a:solidFill>
                    <a:prstClr val="white"/>
                  </a:solidFill>
                  <a:latin typeface="Calibri" panose="020F0502020204030204"/>
                </a:rPr>
                <a:t>Compute</a:t>
              </a:r>
            </a:p>
            <a:p>
              <a:pPr algn="ctr" defTabSz="914217">
                <a:lnSpc>
                  <a:spcPct val="90000"/>
                </a:lnSpc>
              </a:pPr>
              <a:r>
                <a:rPr lang="en-US" sz="800" b="1" dirty="0">
                  <a:solidFill>
                    <a:prstClr val="white"/>
                  </a:solidFill>
                  <a:latin typeface="Calibri" panose="020F0502020204030204"/>
                </a:rPr>
                <a:t>Node</a:t>
              </a:r>
            </a:p>
          </p:txBody>
        </p:sp>
        <p:sp>
          <p:nvSpPr>
            <p:cNvPr id="19" name="Flowchart: Magnetic Disk 108">
              <a:extLst>
                <a:ext uri="{FF2B5EF4-FFF2-40B4-BE49-F238E27FC236}">
                  <a16:creationId xmlns:a16="http://schemas.microsoft.com/office/drawing/2014/main" id="{454EAA55-1171-B975-F0EC-968ED9FFD5CA}"/>
                </a:ext>
              </a:extLst>
            </p:cNvPr>
            <p:cNvSpPr/>
            <p:nvPr/>
          </p:nvSpPr>
          <p:spPr bwMode="ltGray">
            <a:xfrm>
              <a:off x="4360432" y="2977863"/>
              <a:ext cx="363625" cy="417910"/>
            </a:xfrm>
            <a:prstGeom prst="flowChartMagneticDisk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0" name="Freeform 119">
              <a:extLst>
                <a:ext uri="{FF2B5EF4-FFF2-40B4-BE49-F238E27FC236}">
                  <a16:creationId xmlns:a16="http://schemas.microsoft.com/office/drawing/2014/main" id="{BA0365A1-33E7-360B-7F27-98EF7A615C42}"/>
                </a:ext>
              </a:extLst>
            </p:cNvPr>
            <p:cNvSpPr/>
            <p:nvPr/>
          </p:nvSpPr>
          <p:spPr bwMode="ltGray">
            <a:xfrm rot="16200000">
              <a:off x="5047501" y="3121247"/>
              <a:ext cx="175116" cy="177434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1" name="Freeform 120">
              <a:extLst>
                <a:ext uri="{FF2B5EF4-FFF2-40B4-BE49-F238E27FC236}">
                  <a16:creationId xmlns:a16="http://schemas.microsoft.com/office/drawing/2014/main" id="{5890DC13-620A-B88D-D5B9-6FE3544768A5}"/>
                </a:ext>
              </a:extLst>
            </p:cNvPr>
            <p:cNvSpPr/>
            <p:nvPr/>
          </p:nvSpPr>
          <p:spPr bwMode="ltGray">
            <a:xfrm rot="10800000">
              <a:off x="5242297" y="3119074"/>
              <a:ext cx="175116" cy="177434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00FF"/>
            </a:solidFill>
            <a:ln w="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3" name="Freeform 121">
              <a:extLst>
                <a:ext uri="{FF2B5EF4-FFF2-40B4-BE49-F238E27FC236}">
                  <a16:creationId xmlns:a16="http://schemas.microsoft.com/office/drawing/2014/main" id="{FD6A6999-CA63-20D3-8E79-E0FD23691144}"/>
                </a:ext>
              </a:extLst>
            </p:cNvPr>
            <p:cNvSpPr/>
            <p:nvPr/>
          </p:nvSpPr>
          <p:spPr bwMode="ltGray">
            <a:xfrm>
              <a:off x="4349941" y="3119075"/>
              <a:ext cx="175116" cy="177434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C000"/>
            </a:solidFill>
            <a:ln w="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4" name="Freeform 122">
              <a:extLst>
                <a:ext uri="{FF2B5EF4-FFF2-40B4-BE49-F238E27FC236}">
                  <a16:creationId xmlns:a16="http://schemas.microsoft.com/office/drawing/2014/main" id="{8D3C8ADC-3D07-F19A-6BA4-E0CCD1F8871B}"/>
                </a:ext>
              </a:extLst>
            </p:cNvPr>
            <p:cNvSpPr/>
            <p:nvPr/>
          </p:nvSpPr>
          <p:spPr bwMode="ltGray">
            <a:xfrm rot="5400000">
              <a:off x="4540669" y="3121248"/>
              <a:ext cx="175116" cy="177434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CC00"/>
            </a:solidFill>
            <a:ln w="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5" name="Rectangle: Rounded Corners 3">
              <a:extLst>
                <a:ext uri="{FF2B5EF4-FFF2-40B4-BE49-F238E27FC236}">
                  <a16:creationId xmlns:a16="http://schemas.microsoft.com/office/drawing/2014/main" id="{ACC3962F-BC6F-E3FC-9679-B3ADF5CD519B}"/>
                </a:ext>
              </a:extLst>
            </p:cNvPr>
            <p:cNvSpPr/>
            <p:nvPr/>
          </p:nvSpPr>
          <p:spPr>
            <a:xfrm>
              <a:off x="4159525" y="2363583"/>
              <a:ext cx="1459861" cy="1096795"/>
            </a:xfrm>
            <a:prstGeom prst="roundRect">
              <a:avLst>
                <a:gd name="adj" fmla="val 9621"/>
              </a:avLst>
            </a:prstGeom>
            <a:noFill/>
            <a:ln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1BC5C59-E399-DAD0-0514-3F3137A95450}"/>
                </a:ext>
              </a:extLst>
            </p:cNvPr>
            <p:cNvSpPr/>
            <p:nvPr/>
          </p:nvSpPr>
          <p:spPr>
            <a:xfrm>
              <a:off x="4257231" y="2751359"/>
              <a:ext cx="534772" cy="198074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Vertica</a:t>
              </a:r>
              <a:endParaRPr lang="en-GB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E521476-F2A0-1CA8-9DFB-66F6BAE2176F}"/>
                </a:ext>
              </a:extLst>
            </p:cNvPr>
            <p:cNvSpPr/>
            <p:nvPr/>
          </p:nvSpPr>
          <p:spPr>
            <a:xfrm>
              <a:off x="4951565" y="2751359"/>
              <a:ext cx="534772" cy="198074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Vertica</a:t>
              </a:r>
              <a:endParaRPr lang="en-GB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Rounded Rectangle 89">
              <a:extLst>
                <a:ext uri="{FF2B5EF4-FFF2-40B4-BE49-F238E27FC236}">
                  <a16:creationId xmlns:a16="http://schemas.microsoft.com/office/drawing/2014/main" id="{086233C3-17CA-9FD8-2928-FDB28DBA829B}"/>
                </a:ext>
              </a:extLst>
            </p:cNvPr>
            <p:cNvSpPr/>
            <p:nvPr/>
          </p:nvSpPr>
          <p:spPr bwMode="ltGray">
            <a:xfrm>
              <a:off x="1933633" y="2444947"/>
              <a:ext cx="612228" cy="794077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>
                  <a:solidFill>
                    <a:prstClr val="white"/>
                  </a:solidFill>
                  <a:latin typeface="Calibri" panose="020F0502020204030204"/>
                </a:rPr>
                <a:t>Compute</a:t>
              </a:r>
            </a:p>
            <a:p>
              <a:pPr algn="ctr" defTabSz="914217">
                <a:lnSpc>
                  <a:spcPct val="90000"/>
                </a:lnSpc>
              </a:pPr>
              <a:r>
                <a:rPr lang="en-US" sz="800" b="1" dirty="0">
                  <a:solidFill>
                    <a:prstClr val="white"/>
                  </a:solidFill>
                  <a:latin typeface="Calibri" panose="020F0502020204030204"/>
                </a:rPr>
                <a:t>Node</a:t>
              </a:r>
            </a:p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0" name="Flowchart: Magnetic Disk 90">
              <a:extLst>
                <a:ext uri="{FF2B5EF4-FFF2-40B4-BE49-F238E27FC236}">
                  <a16:creationId xmlns:a16="http://schemas.microsoft.com/office/drawing/2014/main" id="{73C7D778-0DBF-E8A2-E088-66A6C67F5C5B}"/>
                </a:ext>
              </a:extLst>
            </p:cNvPr>
            <p:cNvSpPr/>
            <p:nvPr/>
          </p:nvSpPr>
          <p:spPr bwMode="ltGray">
            <a:xfrm>
              <a:off x="2071069" y="2977863"/>
              <a:ext cx="363624" cy="417910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1" name="Rounded Rectangle 95">
              <a:extLst>
                <a:ext uri="{FF2B5EF4-FFF2-40B4-BE49-F238E27FC236}">
                  <a16:creationId xmlns:a16="http://schemas.microsoft.com/office/drawing/2014/main" id="{4F049D23-F855-F64F-2AA7-502D5F41336A}"/>
                </a:ext>
              </a:extLst>
            </p:cNvPr>
            <p:cNvSpPr/>
            <p:nvPr/>
          </p:nvSpPr>
          <p:spPr bwMode="ltGray">
            <a:xfrm>
              <a:off x="2611296" y="2451317"/>
              <a:ext cx="612228" cy="794077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>
                  <a:solidFill>
                    <a:prstClr val="white"/>
                  </a:solidFill>
                  <a:latin typeface="Calibri" panose="020F0502020204030204"/>
                </a:rPr>
                <a:t>Compute</a:t>
              </a:r>
            </a:p>
            <a:p>
              <a:pPr algn="ctr" defTabSz="914217">
                <a:lnSpc>
                  <a:spcPct val="90000"/>
                </a:lnSpc>
              </a:pPr>
              <a:r>
                <a:rPr lang="en-US" sz="800" b="1" dirty="0">
                  <a:solidFill>
                    <a:prstClr val="white"/>
                  </a:solidFill>
                  <a:latin typeface="Calibri" panose="020F0502020204030204"/>
                </a:rPr>
                <a:t>Node</a:t>
              </a:r>
            </a:p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2" name="Flowchart: Magnetic Disk 96">
              <a:extLst>
                <a:ext uri="{FF2B5EF4-FFF2-40B4-BE49-F238E27FC236}">
                  <a16:creationId xmlns:a16="http://schemas.microsoft.com/office/drawing/2014/main" id="{5AF71133-CCAE-0034-EB37-B11AB420CF4E}"/>
                </a:ext>
              </a:extLst>
            </p:cNvPr>
            <p:cNvSpPr/>
            <p:nvPr/>
          </p:nvSpPr>
          <p:spPr bwMode="ltGray">
            <a:xfrm>
              <a:off x="2738974" y="2977863"/>
              <a:ext cx="358409" cy="417910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3" name="Rounded Rectangle 100">
              <a:extLst>
                <a:ext uri="{FF2B5EF4-FFF2-40B4-BE49-F238E27FC236}">
                  <a16:creationId xmlns:a16="http://schemas.microsoft.com/office/drawing/2014/main" id="{634079B5-2F99-DC23-DAE5-6679EB5C84D4}"/>
                </a:ext>
              </a:extLst>
            </p:cNvPr>
            <p:cNvSpPr/>
            <p:nvPr/>
          </p:nvSpPr>
          <p:spPr bwMode="ltGray">
            <a:xfrm>
              <a:off x="3324325" y="2448476"/>
              <a:ext cx="612228" cy="794077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>
                  <a:solidFill>
                    <a:prstClr val="white"/>
                  </a:solidFill>
                  <a:latin typeface="Calibri" panose="020F0502020204030204"/>
                </a:rPr>
                <a:t>Compute</a:t>
              </a:r>
            </a:p>
            <a:p>
              <a:pPr algn="ctr" defTabSz="914217">
                <a:lnSpc>
                  <a:spcPct val="90000"/>
                </a:lnSpc>
              </a:pPr>
              <a:r>
                <a:rPr lang="en-US" sz="800" b="1" dirty="0">
                  <a:solidFill>
                    <a:prstClr val="white"/>
                  </a:solidFill>
                  <a:latin typeface="Calibri" panose="020F0502020204030204"/>
                </a:rPr>
                <a:t>Node</a:t>
              </a:r>
            </a:p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4" name="Flowchart: Magnetic Disk 101">
              <a:extLst>
                <a:ext uri="{FF2B5EF4-FFF2-40B4-BE49-F238E27FC236}">
                  <a16:creationId xmlns:a16="http://schemas.microsoft.com/office/drawing/2014/main" id="{065E2A66-7C14-F456-CF6E-F66E60D8B496}"/>
                </a:ext>
              </a:extLst>
            </p:cNvPr>
            <p:cNvSpPr/>
            <p:nvPr/>
          </p:nvSpPr>
          <p:spPr bwMode="ltGray">
            <a:xfrm>
              <a:off x="3467840" y="2977863"/>
              <a:ext cx="332115" cy="417910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5" name="Rounded Rectangle 107">
              <a:extLst>
                <a:ext uri="{FF2B5EF4-FFF2-40B4-BE49-F238E27FC236}">
                  <a16:creationId xmlns:a16="http://schemas.microsoft.com/office/drawing/2014/main" id="{12D67BFC-BF8E-45D1-035E-B07C4B683898}"/>
                </a:ext>
              </a:extLst>
            </p:cNvPr>
            <p:cNvSpPr/>
            <p:nvPr/>
          </p:nvSpPr>
          <p:spPr bwMode="ltGray">
            <a:xfrm>
              <a:off x="1243792" y="2444947"/>
              <a:ext cx="612228" cy="794077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>
                  <a:solidFill>
                    <a:prstClr val="white"/>
                  </a:solidFill>
                  <a:latin typeface="Calibri" panose="020F0502020204030204"/>
                </a:rPr>
                <a:t>Compute</a:t>
              </a:r>
            </a:p>
            <a:p>
              <a:pPr algn="ctr" defTabSz="914217">
                <a:lnSpc>
                  <a:spcPct val="90000"/>
                </a:lnSpc>
              </a:pPr>
              <a:r>
                <a:rPr lang="en-US" sz="800" b="1" dirty="0">
                  <a:solidFill>
                    <a:prstClr val="white"/>
                  </a:solidFill>
                  <a:latin typeface="Calibri" panose="020F0502020204030204"/>
                </a:rPr>
                <a:t>Node</a:t>
              </a:r>
            </a:p>
          </p:txBody>
        </p:sp>
        <p:sp>
          <p:nvSpPr>
            <p:cNvPr id="46" name="Flowchart: Magnetic Disk 108">
              <a:extLst>
                <a:ext uri="{FF2B5EF4-FFF2-40B4-BE49-F238E27FC236}">
                  <a16:creationId xmlns:a16="http://schemas.microsoft.com/office/drawing/2014/main" id="{5B2E98A1-240E-2739-1F9A-E756A1A72B56}"/>
                </a:ext>
              </a:extLst>
            </p:cNvPr>
            <p:cNvSpPr/>
            <p:nvPr/>
          </p:nvSpPr>
          <p:spPr bwMode="ltGray">
            <a:xfrm>
              <a:off x="1381228" y="2977863"/>
              <a:ext cx="363624" cy="417910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7" name="Freeform 119">
              <a:extLst>
                <a:ext uri="{FF2B5EF4-FFF2-40B4-BE49-F238E27FC236}">
                  <a16:creationId xmlns:a16="http://schemas.microsoft.com/office/drawing/2014/main" id="{A0F48729-5383-DA0E-9ED8-BEAF1C6BE2C4}"/>
                </a:ext>
              </a:extLst>
            </p:cNvPr>
            <p:cNvSpPr/>
            <p:nvPr/>
          </p:nvSpPr>
          <p:spPr bwMode="ltGray">
            <a:xfrm rot="16200000">
              <a:off x="2835665" y="3112937"/>
              <a:ext cx="175116" cy="177434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8" name="Freeform 120">
              <a:extLst>
                <a:ext uri="{FF2B5EF4-FFF2-40B4-BE49-F238E27FC236}">
                  <a16:creationId xmlns:a16="http://schemas.microsoft.com/office/drawing/2014/main" id="{7B70A16C-C04F-A81F-5948-BFF0D756A3B4}"/>
                </a:ext>
              </a:extLst>
            </p:cNvPr>
            <p:cNvSpPr/>
            <p:nvPr/>
          </p:nvSpPr>
          <p:spPr bwMode="ltGray">
            <a:xfrm rot="10800000">
              <a:off x="3561210" y="3119074"/>
              <a:ext cx="175116" cy="177434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00FF"/>
            </a:solidFill>
            <a:ln w="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9" name="Freeform 121">
              <a:extLst>
                <a:ext uri="{FF2B5EF4-FFF2-40B4-BE49-F238E27FC236}">
                  <a16:creationId xmlns:a16="http://schemas.microsoft.com/office/drawing/2014/main" id="{A881C7F2-F2D7-1CCD-33CA-A6CB5C81F68A}"/>
                </a:ext>
              </a:extLst>
            </p:cNvPr>
            <p:cNvSpPr/>
            <p:nvPr/>
          </p:nvSpPr>
          <p:spPr bwMode="ltGray">
            <a:xfrm>
              <a:off x="1445976" y="3119075"/>
              <a:ext cx="175116" cy="177434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C000"/>
            </a:solidFill>
            <a:ln w="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0" name="Freeform 122">
              <a:extLst>
                <a:ext uri="{FF2B5EF4-FFF2-40B4-BE49-F238E27FC236}">
                  <a16:creationId xmlns:a16="http://schemas.microsoft.com/office/drawing/2014/main" id="{9C4E72D7-E21D-A091-2E63-9B03AE6BA18C}"/>
                </a:ext>
              </a:extLst>
            </p:cNvPr>
            <p:cNvSpPr/>
            <p:nvPr/>
          </p:nvSpPr>
          <p:spPr bwMode="ltGray">
            <a:xfrm rot="5400000">
              <a:off x="2186302" y="3112937"/>
              <a:ext cx="175116" cy="177434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CC00"/>
            </a:solidFill>
            <a:ln w="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1" name="Rectangle: Rounded Corners 3">
              <a:extLst>
                <a:ext uri="{FF2B5EF4-FFF2-40B4-BE49-F238E27FC236}">
                  <a16:creationId xmlns:a16="http://schemas.microsoft.com/office/drawing/2014/main" id="{8C04CC5A-0722-2A49-1BF1-12F8F4A9B680}"/>
                </a:ext>
              </a:extLst>
            </p:cNvPr>
            <p:cNvSpPr/>
            <p:nvPr/>
          </p:nvSpPr>
          <p:spPr>
            <a:xfrm>
              <a:off x="1180320" y="2363583"/>
              <a:ext cx="2809829" cy="1096795"/>
            </a:xfrm>
            <a:prstGeom prst="roundRect">
              <a:avLst>
                <a:gd name="adj" fmla="val 9621"/>
              </a:avLst>
            </a:prstGeom>
            <a:noFill/>
            <a:ln>
              <a:solidFill>
                <a:schemeClr val="tx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9F9CCB58-AC2C-1DC5-9FEA-B955AB1A2596}"/>
                </a:ext>
              </a:extLst>
            </p:cNvPr>
            <p:cNvSpPr/>
            <p:nvPr/>
          </p:nvSpPr>
          <p:spPr>
            <a:xfrm>
              <a:off x="1278026" y="2751359"/>
              <a:ext cx="534772" cy="198074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Vertica</a:t>
              </a:r>
              <a:endParaRPr lang="en-GB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72F8EB4-340E-8D9C-8C51-7810A093B5C3}"/>
                </a:ext>
              </a:extLst>
            </p:cNvPr>
            <p:cNvSpPr/>
            <p:nvPr/>
          </p:nvSpPr>
          <p:spPr>
            <a:xfrm>
              <a:off x="1972361" y="2751359"/>
              <a:ext cx="534772" cy="198074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Vertica</a:t>
              </a:r>
              <a:endParaRPr lang="en-GB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4006F92F-87A6-1D4E-BEF1-28E63BD997B0}"/>
                </a:ext>
              </a:extLst>
            </p:cNvPr>
            <p:cNvSpPr/>
            <p:nvPr/>
          </p:nvSpPr>
          <p:spPr>
            <a:xfrm>
              <a:off x="2646662" y="2751359"/>
              <a:ext cx="534772" cy="198074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Vertica</a:t>
              </a:r>
              <a:endParaRPr lang="en-GB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AC1C474-9F74-EB60-5AFE-0E9BCEEB2F60}"/>
                </a:ext>
              </a:extLst>
            </p:cNvPr>
            <p:cNvSpPr/>
            <p:nvPr/>
          </p:nvSpPr>
          <p:spPr>
            <a:xfrm>
              <a:off x="3363052" y="2751359"/>
              <a:ext cx="534772" cy="198074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Vertica</a:t>
              </a:r>
              <a:endParaRPr lang="en-GB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B21FCEA-BA13-790D-732B-D99DF3D03126}"/>
                </a:ext>
              </a:extLst>
            </p:cNvPr>
            <p:cNvSpPr txBox="1"/>
            <p:nvPr/>
          </p:nvSpPr>
          <p:spPr>
            <a:xfrm>
              <a:off x="2150323" y="2167728"/>
              <a:ext cx="845103" cy="24622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en-GB" altLang="ko-KR" sz="1000" b="1" dirty="0">
                  <a:cs typeface="Roboto Light" charset="0"/>
                </a:rPr>
                <a:t>Subcluster</a:t>
              </a:r>
              <a:endParaRPr lang="ko-KR" altLang="en-US" sz="1000" b="1" dirty="0">
                <a:cs typeface="Roboto Light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1FE461F-8F91-C33E-EFB3-D244C0635677}"/>
                </a:ext>
              </a:extLst>
            </p:cNvPr>
            <p:cNvSpPr txBox="1"/>
            <p:nvPr/>
          </p:nvSpPr>
          <p:spPr>
            <a:xfrm>
              <a:off x="4473702" y="2167728"/>
              <a:ext cx="845103" cy="24622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en-GB" altLang="ko-KR" sz="1000" b="1" dirty="0">
                  <a:cs typeface="Roboto Light" charset="0"/>
                </a:rPr>
                <a:t>Subcluster</a:t>
              </a:r>
              <a:endParaRPr lang="ko-KR" altLang="en-US" sz="1000" b="1" dirty="0">
                <a:cs typeface="Roboto Light" charset="0"/>
              </a:endParaRP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CE2F45F-5B5B-FAA4-B07E-13049B5300F6}"/>
              </a:ext>
            </a:extLst>
          </p:cNvPr>
          <p:cNvSpPr/>
          <p:nvPr/>
        </p:nvSpPr>
        <p:spPr>
          <a:xfrm>
            <a:off x="6483350" y="3646449"/>
            <a:ext cx="5372100" cy="26098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제목 31">
            <a:extLst>
              <a:ext uri="{FF2B5EF4-FFF2-40B4-BE49-F238E27FC236}">
                <a16:creationId xmlns:a16="http://schemas.microsoft.com/office/drawing/2014/main" id="{1BCF6748-9F54-85CE-605A-BB347B5B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Storage Architecture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5A30AD3-672C-A617-F029-A4E7707CAD39}"/>
              </a:ext>
            </a:extLst>
          </p:cNvPr>
          <p:cNvGrpSpPr/>
          <p:nvPr/>
        </p:nvGrpSpPr>
        <p:grpSpPr>
          <a:xfrm>
            <a:off x="2784122" y="4238333"/>
            <a:ext cx="1498813" cy="1329666"/>
            <a:chOff x="4954101" y="4260416"/>
            <a:chExt cx="1276330" cy="113229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D0C43C3-CBA3-4CFB-E504-33CEEB3F3297}"/>
                </a:ext>
              </a:extLst>
            </p:cNvPr>
            <p:cNvSpPr/>
            <p:nvPr/>
          </p:nvSpPr>
          <p:spPr>
            <a:xfrm>
              <a:off x="5160245" y="5103145"/>
              <a:ext cx="856196" cy="289562"/>
            </a:xfrm>
            <a:prstGeom prst="ellipse">
              <a:avLst/>
            </a:prstGeom>
            <a:solidFill>
              <a:srgbClr val="00008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사다리꼴 16">
              <a:extLst>
                <a:ext uri="{FF2B5EF4-FFF2-40B4-BE49-F238E27FC236}">
                  <a16:creationId xmlns:a16="http://schemas.microsoft.com/office/drawing/2014/main" id="{C9187CB1-00DC-0509-CD45-979999EFA45F}"/>
                </a:ext>
              </a:extLst>
            </p:cNvPr>
            <p:cNvSpPr/>
            <p:nvPr/>
          </p:nvSpPr>
          <p:spPr>
            <a:xfrm rot="10800000">
              <a:off x="4954101" y="4405196"/>
              <a:ext cx="1268314" cy="863331"/>
            </a:xfrm>
            <a:prstGeom prst="trapezoid">
              <a:avLst/>
            </a:prstGeom>
            <a:solidFill>
              <a:srgbClr val="0000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E9D39E4B-A29B-1380-C84C-5852A53738E3}"/>
                </a:ext>
              </a:extLst>
            </p:cNvPr>
            <p:cNvSpPr/>
            <p:nvPr/>
          </p:nvSpPr>
          <p:spPr>
            <a:xfrm>
              <a:off x="4954102" y="4260416"/>
              <a:ext cx="1276329" cy="28956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EAAEBF6-FE53-C8DE-9737-E9D3F5E03DC6}"/>
              </a:ext>
            </a:extLst>
          </p:cNvPr>
          <p:cNvGrpSpPr/>
          <p:nvPr/>
        </p:nvGrpSpPr>
        <p:grpSpPr>
          <a:xfrm>
            <a:off x="3210775" y="4723564"/>
            <a:ext cx="676589" cy="675731"/>
            <a:chOff x="3511164" y="4365104"/>
            <a:chExt cx="676589" cy="675731"/>
          </a:xfrm>
        </p:grpSpPr>
        <p:sp>
          <p:nvSpPr>
            <p:cNvPr id="12" name="Freeform 119">
              <a:extLst>
                <a:ext uri="{FF2B5EF4-FFF2-40B4-BE49-F238E27FC236}">
                  <a16:creationId xmlns:a16="http://schemas.microsoft.com/office/drawing/2014/main" id="{2B50DB41-60B3-ACCD-8E64-1DA581D5D83F}"/>
                </a:ext>
              </a:extLst>
            </p:cNvPr>
            <p:cNvSpPr/>
            <p:nvPr/>
          </p:nvSpPr>
          <p:spPr bwMode="ltGray">
            <a:xfrm rot="16200000">
              <a:off x="3511164" y="4716835"/>
              <a:ext cx="324000" cy="324000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CC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" name="Freeform 120">
              <a:extLst>
                <a:ext uri="{FF2B5EF4-FFF2-40B4-BE49-F238E27FC236}">
                  <a16:creationId xmlns:a16="http://schemas.microsoft.com/office/drawing/2014/main" id="{B96C02C0-B6FC-7868-5A8E-9F88F265BF1D}"/>
                </a:ext>
              </a:extLst>
            </p:cNvPr>
            <p:cNvSpPr/>
            <p:nvPr/>
          </p:nvSpPr>
          <p:spPr bwMode="ltGray">
            <a:xfrm rot="10800000">
              <a:off x="3863753" y="4716834"/>
              <a:ext cx="324000" cy="324000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00FF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4" name="Freeform 121">
              <a:extLst>
                <a:ext uri="{FF2B5EF4-FFF2-40B4-BE49-F238E27FC236}">
                  <a16:creationId xmlns:a16="http://schemas.microsoft.com/office/drawing/2014/main" id="{D93052E1-9B25-C4B0-764D-887809577527}"/>
                </a:ext>
              </a:extLst>
            </p:cNvPr>
            <p:cNvSpPr/>
            <p:nvPr/>
          </p:nvSpPr>
          <p:spPr bwMode="ltGray">
            <a:xfrm>
              <a:off x="3511164" y="4365104"/>
              <a:ext cx="324000" cy="324000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C0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" name="Freeform 122">
              <a:extLst>
                <a:ext uri="{FF2B5EF4-FFF2-40B4-BE49-F238E27FC236}">
                  <a16:creationId xmlns:a16="http://schemas.microsoft.com/office/drawing/2014/main" id="{9F5A149B-7AD7-ED88-6211-34D0FF8EC5C2}"/>
                </a:ext>
              </a:extLst>
            </p:cNvPr>
            <p:cNvSpPr/>
            <p:nvPr/>
          </p:nvSpPr>
          <p:spPr bwMode="ltGray">
            <a:xfrm rot="5400000">
              <a:off x="3863752" y="4365104"/>
              <a:ext cx="324000" cy="324000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1B2CE95-01B4-E31A-48F1-830BA8A6E594}"/>
              </a:ext>
            </a:extLst>
          </p:cNvPr>
          <p:cNvSpPr txBox="1"/>
          <p:nvPr/>
        </p:nvSpPr>
        <p:spPr>
          <a:xfrm>
            <a:off x="2979011" y="4724018"/>
            <a:ext cx="627095" cy="369332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  <a:t>segment</a:t>
            </a:r>
            <a:br>
              <a:rPr lang="en-US" altLang="ko-KR" sz="900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</a:br>
            <a:r>
              <a:rPr lang="en-US" altLang="ko-KR" sz="900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  <a:t>001</a:t>
            </a:r>
            <a:endParaRPr lang="en-GB" sz="900" dirty="0">
              <a:solidFill>
                <a:schemeClr val="bg1"/>
              </a:solidFill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380337-E133-27D1-2E90-0C8C580E9035}"/>
              </a:ext>
            </a:extLst>
          </p:cNvPr>
          <p:cNvSpPr txBox="1"/>
          <p:nvPr/>
        </p:nvSpPr>
        <p:spPr>
          <a:xfrm>
            <a:off x="3525057" y="4717294"/>
            <a:ext cx="627095" cy="369332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  <a:t>segment</a:t>
            </a:r>
            <a:br>
              <a:rPr lang="en-US" altLang="ko-KR" sz="900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</a:br>
            <a:r>
              <a:rPr lang="en-US" altLang="ko-KR" sz="900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  <a:t>003</a:t>
            </a:r>
            <a:endParaRPr lang="en-GB" sz="900" dirty="0">
              <a:solidFill>
                <a:schemeClr val="bg1"/>
              </a:solidFill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82771A-057A-8F99-671A-7BBA730DC2D1}"/>
              </a:ext>
            </a:extLst>
          </p:cNvPr>
          <p:cNvSpPr txBox="1"/>
          <p:nvPr/>
        </p:nvSpPr>
        <p:spPr>
          <a:xfrm>
            <a:off x="2979011" y="5012408"/>
            <a:ext cx="627095" cy="369332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  <a:t>segment</a:t>
            </a:r>
            <a:br>
              <a:rPr lang="en-US" altLang="ko-KR" sz="900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</a:br>
            <a:r>
              <a:rPr lang="en-US" altLang="ko-KR" sz="900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  <a:t>002</a:t>
            </a:r>
            <a:endParaRPr lang="en-GB" sz="900" dirty="0">
              <a:solidFill>
                <a:schemeClr val="bg1"/>
              </a:solidFill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BCC137-65BB-DD9A-14E4-CDB4325E1567}"/>
              </a:ext>
            </a:extLst>
          </p:cNvPr>
          <p:cNvSpPr txBox="1"/>
          <p:nvPr/>
        </p:nvSpPr>
        <p:spPr>
          <a:xfrm>
            <a:off x="3525057" y="5005684"/>
            <a:ext cx="627095" cy="369332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  <a:t>segment</a:t>
            </a:r>
            <a:br>
              <a:rPr lang="en-US" altLang="ko-KR" sz="900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</a:br>
            <a:r>
              <a:rPr lang="en-US" altLang="ko-KR" sz="900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  <a:t>004</a:t>
            </a:r>
            <a:endParaRPr lang="en-GB" sz="900" dirty="0">
              <a:solidFill>
                <a:schemeClr val="bg1"/>
              </a:solidFill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F6EABF-5FCF-5E79-2B2E-F1603BECB90D}"/>
              </a:ext>
            </a:extLst>
          </p:cNvPr>
          <p:cNvSpPr txBox="1"/>
          <p:nvPr/>
        </p:nvSpPr>
        <p:spPr>
          <a:xfrm>
            <a:off x="3130317" y="5561097"/>
            <a:ext cx="851515" cy="492443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ko-KR" altLang="en-US" sz="1300" b="1" dirty="0">
                <a:cs typeface="Roboto Light" charset="0"/>
              </a:rPr>
              <a:t>오브젝트</a:t>
            </a:r>
            <a:br>
              <a:rPr lang="en-GB" altLang="ko-KR" sz="1300" b="1" dirty="0">
                <a:cs typeface="Roboto Light" charset="0"/>
              </a:rPr>
            </a:br>
            <a:r>
              <a:rPr lang="ko-KR" altLang="en-US" sz="1300" b="1" dirty="0">
                <a:cs typeface="Roboto Light" charset="0"/>
              </a:rPr>
              <a:t>스토리지</a:t>
            </a:r>
          </a:p>
        </p:txBody>
      </p:sp>
      <p:sp>
        <p:nvSpPr>
          <p:cNvPr id="22" name="왼쪽 중괄호 21">
            <a:extLst>
              <a:ext uri="{FF2B5EF4-FFF2-40B4-BE49-F238E27FC236}">
                <a16:creationId xmlns:a16="http://schemas.microsoft.com/office/drawing/2014/main" id="{A057FC46-5351-AC22-F07C-E70EA45A3F31}"/>
              </a:ext>
            </a:extLst>
          </p:cNvPr>
          <p:cNvSpPr/>
          <p:nvPr/>
        </p:nvSpPr>
        <p:spPr>
          <a:xfrm>
            <a:off x="2592822" y="4864668"/>
            <a:ext cx="250756" cy="634541"/>
          </a:xfrm>
          <a:prstGeom prst="leftBrace">
            <a:avLst/>
          </a:prstGeom>
          <a:ln>
            <a:solidFill>
              <a:srgbClr val="0000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6CCD4F-D887-CD6C-3920-538FFC5ADB6E}"/>
              </a:ext>
            </a:extLst>
          </p:cNvPr>
          <p:cNvSpPr txBox="1"/>
          <p:nvPr/>
        </p:nvSpPr>
        <p:spPr>
          <a:xfrm>
            <a:off x="1777711" y="5004214"/>
            <a:ext cx="954107" cy="40011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8B"/>
                </a:solidFill>
                <a:cs typeface="Roboto Light" charset="0"/>
              </a:rPr>
              <a:t>버티카</a:t>
            </a:r>
            <a:br>
              <a:rPr lang="en-GB" altLang="ko-KR" sz="1000" b="1" dirty="0">
                <a:solidFill>
                  <a:srgbClr val="00008B"/>
                </a:solidFill>
                <a:cs typeface="Roboto Light" charset="0"/>
              </a:rPr>
            </a:br>
            <a:r>
              <a:rPr lang="ko-KR" altLang="en-US" sz="1000" b="1" dirty="0">
                <a:solidFill>
                  <a:srgbClr val="00008B"/>
                </a:solidFill>
                <a:cs typeface="Roboto Light" charset="0"/>
              </a:rPr>
              <a:t>데이터베이스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C9F219-B2ED-E9D5-F1A6-D97938A3916B}"/>
              </a:ext>
            </a:extLst>
          </p:cNvPr>
          <p:cNvSpPr txBox="1"/>
          <p:nvPr/>
        </p:nvSpPr>
        <p:spPr>
          <a:xfrm>
            <a:off x="6638453" y="3954947"/>
            <a:ext cx="5520177" cy="1992853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버티카는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Write-Once 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기반으로 트랜잭션을 처리하므로 </a:t>
            </a:r>
            <a:br>
              <a:rPr lang="en-GB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</a:b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오브젝트 스토리지에 데이터베이스가 저장 되더라도 </a:t>
            </a:r>
            <a:br>
              <a:rPr lang="en-GB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</a:br>
            <a:r>
              <a:rPr lang="en-GB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DML(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갱신</a:t>
            </a:r>
            <a:r>
              <a:rPr lang="en-GB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삭제 등</a:t>
            </a:r>
            <a:r>
              <a:rPr lang="en-GB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처리에 제약이 없음</a:t>
            </a:r>
            <a:endParaRPr lang="en-GB" altLang="ko-KR" sz="12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트랜잭션이 발생하면 오브젝트 스토리지에 데이터</a:t>
            </a:r>
            <a:r>
              <a:rPr lang="en-US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(commit)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가 </a:t>
            </a:r>
            <a:br>
              <a:rPr lang="en-GB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</a:b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최적의 조각</a:t>
            </a:r>
            <a:r>
              <a:rPr lang="en-US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노드 수의 약수 혹은 배수</a:t>
            </a:r>
            <a:r>
              <a:rPr lang="en-US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)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으로 나뉘어 저장</a:t>
            </a:r>
            <a:endParaRPr lang="en-GB" altLang="ko-KR" sz="12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GB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Commit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된 데이터는 즉시 모든 서브 클러스터들이 동시에 활용</a:t>
            </a:r>
            <a:endParaRPr lang="en-US" altLang="ko-KR" sz="12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백업 역시 오브젝트 스토리지에 저장 및 관리되며 다른 </a:t>
            </a:r>
            <a:r>
              <a:rPr lang="en-US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region </a:t>
            </a: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및 </a:t>
            </a:r>
            <a:br>
              <a:rPr lang="en-GB" altLang="ko-KR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</a:br>
            <a:r>
              <a:rPr lang="ko-KR" altLang="en-US" sz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다른 기종의 오브젝트 스토리지를 지원하므로 백업 데이터 소산 지원</a:t>
            </a:r>
            <a:endParaRPr lang="en-GB" sz="12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</p:txBody>
      </p:sp>
      <p:pic>
        <p:nvPicPr>
          <p:cNvPr id="93" name="그림 92">
            <a:extLst>
              <a:ext uri="{FF2B5EF4-FFF2-40B4-BE49-F238E27FC236}">
                <a16:creationId xmlns:a16="http://schemas.microsoft.com/office/drawing/2014/main" id="{7B7E6A6C-53FB-0150-5597-ECD71A7167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3432" y="2113545"/>
            <a:ext cx="4993057" cy="1621677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0B523DB-2B9D-BB97-F6A5-7779A6814996}"/>
              </a:ext>
            </a:extLst>
          </p:cNvPr>
          <p:cNvCxnSpPr/>
          <p:nvPr/>
        </p:nvCxnSpPr>
        <p:spPr>
          <a:xfrm flipH="1" flipV="1">
            <a:off x="2530966" y="3414259"/>
            <a:ext cx="994091" cy="994091"/>
          </a:xfrm>
          <a:prstGeom prst="straightConnector1">
            <a:avLst/>
          </a:prstGeom>
          <a:ln w="1905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D8204C5-2941-EE8A-1915-F6BE70EFDDC7}"/>
              </a:ext>
            </a:extLst>
          </p:cNvPr>
          <p:cNvCxnSpPr>
            <a:cxnSpLocks/>
          </p:cNvCxnSpPr>
          <p:nvPr/>
        </p:nvCxnSpPr>
        <p:spPr>
          <a:xfrm flipV="1">
            <a:off x="3553718" y="3414259"/>
            <a:ext cx="994091" cy="994091"/>
          </a:xfrm>
          <a:prstGeom prst="straightConnector1">
            <a:avLst/>
          </a:prstGeom>
          <a:ln w="1905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80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3" t="7558" r="89" b="12534"/>
          <a:stretch/>
        </p:blipFill>
        <p:spPr>
          <a:xfrm>
            <a:off x="0" y="1"/>
            <a:ext cx="12192000" cy="68834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1"/>
            <a:ext cx="12192000" cy="6883399"/>
          </a:xfrm>
          <a:prstGeom prst="rect">
            <a:avLst/>
          </a:prstGeom>
          <a:solidFill>
            <a:schemeClr val="tx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857614C-AF78-1635-2FF7-C4DA73D69A02}"/>
              </a:ext>
            </a:extLst>
          </p:cNvPr>
          <p:cNvSpPr/>
          <p:nvPr/>
        </p:nvSpPr>
        <p:spPr>
          <a:xfrm>
            <a:off x="220980" y="5341735"/>
            <a:ext cx="11757660" cy="824115"/>
          </a:xfrm>
          <a:prstGeom prst="roundRect">
            <a:avLst>
              <a:gd name="adj" fmla="val 118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>
                <a:solidFill>
                  <a:srgbClr val="33383B"/>
                </a:solidFill>
                <a:latin typeface="+mj-lt"/>
                <a:ea typeface="+mj-ea"/>
                <a:cs typeface="+mj-cs"/>
              </a:rPr>
              <a:t>Supports both </a:t>
            </a:r>
            <a:r>
              <a:rPr lang="en-GB" sz="3500" b="1" dirty="0">
                <a:solidFill>
                  <a:srgbClr val="33383B"/>
                </a:solidFill>
                <a:latin typeface="+mj-lt"/>
                <a:ea typeface="+mj-ea"/>
                <a:cs typeface="+mj-cs"/>
              </a:rPr>
              <a:t>On-premise</a:t>
            </a:r>
            <a:r>
              <a:rPr lang="en-GB" sz="3000" dirty="0">
                <a:solidFill>
                  <a:srgbClr val="33383B"/>
                </a:solidFill>
                <a:latin typeface="+mj-lt"/>
                <a:ea typeface="+mj-ea"/>
                <a:cs typeface="+mj-cs"/>
              </a:rPr>
              <a:t> and </a:t>
            </a:r>
            <a:r>
              <a:rPr lang="en-GB" sz="3500" b="1" dirty="0">
                <a:solidFill>
                  <a:srgbClr val="33383B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GB" sz="3000" dirty="0">
                <a:solidFill>
                  <a:srgbClr val="33383B"/>
                </a:solidFill>
                <a:latin typeface="+mj-lt"/>
                <a:ea typeface="+mj-ea"/>
                <a:cs typeface="+mj-cs"/>
              </a:rPr>
              <a:t> environments</a:t>
            </a:r>
          </a:p>
        </p:txBody>
      </p:sp>
      <p:sp>
        <p:nvSpPr>
          <p:cNvPr id="13" name="Title 2"/>
          <p:cNvSpPr txBox="1">
            <a:spLocks/>
          </p:cNvSpPr>
          <p:nvPr/>
        </p:nvSpPr>
        <p:spPr>
          <a:xfrm>
            <a:off x="610178" y="489467"/>
            <a:ext cx="10971639" cy="20605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4000" dirty="0">
                <a:solidFill>
                  <a:prstClr val="white"/>
                </a:solidFill>
              </a:rPr>
              <a:t>Why Vertica Eon Mode?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496" y="6359299"/>
            <a:ext cx="1657984" cy="324608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C1AFB94E-83EC-6E20-12C8-9EA27152D031}"/>
              </a:ext>
            </a:extLst>
          </p:cNvPr>
          <p:cNvGrpSpPr/>
          <p:nvPr/>
        </p:nvGrpSpPr>
        <p:grpSpPr>
          <a:xfrm>
            <a:off x="245001" y="1730876"/>
            <a:ext cx="3628083" cy="3238500"/>
            <a:chOff x="245001" y="1730876"/>
            <a:chExt cx="3628083" cy="3238500"/>
          </a:xfrm>
        </p:grpSpPr>
        <p:sp>
          <p:nvSpPr>
            <p:cNvPr id="23" name="Rectangle 22"/>
            <p:cNvSpPr/>
            <p:nvPr/>
          </p:nvSpPr>
          <p:spPr>
            <a:xfrm>
              <a:off x="318955" y="1768204"/>
              <a:ext cx="3480178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prstClr val="white"/>
                  </a:solidFill>
                </a:rPr>
                <a:t>Object storage</a:t>
              </a:r>
              <a:r>
                <a:rPr lang="ko-KR" altLang="en-US" sz="2800" dirty="0">
                  <a:solidFill>
                    <a:prstClr val="white"/>
                  </a:solidFill>
                </a:rPr>
                <a:t>는</a:t>
              </a:r>
              <a:br>
                <a:rPr lang="en-GB" altLang="ko-KR" sz="2800" dirty="0">
                  <a:solidFill>
                    <a:prstClr val="white"/>
                  </a:solidFill>
                </a:rPr>
              </a:br>
              <a:r>
                <a:rPr lang="ko-KR" altLang="en-US" sz="2800" dirty="0">
                  <a:solidFill>
                    <a:prstClr val="white"/>
                  </a:solidFill>
                </a:rPr>
                <a:t> 대용량 데이터 </a:t>
              </a:r>
              <a:br>
                <a:rPr lang="en-GB" altLang="ko-KR" sz="2800" dirty="0">
                  <a:solidFill>
                    <a:prstClr val="white"/>
                  </a:solidFill>
                </a:rPr>
              </a:br>
              <a:r>
                <a:rPr lang="ko-KR" altLang="en-US" sz="2800" dirty="0">
                  <a:solidFill>
                    <a:prstClr val="white"/>
                  </a:solidFill>
                </a:rPr>
                <a:t>저장 시 가장 비용 </a:t>
              </a:r>
              <a:br>
                <a:rPr lang="en-GB" altLang="ko-KR" sz="2800" dirty="0">
                  <a:solidFill>
                    <a:prstClr val="white"/>
                  </a:solidFill>
                </a:rPr>
              </a:br>
              <a:r>
                <a:rPr lang="ko-KR" altLang="en-US" sz="2800" dirty="0">
                  <a:solidFill>
                    <a:prstClr val="white"/>
                  </a:solidFill>
                </a:rPr>
                <a:t>효율적인 방법</a:t>
              </a:r>
              <a:endParaRPr lang="en-US" sz="2800" dirty="0">
                <a:solidFill>
                  <a:prstClr val="white"/>
                </a:solidFill>
              </a:endParaRPr>
            </a:p>
          </p:txBody>
        </p:sp>
        <p:sp>
          <p:nvSpPr>
            <p:cNvPr id="19" name="Freeform 137"/>
            <p:cNvSpPr>
              <a:spLocks noChangeAspect="1" noChangeArrowheads="1"/>
            </p:cNvSpPr>
            <p:nvPr/>
          </p:nvSpPr>
          <p:spPr bwMode="auto">
            <a:xfrm>
              <a:off x="1570044" y="3746577"/>
              <a:ext cx="977999" cy="977999"/>
            </a:xfrm>
            <a:custGeom>
              <a:avLst/>
              <a:gdLst>
                <a:gd name="T0" fmla="*/ 0 w 701"/>
                <a:gd name="T1" fmla="*/ 350 h 702"/>
                <a:gd name="T2" fmla="*/ 351 w 701"/>
                <a:gd name="T3" fmla="*/ 0 h 702"/>
                <a:gd name="T4" fmla="*/ 576 w 701"/>
                <a:gd name="T5" fmla="*/ 254 h 702"/>
                <a:gd name="T6" fmla="*/ 572 w 701"/>
                <a:gd name="T7" fmla="*/ 292 h 702"/>
                <a:gd name="T8" fmla="*/ 560 w 701"/>
                <a:gd name="T9" fmla="*/ 248 h 702"/>
                <a:gd name="T10" fmla="*/ 351 w 701"/>
                <a:gd name="T11" fmla="*/ 105 h 702"/>
                <a:gd name="T12" fmla="*/ 371 w 701"/>
                <a:gd name="T13" fmla="*/ 129 h 702"/>
                <a:gd name="T14" fmla="*/ 337 w 701"/>
                <a:gd name="T15" fmla="*/ 117 h 702"/>
                <a:gd name="T16" fmla="*/ 105 w 701"/>
                <a:gd name="T17" fmla="*/ 352 h 702"/>
                <a:gd name="T18" fmla="*/ 118 w 701"/>
                <a:gd name="T19" fmla="*/ 318 h 702"/>
                <a:gd name="T20" fmla="*/ 116 w 701"/>
                <a:gd name="T21" fmla="*/ 363 h 702"/>
                <a:gd name="T22" fmla="*/ 139 w 701"/>
                <a:gd name="T23" fmla="*/ 452 h 702"/>
                <a:gd name="T24" fmla="*/ 116 w 701"/>
                <a:gd name="T25" fmla="*/ 423 h 702"/>
                <a:gd name="T26" fmla="*/ 146 w 701"/>
                <a:gd name="T27" fmla="*/ 436 h 702"/>
                <a:gd name="T28" fmla="*/ 154 w 701"/>
                <a:gd name="T29" fmla="*/ 247 h 702"/>
                <a:gd name="T30" fmla="*/ 130 w 701"/>
                <a:gd name="T31" fmla="*/ 273 h 702"/>
                <a:gd name="T32" fmla="*/ 149 w 701"/>
                <a:gd name="T33" fmla="*/ 231 h 702"/>
                <a:gd name="T34" fmla="*/ 195 w 701"/>
                <a:gd name="T35" fmla="*/ 525 h 702"/>
                <a:gd name="T36" fmla="*/ 161 w 701"/>
                <a:gd name="T37" fmla="*/ 507 h 702"/>
                <a:gd name="T38" fmla="*/ 195 w 701"/>
                <a:gd name="T39" fmla="*/ 508 h 702"/>
                <a:gd name="T40" fmla="*/ 208 w 701"/>
                <a:gd name="T41" fmla="*/ 180 h 702"/>
                <a:gd name="T42" fmla="*/ 176 w 701"/>
                <a:gd name="T43" fmla="*/ 195 h 702"/>
                <a:gd name="T44" fmla="*/ 210 w 701"/>
                <a:gd name="T45" fmla="*/ 164 h 702"/>
                <a:gd name="T46" fmla="*/ 262 w 701"/>
                <a:gd name="T47" fmla="*/ 578 h 702"/>
                <a:gd name="T48" fmla="*/ 231 w 701"/>
                <a:gd name="T49" fmla="*/ 551 h 702"/>
                <a:gd name="T50" fmla="*/ 273 w 701"/>
                <a:gd name="T51" fmla="*/ 571 h 702"/>
                <a:gd name="T52" fmla="*/ 264 w 701"/>
                <a:gd name="T53" fmla="*/ 146 h 702"/>
                <a:gd name="T54" fmla="*/ 255 w 701"/>
                <a:gd name="T55" fmla="*/ 125 h 702"/>
                <a:gd name="T56" fmla="*/ 284 w 701"/>
                <a:gd name="T57" fmla="*/ 139 h 702"/>
                <a:gd name="T58" fmla="*/ 351 w 701"/>
                <a:gd name="T59" fmla="*/ 596 h 702"/>
                <a:gd name="T60" fmla="*/ 316 w 701"/>
                <a:gd name="T61" fmla="*/ 582 h 702"/>
                <a:gd name="T62" fmla="*/ 362 w 701"/>
                <a:gd name="T63" fmla="*/ 584 h 702"/>
                <a:gd name="T64" fmla="*/ 363 w 701"/>
                <a:gd name="T65" fmla="*/ 435 h 702"/>
                <a:gd name="T66" fmla="*/ 340 w 701"/>
                <a:gd name="T67" fmla="*/ 463 h 702"/>
                <a:gd name="T68" fmla="*/ 288 w 701"/>
                <a:gd name="T69" fmla="*/ 396 h 702"/>
                <a:gd name="T70" fmla="*/ 388 w 701"/>
                <a:gd name="T71" fmla="*/ 393 h 702"/>
                <a:gd name="T72" fmla="*/ 349 w 701"/>
                <a:gd name="T73" fmla="*/ 358 h 702"/>
                <a:gd name="T74" fmla="*/ 305 w 701"/>
                <a:gd name="T75" fmla="*/ 283 h 702"/>
                <a:gd name="T76" fmla="*/ 352 w 701"/>
                <a:gd name="T77" fmla="*/ 228 h 702"/>
                <a:gd name="T78" fmla="*/ 405 w 701"/>
                <a:gd name="T79" fmla="*/ 282 h 702"/>
                <a:gd name="T80" fmla="*/ 360 w 701"/>
                <a:gd name="T81" fmla="*/ 290 h 702"/>
                <a:gd name="T82" fmla="*/ 333 w 701"/>
                <a:gd name="T83" fmla="*/ 328 h 702"/>
                <a:gd name="T84" fmla="*/ 400 w 701"/>
                <a:gd name="T85" fmla="*/ 355 h 702"/>
                <a:gd name="T86" fmla="*/ 363 w 701"/>
                <a:gd name="T87" fmla="*/ 435 h 702"/>
                <a:gd name="T88" fmla="*/ 423 w 701"/>
                <a:gd name="T89" fmla="*/ 585 h 702"/>
                <a:gd name="T90" fmla="*/ 415 w 701"/>
                <a:gd name="T91" fmla="*/ 562 h 702"/>
                <a:gd name="T92" fmla="*/ 444 w 701"/>
                <a:gd name="T93" fmla="*/ 577 h 702"/>
                <a:gd name="T94" fmla="*/ 458 w 701"/>
                <a:gd name="T95" fmla="*/ 155 h 702"/>
                <a:gd name="T96" fmla="*/ 427 w 701"/>
                <a:gd name="T97" fmla="*/ 129 h 702"/>
                <a:gd name="T98" fmla="*/ 468 w 701"/>
                <a:gd name="T99" fmla="*/ 149 h 702"/>
                <a:gd name="T100" fmla="*/ 506 w 701"/>
                <a:gd name="T101" fmla="*/ 540 h 702"/>
                <a:gd name="T102" fmla="*/ 491 w 701"/>
                <a:gd name="T103" fmla="*/ 522 h 702"/>
                <a:gd name="T104" fmla="*/ 524 w 701"/>
                <a:gd name="T105" fmla="*/ 524 h 702"/>
                <a:gd name="T106" fmla="*/ 529 w 701"/>
                <a:gd name="T107" fmla="*/ 213 h 702"/>
                <a:gd name="T108" fmla="*/ 506 w 701"/>
                <a:gd name="T109" fmla="*/ 175 h 702"/>
                <a:gd name="T110" fmla="*/ 537 w 701"/>
                <a:gd name="T111" fmla="*/ 210 h 702"/>
                <a:gd name="T112" fmla="*/ 557 w 701"/>
                <a:gd name="T113" fmla="*/ 472 h 702"/>
                <a:gd name="T114" fmla="*/ 556 w 701"/>
                <a:gd name="T115" fmla="*/ 435 h 702"/>
                <a:gd name="T116" fmla="*/ 566 w 701"/>
                <a:gd name="T117" fmla="*/ 466 h 702"/>
                <a:gd name="T118" fmla="*/ 594 w 701"/>
                <a:gd name="T119" fmla="*/ 374 h 702"/>
                <a:gd name="T120" fmla="*/ 571 w 701"/>
                <a:gd name="T121" fmla="*/ 372 h 702"/>
                <a:gd name="T122" fmla="*/ 595 w 701"/>
                <a:gd name="T123" fmla="*/ 348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01" h="702">
                  <a:moveTo>
                    <a:pt x="351" y="0"/>
                  </a:moveTo>
                  <a:lnTo>
                    <a:pt x="351" y="0"/>
                  </a:lnTo>
                  <a:cubicBezTo>
                    <a:pt x="157" y="0"/>
                    <a:pt x="0" y="157"/>
                    <a:pt x="0" y="350"/>
                  </a:cubicBezTo>
                  <a:cubicBezTo>
                    <a:pt x="0" y="544"/>
                    <a:pt x="157" y="701"/>
                    <a:pt x="351" y="701"/>
                  </a:cubicBezTo>
                  <a:cubicBezTo>
                    <a:pt x="543" y="701"/>
                    <a:pt x="700" y="544"/>
                    <a:pt x="700" y="350"/>
                  </a:cubicBezTo>
                  <a:cubicBezTo>
                    <a:pt x="700" y="157"/>
                    <a:pt x="543" y="0"/>
                    <a:pt x="351" y="0"/>
                  </a:cubicBezTo>
                  <a:close/>
                  <a:moveTo>
                    <a:pt x="560" y="248"/>
                  </a:moveTo>
                  <a:lnTo>
                    <a:pt x="560" y="248"/>
                  </a:lnTo>
                  <a:cubicBezTo>
                    <a:pt x="566" y="246"/>
                    <a:pt x="573" y="248"/>
                    <a:pt x="576" y="254"/>
                  </a:cubicBezTo>
                  <a:cubicBezTo>
                    <a:pt x="579" y="262"/>
                    <a:pt x="582" y="269"/>
                    <a:pt x="584" y="277"/>
                  </a:cubicBezTo>
                  <a:cubicBezTo>
                    <a:pt x="586" y="282"/>
                    <a:pt x="583" y="290"/>
                    <a:pt x="577" y="292"/>
                  </a:cubicBezTo>
                  <a:cubicBezTo>
                    <a:pt x="576" y="292"/>
                    <a:pt x="575" y="292"/>
                    <a:pt x="572" y="292"/>
                  </a:cubicBezTo>
                  <a:cubicBezTo>
                    <a:pt x="568" y="292"/>
                    <a:pt x="563" y="289"/>
                    <a:pt x="562" y="283"/>
                  </a:cubicBezTo>
                  <a:cubicBezTo>
                    <a:pt x="560" y="277"/>
                    <a:pt x="557" y="270"/>
                    <a:pt x="555" y="264"/>
                  </a:cubicBezTo>
                  <a:cubicBezTo>
                    <a:pt x="552" y="257"/>
                    <a:pt x="555" y="250"/>
                    <a:pt x="560" y="248"/>
                  </a:cubicBezTo>
                  <a:close/>
                  <a:moveTo>
                    <a:pt x="349" y="105"/>
                  </a:moveTo>
                  <a:lnTo>
                    <a:pt x="349" y="105"/>
                  </a:lnTo>
                  <a:cubicBezTo>
                    <a:pt x="351" y="105"/>
                    <a:pt x="351" y="105"/>
                    <a:pt x="351" y="105"/>
                  </a:cubicBezTo>
                  <a:cubicBezTo>
                    <a:pt x="358" y="105"/>
                    <a:pt x="365" y="105"/>
                    <a:pt x="373" y="106"/>
                  </a:cubicBezTo>
                  <a:cubicBezTo>
                    <a:pt x="379" y="106"/>
                    <a:pt x="383" y="113"/>
                    <a:pt x="383" y="119"/>
                  </a:cubicBezTo>
                  <a:cubicBezTo>
                    <a:pt x="382" y="125"/>
                    <a:pt x="377" y="129"/>
                    <a:pt x="371" y="129"/>
                  </a:cubicBezTo>
                  <a:cubicBezTo>
                    <a:pt x="370" y="129"/>
                    <a:pt x="370" y="129"/>
                    <a:pt x="370" y="129"/>
                  </a:cubicBezTo>
                  <a:cubicBezTo>
                    <a:pt x="363" y="129"/>
                    <a:pt x="357" y="128"/>
                    <a:pt x="351" y="128"/>
                  </a:cubicBezTo>
                  <a:cubicBezTo>
                    <a:pt x="343" y="128"/>
                    <a:pt x="337" y="123"/>
                    <a:pt x="337" y="117"/>
                  </a:cubicBezTo>
                  <a:cubicBezTo>
                    <a:pt x="337" y="111"/>
                    <a:pt x="342" y="105"/>
                    <a:pt x="349" y="105"/>
                  </a:cubicBezTo>
                  <a:close/>
                  <a:moveTo>
                    <a:pt x="105" y="352"/>
                  </a:moveTo>
                  <a:lnTo>
                    <a:pt x="105" y="352"/>
                  </a:lnTo>
                  <a:cubicBezTo>
                    <a:pt x="105" y="350"/>
                    <a:pt x="105" y="350"/>
                    <a:pt x="105" y="350"/>
                  </a:cubicBezTo>
                  <a:cubicBezTo>
                    <a:pt x="105" y="343"/>
                    <a:pt x="106" y="336"/>
                    <a:pt x="106" y="328"/>
                  </a:cubicBezTo>
                  <a:cubicBezTo>
                    <a:pt x="107" y="322"/>
                    <a:pt x="112" y="317"/>
                    <a:pt x="118" y="318"/>
                  </a:cubicBezTo>
                  <a:cubicBezTo>
                    <a:pt x="126" y="318"/>
                    <a:pt x="130" y="324"/>
                    <a:pt x="130" y="330"/>
                  </a:cubicBezTo>
                  <a:cubicBezTo>
                    <a:pt x="129" y="337"/>
                    <a:pt x="129" y="344"/>
                    <a:pt x="129" y="350"/>
                  </a:cubicBezTo>
                  <a:cubicBezTo>
                    <a:pt x="129" y="357"/>
                    <a:pt x="124" y="363"/>
                    <a:pt x="116" y="363"/>
                  </a:cubicBezTo>
                  <a:cubicBezTo>
                    <a:pt x="110" y="363"/>
                    <a:pt x="105" y="358"/>
                    <a:pt x="105" y="352"/>
                  </a:cubicBezTo>
                  <a:close/>
                  <a:moveTo>
                    <a:pt x="139" y="452"/>
                  </a:moveTo>
                  <a:lnTo>
                    <a:pt x="139" y="452"/>
                  </a:lnTo>
                  <a:cubicBezTo>
                    <a:pt x="138" y="452"/>
                    <a:pt x="136" y="452"/>
                    <a:pt x="135" y="452"/>
                  </a:cubicBezTo>
                  <a:cubicBezTo>
                    <a:pt x="131" y="452"/>
                    <a:pt x="126" y="450"/>
                    <a:pt x="125" y="446"/>
                  </a:cubicBezTo>
                  <a:cubicBezTo>
                    <a:pt x="122" y="439"/>
                    <a:pt x="118" y="430"/>
                    <a:pt x="116" y="423"/>
                  </a:cubicBezTo>
                  <a:cubicBezTo>
                    <a:pt x="114" y="417"/>
                    <a:pt x="117" y="410"/>
                    <a:pt x="124" y="408"/>
                  </a:cubicBezTo>
                  <a:cubicBezTo>
                    <a:pt x="130" y="406"/>
                    <a:pt x="136" y="409"/>
                    <a:pt x="138" y="416"/>
                  </a:cubicBezTo>
                  <a:cubicBezTo>
                    <a:pt x="140" y="423"/>
                    <a:pt x="143" y="430"/>
                    <a:pt x="146" y="436"/>
                  </a:cubicBezTo>
                  <a:cubicBezTo>
                    <a:pt x="149" y="443"/>
                    <a:pt x="146" y="449"/>
                    <a:pt x="139" y="452"/>
                  </a:cubicBezTo>
                  <a:close/>
                  <a:moveTo>
                    <a:pt x="154" y="247"/>
                  </a:moveTo>
                  <a:lnTo>
                    <a:pt x="154" y="247"/>
                  </a:lnTo>
                  <a:cubicBezTo>
                    <a:pt x="151" y="253"/>
                    <a:pt x="148" y="261"/>
                    <a:pt x="145" y="267"/>
                  </a:cubicBezTo>
                  <a:cubicBezTo>
                    <a:pt x="143" y="272"/>
                    <a:pt x="138" y="274"/>
                    <a:pt x="134" y="274"/>
                  </a:cubicBezTo>
                  <a:cubicBezTo>
                    <a:pt x="133" y="274"/>
                    <a:pt x="131" y="274"/>
                    <a:pt x="130" y="273"/>
                  </a:cubicBezTo>
                  <a:cubicBezTo>
                    <a:pt x="124" y="271"/>
                    <a:pt x="121" y="264"/>
                    <a:pt x="124" y="258"/>
                  </a:cubicBezTo>
                  <a:cubicBezTo>
                    <a:pt x="126" y="251"/>
                    <a:pt x="130" y="244"/>
                    <a:pt x="133" y="237"/>
                  </a:cubicBezTo>
                  <a:cubicBezTo>
                    <a:pt x="136" y="230"/>
                    <a:pt x="143" y="228"/>
                    <a:pt x="149" y="231"/>
                  </a:cubicBezTo>
                  <a:cubicBezTo>
                    <a:pt x="155" y="235"/>
                    <a:pt x="157" y="242"/>
                    <a:pt x="154" y="247"/>
                  </a:cubicBezTo>
                  <a:close/>
                  <a:moveTo>
                    <a:pt x="195" y="525"/>
                  </a:moveTo>
                  <a:lnTo>
                    <a:pt x="195" y="525"/>
                  </a:lnTo>
                  <a:cubicBezTo>
                    <a:pt x="192" y="527"/>
                    <a:pt x="189" y="528"/>
                    <a:pt x="186" y="528"/>
                  </a:cubicBezTo>
                  <a:cubicBezTo>
                    <a:pt x="183" y="528"/>
                    <a:pt x="180" y="527"/>
                    <a:pt x="178" y="525"/>
                  </a:cubicBezTo>
                  <a:cubicBezTo>
                    <a:pt x="173" y="519"/>
                    <a:pt x="166" y="512"/>
                    <a:pt x="161" y="507"/>
                  </a:cubicBezTo>
                  <a:cubicBezTo>
                    <a:pt x="157" y="502"/>
                    <a:pt x="158" y="495"/>
                    <a:pt x="163" y="491"/>
                  </a:cubicBezTo>
                  <a:cubicBezTo>
                    <a:pt x="168" y="486"/>
                    <a:pt x="176" y="488"/>
                    <a:pt x="180" y="492"/>
                  </a:cubicBezTo>
                  <a:cubicBezTo>
                    <a:pt x="184" y="498"/>
                    <a:pt x="189" y="503"/>
                    <a:pt x="195" y="508"/>
                  </a:cubicBezTo>
                  <a:cubicBezTo>
                    <a:pt x="199" y="512"/>
                    <a:pt x="199" y="520"/>
                    <a:pt x="195" y="525"/>
                  </a:cubicBezTo>
                  <a:close/>
                  <a:moveTo>
                    <a:pt x="208" y="180"/>
                  </a:moveTo>
                  <a:lnTo>
                    <a:pt x="208" y="180"/>
                  </a:lnTo>
                  <a:cubicBezTo>
                    <a:pt x="203" y="185"/>
                    <a:pt x="198" y="190"/>
                    <a:pt x="192" y="195"/>
                  </a:cubicBezTo>
                  <a:cubicBezTo>
                    <a:pt x="190" y="197"/>
                    <a:pt x="187" y="198"/>
                    <a:pt x="184" y="198"/>
                  </a:cubicBezTo>
                  <a:cubicBezTo>
                    <a:pt x="181" y="198"/>
                    <a:pt x="178" y="197"/>
                    <a:pt x="176" y="195"/>
                  </a:cubicBezTo>
                  <a:cubicBezTo>
                    <a:pt x="172" y="191"/>
                    <a:pt x="172" y="184"/>
                    <a:pt x="176" y="178"/>
                  </a:cubicBezTo>
                  <a:cubicBezTo>
                    <a:pt x="181" y="173"/>
                    <a:pt x="187" y="168"/>
                    <a:pt x="193" y="163"/>
                  </a:cubicBezTo>
                  <a:cubicBezTo>
                    <a:pt x="199" y="159"/>
                    <a:pt x="206" y="159"/>
                    <a:pt x="210" y="164"/>
                  </a:cubicBezTo>
                  <a:cubicBezTo>
                    <a:pt x="214" y="169"/>
                    <a:pt x="213" y="176"/>
                    <a:pt x="208" y="180"/>
                  </a:cubicBezTo>
                  <a:close/>
                  <a:moveTo>
                    <a:pt x="262" y="578"/>
                  </a:moveTo>
                  <a:lnTo>
                    <a:pt x="262" y="578"/>
                  </a:lnTo>
                  <a:cubicBezTo>
                    <a:pt x="260" y="578"/>
                    <a:pt x="259" y="578"/>
                    <a:pt x="257" y="577"/>
                  </a:cubicBezTo>
                  <a:cubicBezTo>
                    <a:pt x="250" y="574"/>
                    <a:pt x="242" y="571"/>
                    <a:pt x="236" y="567"/>
                  </a:cubicBezTo>
                  <a:cubicBezTo>
                    <a:pt x="230" y="565"/>
                    <a:pt x="228" y="557"/>
                    <a:pt x="231" y="551"/>
                  </a:cubicBezTo>
                  <a:cubicBezTo>
                    <a:pt x="234" y="546"/>
                    <a:pt x="241" y="544"/>
                    <a:pt x="247" y="547"/>
                  </a:cubicBezTo>
                  <a:cubicBezTo>
                    <a:pt x="253" y="550"/>
                    <a:pt x="259" y="553"/>
                    <a:pt x="266" y="556"/>
                  </a:cubicBezTo>
                  <a:cubicBezTo>
                    <a:pt x="273" y="558"/>
                    <a:pt x="275" y="565"/>
                    <a:pt x="273" y="571"/>
                  </a:cubicBezTo>
                  <a:cubicBezTo>
                    <a:pt x="270" y="575"/>
                    <a:pt x="266" y="578"/>
                    <a:pt x="262" y="578"/>
                  </a:cubicBezTo>
                  <a:close/>
                  <a:moveTo>
                    <a:pt x="264" y="146"/>
                  </a:moveTo>
                  <a:lnTo>
                    <a:pt x="264" y="146"/>
                  </a:lnTo>
                  <a:cubicBezTo>
                    <a:pt x="262" y="147"/>
                    <a:pt x="261" y="147"/>
                    <a:pt x="259" y="147"/>
                  </a:cubicBezTo>
                  <a:cubicBezTo>
                    <a:pt x="255" y="147"/>
                    <a:pt x="251" y="145"/>
                    <a:pt x="249" y="140"/>
                  </a:cubicBezTo>
                  <a:cubicBezTo>
                    <a:pt x="246" y="135"/>
                    <a:pt x="249" y="127"/>
                    <a:pt x="255" y="125"/>
                  </a:cubicBezTo>
                  <a:cubicBezTo>
                    <a:pt x="262" y="122"/>
                    <a:pt x="269" y="119"/>
                    <a:pt x="277" y="117"/>
                  </a:cubicBezTo>
                  <a:cubicBezTo>
                    <a:pt x="283" y="115"/>
                    <a:pt x="290" y="118"/>
                    <a:pt x="291" y="124"/>
                  </a:cubicBezTo>
                  <a:cubicBezTo>
                    <a:pt x="293" y="130"/>
                    <a:pt x="290" y="137"/>
                    <a:pt x="284" y="139"/>
                  </a:cubicBezTo>
                  <a:cubicBezTo>
                    <a:pt x="277" y="141"/>
                    <a:pt x="270" y="144"/>
                    <a:pt x="264" y="146"/>
                  </a:cubicBezTo>
                  <a:close/>
                  <a:moveTo>
                    <a:pt x="351" y="596"/>
                  </a:moveTo>
                  <a:lnTo>
                    <a:pt x="351" y="596"/>
                  </a:lnTo>
                  <a:lnTo>
                    <a:pt x="351" y="596"/>
                  </a:lnTo>
                  <a:cubicBezTo>
                    <a:pt x="342" y="596"/>
                    <a:pt x="335" y="595"/>
                    <a:pt x="327" y="595"/>
                  </a:cubicBezTo>
                  <a:cubicBezTo>
                    <a:pt x="320" y="594"/>
                    <a:pt x="316" y="589"/>
                    <a:pt x="316" y="582"/>
                  </a:cubicBezTo>
                  <a:cubicBezTo>
                    <a:pt x="317" y="575"/>
                    <a:pt x="323" y="571"/>
                    <a:pt x="329" y="571"/>
                  </a:cubicBezTo>
                  <a:cubicBezTo>
                    <a:pt x="336" y="572"/>
                    <a:pt x="343" y="572"/>
                    <a:pt x="351" y="572"/>
                  </a:cubicBezTo>
                  <a:cubicBezTo>
                    <a:pt x="357" y="572"/>
                    <a:pt x="362" y="577"/>
                    <a:pt x="362" y="584"/>
                  </a:cubicBezTo>
                  <a:cubicBezTo>
                    <a:pt x="362" y="591"/>
                    <a:pt x="358" y="596"/>
                    <a:pt x="351" y="596"/>
                  </a:cubicBezTo>
                  <a:close/>
                  <a:moveTo>
                    <a:pt x="363" y="435"/>
                  </a:moveTo>
                  <a:lnTo>
                    <a:pt x="363" y="435"/>
                  </a:lnTo>
                  <a:cubicBezTo>
                    <a:pt x="363" y="463"/>
                    <a:pt x="363" y="463"/>
                    <a:pt x="363" y="463"/>
                  </a:cubicBezTo>
                  <a:cubicBezTo>
                    <a:pt x="363" y="469"/>
                    <a:pt x="358" y="474"/>
                    <a:pt x="352" y="474"/>
                  </a:cubicBezTo>
                  <a:cubicBezTo>
                    <a:pt x="345" y="474"/>
                    <a:pt x="340" y="469"/>
                    <a:pt x="340" y="463"/>
                  </a:cubicBezTo>
                  <a:cubicBezTo>
                    <a:pt x="340" y="434"/>
                    <a:pt x="340" y="434"/>
                    <a:pt x="340" y="434"/>
                  </a:cubicBezTo>
                  <a:cubicBezTo>
                    <a:pt x="323" y="432"/>
                    <a:pt x="305" y="424"/>
                    <a:pt x="290" y="413"/>
                  </a:cubicBezTo>
                  <a:cubicBezTo>
                    <a:pt x="285" y="408"/>
                    <a:pt x="284" y="401"/>
                    <a:pt x="288" y="396"/>
                  </a:cubicBezTo>
                  <a:cubicBezTo>
                    <a:pt x="292" y="391"/>
                    <a:pt x="300" y="391"/>
                    <a:pt x="305" y="394"/>
                  </a:cubicBezTo>
                  <a:cubicBezTo>
                    <a:pt x="320" y="406"/>
                    <a:pt x="339" y="414"/>
                    <a:pt x="357" y="413"/>
                  </a:cubicBezTo>
                  <a:cubicBezTo>
                    <a:pt x="369" y="413"/>
                    <a:pt x="385" y="406"/>
                    <a:pt x="388" y="393"/>
                  </a:cubicBezTo>
                  <a:cubicBezTo>
                    <a:pt x="390" y="383"/>
                    <a:pt x="388" y="377"/>
                    <a:pt x="384" y="373"/>
                  </a:cubicBezTo>
                  <a:cubicBezTo>
                    <a:pt x="381" y="370"/>
                    <a:pt x="376" y="368"/>
                    <a:pt x="370" y="366"/>
                  </a:cubicBezTo>
                  <a:cubicBezTo>
                    <a:pt x="363" y="363"/>
                    <a:pt x="356" y="361"/>
                    <a:pt x="349" y="358"/>
                  </a:cubicBezTo>
                  <a:cubicBezTo>
                    <a:pt x="340" y="356"/>
                    <a:pt x="332" y="353"/>
                    <a:pt x="324" y="350"/>
                  </a:cubicBezTo>
                  <a:cubicBezTo>
                    <a:pt x="311" y="345"/>
                    <a:pt x="303" y="338"/>
                    <a:pt x="299" y="328"/>
                  </a:cubicBezTo>
                  <a:cubicBezTo>
                    <a:pt x="292" y="313"/>
                    <a:pt x="294" y="296"/>
                    <a:pt x="305" y="283"/>
                  </a:cubicBezTo>
                  <a:cubicBezTo>
                    <a:pt x="313" y="274"/>
                    <a:pt x="326" y="269"/>
                    <a:pt x="340" y="267"/>
                  </a:cubicBezTo>
                  <a:cubicBezTo>
                    <a:pt x="340" y="240"/>
                    <a:pt x="340" y="240"/>
                    <a:pt x="340" y="240"/>
                  </a:cubicBezTo>
                  <a:cubicBezTo>
                    <a:pt x="340" y="233"/>
                    <a:pt x="345" y="228"/>
                    <a:pt x="352" y="228"/>
                  </a:cubicBezTo>
                  <a:cubicBezTo>
                    <a:pt x="358" y="228"/>
                    <a:pt x="363" y="233"/>
                    <a:pt x="363" y="240"/>
                  </a:cubicBezTo>
                  <a:cubicBezTo>
                    <a:pt x="363" y="267"/>
                    <a:pt x="363" y="267"/>
                    <a:pt x="363" y="267"/>
                  </a:cubicBezTo>
                  <a:cubicBezTo>
                    <a:pt x="388" y="270"/>
                    <a:pt x="405" y="281"/>
                    <a:pt x="405" y="282"/>
                  </a:cubicBezTo>
                  <a:cubicBezTo>
                    <a:pt x="410" y="286"/>
                    <a:pt x="411" y="293"/>
                    <a:pt x="407" y="298"/>
                  </a:cubicBezTo>
                  <a:cubicBezTo>
                    <a:pt x="404" y="303"/>
                    <a:pt x="396" y="304"/>
                    <a:pt x="391" y="301"/>
                  </a:cubicBezTo>
                  <a:cubicBezTo>
                    <a:pt x="390" y="300"/>
                    <a:pt x="378" y="292"/>
                    <a:pt x="360" y="290"/>
                  </a:cubicBezTo>
                  <a:cubicBezTo>
                    <a:pt x="350" y="289"/>
                    <a:pt x="332" y="288"/>
                    <a:pt x="323" y="298"/>
                  </a:cubicBezTo>
                  <a:cubicBezTo>
                    <a:pt x="318" y="304"/>
                    <a:pt x="317" y="312"/>
                    <a:pt x="319" y="318"/>
                  </a:cubicBezTo>
                  <a:cubicBezTo>
                    <a:pt x="322" y="322"/>
                    <a:pt x="326" y="325"/>
                    <a:pt x="333" y="328"/>
                  </a:cubicBezTo>
                  <a:cubicBezTo>
                    <a:pt x="340" y="331"/>
                    <a:pt x="348" y="333"/>
                    <a:pt x="355" y="337"/>
                  </a:cubicBezTo>
                  <a:cubicBezTo>
                    <a:pt x="363" y="339"/>
                    <a:pt x="371" y="341"/>
                    <a:pt x="380" y="345"/>
                  </a:cubicBezTo>
                  <a:cubicBezTo>
                    <a:pt x="386" y="347"/>
                    <a:pt x="393" y="350"/>
                    <a:pt x="400" y="355"/>
                  </a:cubicBezTo>
                  <a:cubicBezTo>
                    <a:pt x="409" y="365"/>
                    <a:pt x="414" y="378"/>
                    <a:pt x="412" y="394"/>
                  </a:cubicBezTo>
                  <a:cubicBezTo>
                    <a:pt x="412" y="396"/>
                    <a:pt x="411" y="397"/>
                    <a:pt x="411" y="399"/>
                  </a:cubicBezTo>
                  <a:cubicBezTo>
                    <a:pt x="405" y="422"/>
                    <a:pt x="384" y="433"/>
                    <a:pt x="363" y="435"/>
                  </a:cubicBezTo>
                  <a:close/>
                  <a:moveTo>
                    <a:pt x="444" y="577"/>
                  </a:moveTo>
                  <a:lnTo>
                    <a:pt x="444" y="577"/>
                  </a:lnTo>
                  <a:cubicBezTo>
                    <a:pt x="437" y="580"/>
                    <a:pt x="430" y="582"/>
                    <a:pt x="423" y="585"/>
                  </a:cubicBezTo>
                  <a:cubicBezTo>
                    <a:pt x="420" y="585"/>
                    <a:pt x="419" y="585"/>
                    <a:pt x="418" y="585"/>
                  </a:cubicBezTo>
                  <a:cubicBezTo>
                    <a:pt x="413" y="585"/>
                    <a:pt x="409" y="582"/>
                    <a:pt x="408" y="577"/>
                  </a:cubicBezTo>
                  <a:cubicBezTo>
                    <a:pt x="406" y="571"/>
                    <a:pt x="409" y="565"/>
                    <a:pt x="415" y="562"/>
                  </a:cubicBezTo>
                  <a:cubicBezTo>
                    <a:pt x="423" y="560"/>
                    <a:pt x="429" y="558"/>
                    <a:pt x="436" y="555"/>
                  </a:cubicBezTo>
                  <a:cubicBezTo>
                    <a:pt x="441" y="553"/>
                    <a:pt x="449" y="555"/>
                    <a:pt x="451" y="561"/>
                  </a:cubicBezTo>
                  <a:cubicBezTo>
                    <a:pt x="454" y="568"/>
                    <a:pt x="451" y="574"/>
                    <a:pt x="444" y="577"/>
                  </a:cubicBezTo>
                  <a:close/>
                  <a:moveTo>
                    <a:pt x="468" y="149"/>
                  </a:moveTo>
                  <a:lnTo>
                    <a:pt x="468" y="149"/>
                  </a:lnTo>
                  <a:cubicBezTo>
                    <a:pt x="466" y="153"/>
                    <a:pt x="462" y="155"/>
                    <a:pt x="458" y="155"/>
                  </a:cubicBezTo>
                  <a:cubicBezTo>
                    <a:pt x="457" y="155"/>
                    <a:pt x="455" y="154"/>
                    <a:pt x="453" y="154"/>
                  </a:cubicBezTo>
                  <a:cubicBezTo>
                    <a:pt x="446" y="150"/>
                    <a:pt x="440" y="147"/>
                    <a:pt x="433" y="145"/>
                  </a:cubicBezTo>
                  <a:cubicBezTo>
                    <a:pt x="427" y="143"/>
                    <a:pt x="425" y="136"/>
                    <a:pt x="427" y="129"/>
                  </a:cubicBezTo>
                  <a:cubicBezTo>
                    <a:pt x="429" y="123"/>
                    <a:pt x="436" y="121"/>
                    <a:pt x="442" y="123"/>
                  </a:cubicBezTo>
                  <a:cubicBezTo>
                    <a:pt x="450" y="126"/>
                    <a:pt x="457" y="129"/>
                    <a:pt x="464" y="134"/>
                  </a:cubicBezTo>
                  <a:cubicBezTo>
                    <a:pt x="469" y="137"/>
                    <a:pt x="471" y="143"/>
                    <a:pt x="468" y="149"/>
                  </a:cubicBezTo>
                  <a:close/>
                  <a:moveTo>
                    <a:pt x="524" y="524"/>
                  </a:moveTo>
                  <a:lnTo>
                    <a:pt x="524" y="524"/>
                  </a:lnTo>
                  <a:cubicBezTo>
                    <a:pt x="518" y="529"/>
                    <a:pt x="512" y="534"/>
                    <a:pt x="506" y="540"/>
                  </a:cubicBezTo>
                  <a:cubicBezTo>
                    <a:pt x="504" y="542"/>
                    <a:pt x="502" y="543"/>
                    <a:pt x="499" y="543"/>
                  </a:cubicBezTo>
                  <a:cubicBezTo>
                    <a:pt x="495" y="543"/>
                    <a:pt x="492" y="541"/>
                    <a:pt x="490" y="539"/>
                  </a:cubicBezTo>
                  <a:cubicBezTo>
                    <a:pt x="486" y="533"/>
                    <a:pt x="486" y="526"/>
                    <a:pt x="491" y="522"/>
                  </a:cubicBezTo>
                  <a:cubicBezTo>
                    <a:pt x="496" y="517"/>
                    <a:pt x="503" y="512"/>
                    <a:pt x="508" y="507"/>
                  </a:cubicBezTo>
                  <a:cubicBezTo>
                    <a:pt x="512" y="502"/>
                    <a:pt x="519" y="502"/>
                    <a:pt x="524" y="507"/>
                  </a:cubicBezTo>
                  <a:cubicBezTo>
                    <a:pt x="529" y="511"/>
                    <a:pt x="529" y="519"/>
                    <a:pt x="524" y="524"/>
                  </a:cubicBezTo>
                  <a:close/>
                  <a:moveTo>
                    <a:pt x="537" y="210"/>
                  </a:moveTo>
                  <a:lnTo>
                    <a:pt x="537" y="210"/>
                  </a:lnTo>
                  <a:cubicBezTo>
                    <a:pt x="535" y="212"/>
                    <a:pt x="532" y="213"/>
                    <a:pt x="529" y="213"/>
                  </a:cubicBezTo>
                  <a:cubicBezTo>
                    <a:pt x="526" y="213"/>
                    <a:pt x="522" y="211"/>
                    <a:pt x="520" y="208"/>
                  </a:cubicBezTo>
                  <a:cubicBezTo>
                    <a:pt x="515" y="202"/>
                    <a:pt x="511" y="197"/>
                    <a:pt x="506" y="192"/>
                  </a:cubicBezTo>
                  <a:cubicBezTo>
                    <a:pt x="501" y="188"/>
                    <a:pt x="501" y="180"/>
                    <a:pt x="506" y="175"/>
                  </a:cubicBezTo>
                  <a:cubicBezTo>
                    <a:pt x="510" y="171"/>
                    <a:pt x="517" y="171"/>
                    <a:pt x="521" y="175"/>
                  </a:cubicBezTo>
                  <a:cubicBezTo>
                    <a:pt x="528" y="181"/>
                    <a:pt x="533" y="187"/>
                    <a:pt x="538" y="193"/>
                  </a:cubicBezTo>
                  <a:cubicBezTo>
                    <a:pt x="542" y="198"/>
                    <a:pt x="541" y="205"/>
                    <a:pt x="537" y="210"/>
                  </a:cubicBezTo>
                  <a:close/>
                  <a:moveTo>
                    <a:pt x="566" y="466"/>
                  </a:moveTo>
                  <a:lnTo>
                    <a:pt x="566" y="466"/>
                  </a:lnTo>
                  <a:cubicBezTo>
                    <a:pt x="564" y="470"/>
                    <a:pt x="561" y="472"/>
                    <a:pt x="557" y="472"/>
                  </a:cubicBezTo>
                  <a:cubicBezTo>
                    <a:pt x="555" y="472"/>
                    <a:pt x="553" y="472"/>
                    <a:pt x="551" y="471"/>
                  </a:cubicBezTo>
                  <a:cubicBezTo>
                    <a:pt x="545" y="468"/>
                    <a:pt x="543" y="460"/>
                    <a:pt x="546" y="455"/>
                  </a:cubicBezTo>
                  <a:cubicBezTo>
                    <a:pt x="550" y="449"/>
                    <a:pt x="553" y="442"/>
                    <a:pt x="556" y="435"/>
                  </a:cubicBezTo>
                  <a:cubicBezTo>
                    <a:pt x="558" y="429"/>
                    <a:pt x="564" y="426"/>
                    <a:pt x="570" y="429"/>
                  </a:cubicBezTo>
                  <a:cubicBezTo>
                    <a:pt x="577" y="431"/>
                    <a:pt x="580" y="439"/>
                    <a:pt x="577" y="444"/>
                  </a:cubicBezTo>
                  <a:cubicBezTo>
                    <a:pt x="573" y="451"/>
                    <a:pt x="570" y="458"/>
                    <a:pt x="566" y="466"/>
                  </a:cubicBezTo>
                  <a:close/>
                  <a:moveTo>
                    <a:pt x="595" y="350"/>
                  </a:moveTo>
                  <a:lnTo>
                    <a:pt x="595" y="350"/>
                  </a:lnTo>
                  <a:cubicBezTo>
                    <a:pt x="595" y="358"/>
                    <a:pt x="595" y="367"/>
                    <a:pt x="594" y="374"/>
                  </a:cubicBezTo>
                  <a:cubicBezTo>
                    <a:pt x="593" y="380"/>
                    <a:pt x="588" y="385"/>
                    <a:pt x="583" y="385"/>
                  </a:cubicBezTo>
                  <a:cubicBezTo>
                    <a:pt x="582" y="385"/>
                    <a:pt x="582" y="385"/>
                    <a:pt x="582" y="384"/>
                  </a:cubicBezTo>
                  <a:cubicBezTo>
                    <a:pt x="576" y="384"/>
                    <a:pt x="570" y="378"/>
                    <a:pt x="571" y="372"/>
                  </a:cubicBezTo>
                  <a:cubicBezTo>
                    <a:pt x="571" y="365"/>
                    <a:pt x="572" y="357"/>
                    <a:pt x="572" y="350"/>
                  </a:cubicBezTo>
                  <a:cubicBezTo>
                    <a:pt x="572" y="344"/>
                    <a:pt x="578" y="338"/>
                    <a:pt x="584" y="338"/>
                  </a:cubicBezTo>
                  <a:cubicBezTo>
                    <a:pt x="590" y="338"/>
                    <a:pt x="595" y="342"/>
                    <a:pt x="595" y="348"/>
                  </a:cubicBezTo>
                  <a:lnTo>
                    <a:pt x="595" y="3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125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45001" y="1730876"/>
              <a:ext cx="3628083" cy="3238500"/>
            </a:xfrm>
            <a:prstGeom prst="rect">
              <a:avLst/>
            </a:prstGeom>
            <a:noFill/>
            <a:ln w="571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855D2A2-3DF6-2E0D-B107-AC2CA9A4F11A}"/>
              </a:ext>
            </a:extLst>
          </p:cNvPr>
          <p:cNvGrpSpPr/>
          <p:nvPr/>
        </p:nvGrpSpPr>
        <p:grpSpPr>
          <a:xfrm>
            <a:off x="4281957" y="1730876"/>
            <a:ext cx="3628083" cy="3238500"/>
            <a:chOff x="4281957" y="1730876"/>
            <a:chExt cx="3628083" cy="3238500"/>
          </a:xfrm>
        </p:grpSpPr>
        <p:sp>
          <p:nvSpPr>
            <p:cNvPr id="24" name="Rectangle 23"/>
            <p:cNvSpPr/>
            <p:nvPr/>
          </p:nvSpPr>
          <p:spPr>
            <a:xfrm>
              <a:off x="4388450" y="1768204"/>
              <a:ext cx="3415099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prstClr val="white"/>
                  </a:solidFill>
                </a:rPr>
                <a:t>Compute</a:t>
              </a:r>
              <a:r>
                <a:rPr lang="ko-KR" altLang="en-US" sz="2800" dirty="0">
                  <a:solidFill>
                    <a:prstClr val="white"/>
                  </a:solidFill>
                </a:rPr>
                <a:t>와 </a:t>
              </a:r>
              <a:r>
                <a:rPr lang="en-GB" altLang="ko-KR" sz="2800" dirty="0">
                  <a:solidFill>
                    <a:prstClr val="white"/>
                  </a:solidFill>
                </a:rPr>
                <a:t>Storage</a:t>
              </a:r>
              <a:br>
                <a:rPr lang="en-GB" altLang="ko-KR" sz="2800" dirty="0">
                  <a:solidFill>
                    <a:prstClr val="white"/>
                  </a:solidFill>
                </a:rPr>
              </a:br>
              <a:r>
                <a:rPr lang="ko-KR" altLang="en-US" sz="2800" dirty="0">
                  <a:solidFill>
                    <a:prstClr val="white"/>
                  </a:solidFill>
                </a:rPr>
                <a:t>분리는 동적이고 유연하게 워크로드에 대응</a:t>
              </a:r>
              <a:endParaRPr lang="en-US" sz="2800" dirty="0">
                <a:solidFill>
                  <a:prstClr val="white"/>
                </a:solidFill>
              </a:endParaRPr>
            </a:p>
          </p:txBody>
        </p:sp>
        <p:sp>
          <p:nvSpPr>
            <p:cNvPr id="26" name="Freeform 144"/>
            <p:cNvSpPr>
              <a:spLocks noChangeAspect="1" noChangeArrowheads="1"/>
            </p:cNvSpPr>
            <p:nvPr/>
          </p:nvSpPr>
          <p:spPr bwMode="auto">
            <a:xfrm>
              <a:off x="5634774" y="3802124"/>
              <a:ext cx="922452" cy="922452"/>
            </a:xfrm>
            <a:custGeom>
              <a:avLst/>
              <a:gdLst>
                <a:gd name="T0" fmla="*/ 373 w 537"/>
                <a:gd name="T1" fmla="*/ 373 h 537"/>
                <a:gd name="T2" fmla="*/ 469 w 537"/>
                <a:gd name="T3" fmla="*/ 143 h 537"/>
                <a:gd name="T4" fmla="*/ 527 w 537"/>
                <a:gd name="T5" fmla="*/ 182 h 537"/>
                <a:gd name="T6" fmla="*/ 536 w 537"/>
                <a:gd name="T7" fmla="*/ 210 h 537"/>
                <a:gd name="T8" fmla="*/ 527 w 537"/>
                <a:gd name="T9" fmla="*/ 239 h 537"/>
                <a:gd name="T10" fmla="*/ 469 w 537"/>
                <a:gd name="T11" fmla="*/ 278 h 537"/>
                <a:gd name="T12" fmla="*/ 469 w 537"/>
                <a:gd name="T13" fmla="*/ 297 h 537"/>
                <a:gd name="T14" fmla="*/ 527 w 537"/>
                <a:gd name="T15" fmla="*/ 334 h 537"/>
                <a:gd name="T16" fmla="*/ 536 w 537"/>
                <a:gd name="T17" fmla="*/ 364 h 537"/>
                <a:gd name="T18" fmla="*/ 527 w 537"/>
                <a:gd name="T19" fmla="*/ 392 h 537"/>
                <a:gd name="T20" fmla="*/ 469 w 537"/>
                <a:gd name="T21" fmla="*/ 431 h 537"/>
                <a:gd name="T22" fmla="*/ 469 w 537"/>
                <a:gd name="T23" fmla="*/ 450 h 537"/>
                <a:gd name="T24" fmla="*/ 450 w 537"/>
                <a:gd name="T25" fmla="*/ 527 h 537"/>
                <a:gd name="T26" fmla="*/ 411 w 537"/>
                <a:gd name="T27" fmla="*/ 469 h 537"/>
                <a:gd name="T28" fmla="*/ 392 w 537"/>
                <a:gd name="T29" fmla="*/ 469 h 537"/>
                <a:gd name="T30" fmla="*/ 354 w 537"/>
                <a:gd name="T31" fmla="*/ 527 h 537"/>
                <a:gd name="T32" fmla="*/ 326 w 537"/>
                <a:gd name="T33" fmla="*/ 536 h 537"/>
                <a:gd name="T34" fmla="*/ 296 w 537"/>
                <a:gd name="T35" fmla="*/ 527 h 537"/>
                <a:gd name="T36" fmla="*/ 257 w 537"/>
                <a:gd name="T37" fmla="*/ 469 h 537"/>
                <a:gd name="T38" fmla="*/ 239 w 537"/>
                <a:gd name="T39" fmla="*/ 469 h 537"/>
                <a:gd name="T40" fmla="*/ 201 w 537"/>
                <a:gd name="T41" fmla="*/ 527 h 537"/>
                <a:gd name="T42" fmla="*/ 172 w 537"/>
                <a:gd name="T43" fmla="*/ 536 h 537"/>
                <a:gd name="T44" fmla="*/ 143 w 537"/>
                <a:gd name="T45" fmla="*/ 527 h 537"/>
                <a:gd name="T46" fmla="*/ 105 w 537"/>
                <a:gd name="T47" fmla="*/ 469 h 537"/>
                <a:gd name="T48" fmla="*/ 86 w 537"/>
                <a:gd name="T49" fmla="*/ 469 h 537"/>
                <a:gd name="T50" fmla="*/ 9 w 537"/>
                <a:gd name="T51" fmla="*/ 450 h 537"/>
                <a:gd name="T52" fmla="*/ 66 w 537"/>
                <a:gd name="T53" fmla="*/ 411 h 537"/>
                <a:gd name="T54" fmla="*/ 66 w 537"/>
                <a:gd name="T55" fmla="*/ 392 h 537"/>
                <a:gd name="T56" fmla="*/ 9 w 537"/>
                <a:gd name="T57" fmla="*/ 354 h 537"/>
                <a:gd name="T58" fmla="*/ 0 w 537"/>
                <a:gd name="T59" fmla="*/ 326 h 537"/>
                <a:gd name="T60" fmla="*/ 9 w 537"/>
                <a:gd name="T61" fmla="*/ 297 h 537"/>
                <a:gd name="T62" fmla="*/ 66 w 537"/>
                <a:gd name="T63" fmla="*/ 258 h 537"/>
                <a:gd name="T64" fmla="*/ 66 w 537"/>
                <a:gd name="T65" fmla="*/ 239 h 537"/>
                <a:gd name="T66" fmla="*/ 9 w 537"/>
                <a:gd name="T67" fmla="*/ 201 h 537"/>
                <a:gd name="T68" fmla="*/ 0 w 537"/>
                <a:gd name="T69" fmla="*/ 172 h 537"/>
                <a:gd name="T70" fmla="*/ 9 w 537"/>
                <a:gd name="T71" fmla="*/ 143 h 537"/>
                <a:gd name="T72" fmla="*/ 66 w 537"/>
                <a:gd name="T73" fmla="*/ 105 h 537"/>
                <a:gd name="T74" fmla="*/ 66 w 537"/>
                <a:gd name="T75" fmla="*/ 85 h 537"/>
                <a:gd name="T76" fmla="*/ 86 w 537"/>
                <a:gd name="T77" fmla="*/ 8 h 537"/>
                <a:gd name="T78" fmla="*/ 124 w 537"/>
                <a:gd name="T79" fmla="*/ 66 h 537"/>
                <a:gd name="T80" fmla="*/ 143 w 537"/>
                <a:gd name="T81" fmla="*/ 66 h 537"/>
                <a:gd name="T82" fmla="*/ 182 w 537"/>
                <a:gd name="T83" fmla="*/ 8 h 537"/>
                <a:gd name="T84" fmla="*/ 211 w 537"/>
                <a:gd name="T85" fmla="*/ 0 h 537"/>
                <a:gd name="T86" fmla="*/ 239 w 537"/>
                <a:gd name="T87" fmla="*/ 8 h 537"/>
                <a:gd name="T88" fmla="*/ 277 w 537"/>
                <a:gd name="T89" fmla="*/ 66 h 537"/>
                <a:gd name="T90" fmla="*/ 296 w 537"/>
                <a:gd name="T91" fmla="*/ 66 h 537"/>
                <a:gd name="T92" fmla="*/ 334 w 537"/>
                <a:gd name="T93" fmla="*/ 8 h 537"/>
                <a:gd name="T94" fmla="*/ 364 w 537"/>
                <a:gd name="T95" fmla="*/ 0 h 537"/>
                <a:gd name="T96" fmla="*/ 392 w 537"/>
                <a:gd name="T97" fmla="*/ 8 h 537"/>
                <a:gd name="T98" fmla="*/ 431 w 537"/>
                <a:gd name="T99" fmla="*/ 66 h 537"/>
                <a:gd name="T100" fmla="*/ 450 w 537"/>
                <a:gd name="T101" fmla="*/ 66 h 537"/>
                <a:gd name="T102" fmla="*/ 527 w 537"/>
                <a:gd name="T103" fmla="*/ 85 h 537"/>
                <a:gd name="T104" fmla="*/ 469 w 537"/>
                <a:gd name="T105" fmla="*/ 124 h 537"/>
                <a:gd name="T106" fmla="*/ 469 w 537"/>
                <a:gd name="T107" fmla="*/ 143 h 537"/>
                <a:gd name="T108" fmla="*/ 153 w 537"/>
                <a:gd name="T109" fmla="*/ 143 h 537"/>
                <a:gd name="T110" fmla="*/ 384 w 537"/>
                <a:gd name="T111" fmla="*/ 392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37" h="537">
                  <a:moveTo>
                    <a:pt x="162" y="162"/>
                  </a:moveTo>
                  <a:lnTo>
                    <a:pt x="162" y="162"/>
                  </a:lnTo>
                  <a:cubicBezTo>
                    <a:pt x="373" y="162"/>
                    <a:pt x="373" y="162"/>
                    <a:pt x="373" y="162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162" y="373"/>
                    <a:pt x="162" y="373"/>
                    <a:pt x="162" y="373"/>
                  </a:cubicBezTo>
                  <a:lnTo>
                    <a:pt x="162" y="162"/>
                  </a:lnTo>
                  <a:close/>
                  <a:moveTo>
                    <a:pt x="469" y="143"/>
                  </a:moveTo>
                  <a:lnTo>
                    <a:pt x="469" y="143"/>
                  </a:lnTo>
                  <a:cubicBezTo>
                    <a:pt x="469" y="162"/>
                    <a:pt x="469" y="162"/>
                    <a:pt x="469" y="162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32" y="162"/>
                    <a:pt x="536" y="167"/>
                    <a:pt x="536" y="172"/>
                  </a:cubicBezTo>
                  <a:cubicBezTo>
                    <a:pt x="536" y="178"/>
                    <a:pt x="532" y="182"/>
                    <a:pt x="527" y="182"/>
                  </a:cubicBezTo>
                  <a:cubicBezTo>
                    <a:pt x="469" y="182"/>
                    <a:pt x="469" y="182"/>
                    <a:pt x="469" y="182"/>
                  </a:cubicBezTo>
                  <a:cubicBezTo>
                    <a:pt x="469" y="201"/>
                    <a:pt x="469" y="201"/>
                    <a:pt x="469" y="201"/>
                  </a:cubicBezTo>
                  <a:cubicBezTo>
                    <a:pt x="527" y="201"/>
                    <a:pt x="527" y="201"/>
                    <a:pt x="527" y="201"/>
                  </a:cubicBezTo>
                  <a:cubicBezTo>
                    <a:pt x="532" y="201"/>
                    <a:pt x="536" y="205"/>
                    <a:pt x="536" y="210"/>
                  </a:cubicBezTo>
                  <a:cubicBezTo>
                    <a:pt x="536" y="216"/>
                    <a:pt x="532" y="220"/>
                    <a:pt x="527" y="220"/>
                  </a:cubicBezTo>
                  <a:cubicBezTo>
                    <a:pt x="469" y="220"/>
                    <a:pt x="469" y="220"/>
                    <a:pt x="469" y="220"/>
                  </a:cubicBezTo>
                  <a:cubicBezTo>
                    <a:pt x="469" y="239"/>
                    <a:pt x="469" y="239"/>
                    <a:pt x="469" y="239"/>
                  </a:cubicBezTo>
                  <a:cubicBezTo>
                    <a:pt x="527" y="239"/>
                    <a:pt x="527" y="239"/>
                    <a:pt x="527" y="239"/>
                  </a:cubicBezTo>
                  <a:cubicBezTo>
                    <a:pt x="532" y="239"/>
                    <a:pt x="536" y="244"/>
                    <a:pt x="536" y="249"/>
                  </a:cubicBezTo>
                  <a:cubicBezTo>
                    <a:pt x="536" y="254"/>
                    <a:pt x="532" y="258"/>
                    <a:pt x="527" y="258"/>
                  </a:cubicBezTo>
                  <a:cubicBezTo>
                    <a:pt x="469" y="258"/>
                    <a:pt x="469" y="258"/>
                    <a:pt x="469" y="258"/>
                  </a:cubicBezTo>
                  <a:cubicBezTo>
                    <a:pt x="469" y="278"/>
                    <a:pt x="469" y="278"/>
                    <a:pt x="469" y="278"/>
                  </a:cubicBezTo>
                  <a:cubicBezTo>
                    <a:pt x="527" y="278"/>
                    <a:pt x="527" y="278"/>
                    <a:pt x="527" y="278"/>
                  </a:cubicBezTo>
                  <a:cubicBezTo>
                    <a:pt x="532" y="278"/>
                    <a:pt x="536" y="282"/>
                    <a:pt x="536" y="287"/>
                  </a:cubicBezTo>
                  <a:cubicBezTo>
                    <a:pt x="536" y="292"/>
                    <a:pt x="532" y="297"/>
                    <a:pt x="527" y="297"/>
                  </a:cubicBezTo>
                  <a:cubicBezTo>
                    <a:pt x="469" y="297"/>
                    <a:pt x="469" y="297"/>
                    <a:pt x="469" y="297"/>
                  </a:cubicBezTo>
                  <a:cubicBezTo>
                    <a:pt x="469" y="316"/>
                    <a:pt x="469" y="316"/>
                    <a:pt x="469" y="316"/>
                  </a:cubicBezTo>
                  <a:cubicBezTo>
                    <a:pt x="527" y="316"/>
                    <a:pt x="527" y="316"/>
                    <a:pt x="527" y="316"/>
                  </a:cubicBezTo>
                  <a:cubicBezTo>
                    <a:pt x="532" y="316"/>
                    <a:pt x="536" y="321"/>
                    <a:pt x="536" y="326"/>
                  </a:cubicBezTo>
                  <a:cubicBezTo>
                    <a:pt x="536" y="331"/>
                    <a:pt x="532" y="334"/>
                    <a:pt x="527" y="334"/>
                  </a:cubicBezTo>
                  <a:cubicBezTo>
                    <a:pt x="469" y="334"/>
                    <a:pt x="469" y="334"/>
                    <a:pt x="469" y="334"/>
                  </a:cubicBezTo>
                  <a:cubicBezTo>
                    <a:pt x="469" y="354"/>
                    <a:pt x="469" y="354"/>
                    <a:pt x="469" y="354"/>
                  </a:cubicBezTo>
                  <a:cubicBezTo>
                    <a:pt x="527" y="354"/>
                    <a:pt x="527" y="354"/>
                    <a:pt x="527" y="354"/>
                  </a:cubicBezTo>
                  <a:cubicBezTo>
                    <a:pt x="532" y="354"/>
                    <a:pt x="536" y="359"/>
                    <a:pt x="536" y="364"/>
                  </a:cubicBezTo>
                  <a:cubicBezTo>
                    <a:pt x="536" y="369"/>
                    <a:pt x="532" y="373"/>
                    <a:pt x="527" y="373"/>
                  </a:cubicBezTo>
                  <a:cubicBezTo>
                    <a:pt x="469" y="373"/>
                    <a:pt x="469" y="373"/>
                    <a:pt x="469" y="373"/>
                  </a:cubicBezTo>
                  <a:cubicBezTo>
                    <a:pt x="469" y="392"/>
                    <a:pt x="469" y="392"/>
                    <a:pt x="469" y="392"/>
                  </a:cubicBezTo>
                  <a:cubicBezTo>
                    <a:pt x="527" y="392"/>
                    <a:pt x="527" y="392"/>
                    <a:pt x="527" y="392"/>
                  </a:cubicBezTo>
                  <a:cubicBezTo>
                    <a:pt x="532" y="392"/>
                    <a:pt x="536" y="397"/>
                    <a:pt x="536" y="403"/>
                  </a:cubicBezTo>
                  <a:cubicBezTo>
                    <a:pt x="536" y="408"/>
                    <a:pt x="532" y="411"/>
                    <a:pt x="527" y="411"/>
                  </a:cubicBezTo>
                  <a:cubicBezTo>
                    <a:pt x="469" y="411"/>
                    <a:pt x="469" y="411"/>
                    <a:pt x="469" y="411"/>
                  </a:cubicBezTo>
                  <a:cubicBezTo>
                    <a:pt x="469" y="431"/>
                    <a:pt x="469" y="431"/>
                    <a:pt x="469" y="431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32" y="431"/>
                    <a:pt x="536" y="435"/>
                    <a:pt x="536" y="441"/>
                  </a:cubicBezTo>
                  <a:cubicBezTo>
                    <a:pt x="536" y="446"/>
                    <a:pt x="532" y="450"/>
                    <a:pt x="527" y="450"/>
                  </a:cubicBezTo>
                  <a:cubicBezTo>
                    <a:pt x="469" y="450"/>
                    <a:pt x="469" y="450"/>
                    <a:pt x="469" y="450"/>
                  </a:cubicBezTo>
                  <a:cubicBezTo>
                    <a:pt x="469" y="460"/>
                    <a:pt x="469" y="460"/>
                    <a:pt x="469" y="460"/>
                  </a:cubicBezTo>
                  <a:cubicBezTo>
                    <a:pt x="469" y="465"/>
                    <a:pt x="466" y="469"/>
                    <a:pt x="459" y="469"/>
                  </a:cubicBezTo>
                  <a:cubicBezTo>
                    <a:pt x="450" y="469"/>
                    <a:pt x="450" y="469"/>
                    <a:pt x="450" y="469"/>
                  </a:cubicBezTo>
                  <a:cubicBezTo>
                    <a:pt x="450" y="527"/>
                    <a:pt x="450" y="527"/>
                    <a:pt x="450" y="527"/>
                  </a:cubicBezTo>
                  <a:cubicBezTo>
                    <a:pt x="450" y="533"/>
                    <a:pt x="446" y="536"/>
                    <a:pt x="440" y="536"/>
                  </a:cubicBezTo>
                  <a:cubicBezTo>
                    <a:pt x="435" y="536"/>
                    <a:pt x="431" y="533"/>
                    <a:pt x="431" y="527"/>
                  </a:cubicBezTo>
                  <a:cubicBezTo>
                    <a:pt x="431" y="469"/>
                    <a:pt x="431" y="469"/>
                    <a:pt x="431" y="469"/>
                  </a:cubicBezTo>
                  <a:cubicBezTo>
                    <a:pt x="411" y="469"/>
                    <a:pt x="411" y="469"/>
                    <a:pt x="411" y="469"/>
                  </a:cubicBezTo>
                  <a:cubicBezTo>
                    <a:pt x="411" y="527"/>
                    <a:pt x="411" y="527"/>
                    <a:pt x="411" y="527"/>
                  </a:cubicBezTo>
                  <a:cubicBezTo>
                    <a:pt x="411" y="533"/>
                    <a:pt x="408" y="536"/>
                    <a:pt x="403" y="536"/>
                  </a:cubicBezTo>
                  <a:cubicBezTo>
                    <a:pt x="396" y="536"/>
                    <a:pt x="392" y="533"/>
                    <a:pt x="392" y="527"/>
                  </a:cubicBezTo>
                  <a:cubicBezTo>
                    <a:pt x="392" y="469"/>
                    <a:pt x="392" y="469"/>
                    <a:pt x="392" y="469"/>
                  </a:cubicBezTo>
                  <a:cubicBezTo>
                    <a:pt x="373" y="469"/>
                    <a:pt x="373" y="469"/>
                    <a:pt x="373" y="469"/>
                  </a:cubicBezTo>
                  <a:cubicBezTo>
                    <a:pt x="373" y="527"/>
                    <a:pt x="373" y="527"/>
                    <a:pt x="373" y="527"/>
                  </a:cubicBezTo>
                  <a:cubicBezTo>
                    <a:pt x="373" y="533"/>
                    <a:pt x="369" y="536"/>
                    <a:pt x="364" y="536"/>
                  </a:cubicBezTo>
                  <a:cubicBezTo>
                    <a:pt x="358" y="536"/>
                    <a:pt x="354" y="533"/>
                    <a:pt x="354" y="527"/>
                  </a:cubicBezTo>
                  <a:cubicBezTo>
                    <a:pt x="354" y="469"/>
                    <a:pt x="354" y="469"/>
                    <a:pt x="354" y="469"/>
                  </a:cubicBezTo>
                  <a:cubicBezTo>
                    <a:pt x="334" y="469"/>
                    <a:pt x="334" y="469"/>
                    <a:pt x="334" y="469"/>
                  </a:cubicBezTo>
                  <a:cubicBezTo>
                    <a:pt x="334" y="527"/>
                    <a:pt x="334" y="527"/>
                    <a:pt x="334" y="527"/>
                  </a:cubicBezTo>
                  <a:cubicBezTo>
                    <a:pt x="334" y="533"/>
                    <a:pt x="331" y="536"/>
                    <a:pt x="326" y="536"/>
                  </a:cubicBezTo>
                  <a:cubicBezTo>
                    <a:pt x="320" y="536"/>
                    <a:pt x="315" y="533"/>
                    <a:pt x="315" y="527"/>
                  </a:cubicBezTo>
                  <a:cubicBezTo>
                    <a:pt x="315" y="469"/>
                    <a:pt x="315" y="469"/>
                    <a:pt x="315" y="469"/>
                  </a:cubicBezTo>
                  <a:cubicBezTo>
                    <a:pt x="296" y="469"/>
                    <a:pt x="296" y="469"/>
                    <a:pt x="296" y="469"/>
                  </a:cubicBezTo>
                  <a:cubicBezTo>
                    <a:pt x="296" y="527"/>
                    <a:pt x="296" y="527"/>
                    <a:pt x="296" y="527"/>
                  </a:cubicBezTo>
                  <a:cubicBezTo>
                    <a:pt x="296" y="533"/>
                    <a:pt x="292" y="536"/>
                    <a:pt x="287" y="536"/>
                  </a:cubicBezTo>
                  <a:cubicBezTo>
                    <a:pt x="282" y="536"/>
                    <a:pt x="277" y="533"/>
                    <a:pt x="277" y="527"/>
                  </a:cubicBezTo>
                  <a:cubicBezTo>
                    <a:pt x="277" y="469"/>
                    <a:pt x="277" y="469"/>
                    <a:pt x="27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527"/>
                    <a:pt x="257" y="527"/>
                    <a:pt x="257" y="527"/>
                  </a:cubicBezTo>
                  <a:cubicBezTo>
                    <a:pt x="257" y="533"/>
                    <a:pt x="254" y="536"/>
                    <a:pt x="249" y="536"/>
                  </a:cubicBezTo>
                  <a:cubicBezTo>
                    <a:pt x="243" y="536"/>
                    <a:pt x="239" y="533"/>
                    <a:pt x="239" y="527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20" y="469"/>
                    <a:pt x="220" y="469"/>
                    <a:pt x="220" y="469"/>
                  </a:cubicBezTo>
                  <a:cubicBezTo>
                    <a:pt x="220" y="527"/>
                    <a:pt x="220" y="527"/>
                    <a:pt x="220" y="527"/>
                  </a:cubicBezTo>
                  <a:cubicBezTo>
                    <a:pt x="220" y="533"/>
                    <a:pt x="215" y="536"/>
                    <a:pt x="211" y="536"/>
                  </a:cubicBezTo>
                  <a:cubicBezTo>
                    <a:pt x="205" y="536"/>
                    <a:pt x="201" y="533"/>
                    <a:pt x="201" y="527"/>
                  </a:cubicBezTo>
                  <a:cubicBezTo>
                    <a:pt x="201" y="469"/>
                    <a:pt x="201" y="469"/>
                    <a:pt x="201" y="469"/>
                  </a:cubicBezTo>
                  <a:cubicBezTo>
                    <a:pt x="182" y="469"/>
                    <a:pt x="182" y="469"/>
                    <a:pt x="182" y="469"/>
                  </a:cubicBezTo>
                  <a:cubicBezTo>
                    <a:pt x="182" y="527"/>
                    <a:pt x="182" y="527"/>
                    <a:pt x="182" y="527"/>
                  </a:cubicBezTo>
                  <a:cubicBezTo>
                    <a:pt x="182" y="533"/>
                    <a:pt x="177" y="536"/>
                    <a:pt x="172" y="536"/>
                  </a:cubicBezTo>
                  <a:cubicBezTo>
                    <a:pt x="166" y="536"/>
                    <a:pt x="162" y="533"/>
                    <a:pt x="162" y="527"/>
                  </a:cubicBezTo>
                  <a:cubicBezTo>
                    <a:pt x="162" y="469"/>
                    <a:pt x="162" y="469"/>
                    <a:pt x="162" y="469"/>
                  </a:cubicBezTo>
                  <a:cubicBezTo>
                    <a:pt x="143" y="469"/>
                    <a:pt x="143" y="469"/>
                    <a:pt x="143" y="469"/>
                  </a:cubicBezTo>
                  <a:cubicBezTo>
                    <a:pt x="143" y="527"/>
                    <a:pt x="143" y="527"/>
                    <a:pt x="143" y="527"/>
                  </a:cubicBezTo>
                  <a:cubicBezTo>
                    <a:pt x="143" y="533"/>
                    <a:pt x="140" y="536"/>
                    <a:pt x="134" y="536"/>
                  </a:cubicBezTo>
                  <a:cubicBezTo>
                    <a:pt x="128" y="536"/>
                    <a:pt x="124" y="533"/>
                    <a:pt x="124" y="527"/>
                  </a:cubicBezTo>
                  <a:cubicBezTo>
                    <a:pt x="124" y="469"/>
                    <a:pt x="124" y="469"/>
                    <a:pt x="124" y="469"/>
                  </a:cubicBezTo>
                  <a:cubicBezTo>
                    <a:pt x="105" y="469"/>
                    <a:pt x="105" y="469"/>
                    <a:pt x="105" y="469"/>
                  </a:cubicBezTo>
                  <a:cubicBezTo>
                    <a:pt x="105" y="527"/>
                    <a:pt x="105" y="527"/>
                    <a:pt x="105" y="527"/>
                  </a:cubicBezTo>
                  <a:cubicBezTo>
                    <a:pt x="105" y="533"/>
                    <a:pt x="101" y="536"/>
                    <a:pt x="95" y="536"/>
                  </a:cubicBezTo>
                  <a:cubicBezTo>
                    <a:pt x="89" y="536"/>
                    <a:pt x="86" y="533"/>
                    <a:pt x="86" y="527"/>
                  </a:cubicBezTo>
                  <a:cubicBezTo>
                    <a:pt x="86" y="469"/>
                    <a:pt x="86" y="469"/>
                    <a:pt x="86" y="469"/>
                  </a:cubicBezTo>
                  <a:cubicBezTo>
                    <a:pt x="77" y="469"/>
                    <a:pt x="77" y="469"/>
                    <a:pt x="77" y="469"/>
                  </a:cubicBezTo>
                  <a:cubicBezTo>
                    <a:pt x="70" y="469"/>
                    <a:pt x="66" y="465"/>
                    <a:pt x="66" y="460"/>
                  </a:cubicBezTo>
                  <a:cubicBezTo>
                    <a:pt x="66" y="450"/>
                    <a:pt x="66" y="450"/>
                    <a:pt x="66" y="450"/>
                  </a:cubicBezTo>
                  <a:cubicBezTo>
                    <a:pt x="9" y="450"/>
                    <a:pt x="9" y="450"/>
                    <a:pt x="9" y="450"/>
                  </a:cubicBezTo>
                  <a:cubicBezTo>
                    <a:pt x="4" y="450"/>
                    <a:pt x="0" y="446"/>
                    <a:pt x="0" y="441"/>
                  </a:cubicBezTo>
                  <a:cubicBezTo>
                    <a:pt x="0" y="435"/>
                    <a:pt x="4" y="431"/>
                    <a:pt x="9" y="431"/>
                  </a:cubicBezTo>
                  <a:cubicBezTo>
                    <a:pt x="66" y="431"/>
                    <a:pt x="66" y="431"/>
                    <a:pt x="66" y="431"/>
                  </a:cubicBezTo>
                  <a:cubicBezTo>
                    <a:pt x="66" y="411"/>
                    <a:pt x="66" y="411"/>
                    <a:pt x="66" y="411"/>
                  </a:cubicBezTo>
                  <a:cubicBezTo>
                    <a:pt x="9" y="411"/>
                    <a:pt x="9" y="411"/>
                    <a:pt x="9" y="411"/>
                  </a:cubicBezTo>
                  <a:cubicBezTo>
                    <a:pt x="4" y="411"/>
                    <a:pt x="0" y="408"/>
                    <a:pt x="0" y="403"/>
                  </a:cubicBezTo>
                  <a:cubicBezTo>
                    <a:pt x="0" y="397"/>
                    <a:pt x="4" y="392"/>
                    <a:pt x="9" y="392"/>
                  </a:cubicBezTo>
                  <a:cubicBezTo>
                    <a:pt x="66" y="392"/>
                    <a:pt x="66" y="392"/>
                    <a:pt x="66" y="392"/>
                  </a:cubicBezTo>
                  <a:cubicBezTo>
                    <a:pt x="66" y="373"/>
                    <a:pt x="66" y="373"/>
                    <a:pt x="66" y="373"/>
                  </a:cubicBezTo>
                  <a:cubicBezTo>
                    <a:pt x="9" y="373"/>
                    <a:pt x="9" y="373"/>
                    <a:pt x="9" y="373"/>
                  </a:cubicBezTo>
                  <a:cubicBezTo>
                    <a:pt x="4" y="373"/>
                    <a:pt x="0" y="369"/>
                    <a:pt x="0" y="364"/>
                  </a:cubicBezTo>
                  <a:cubicBezTo>
                    <a:pt x="0" y="359"/>
                    <a:pt x="4" y="354"/>
                    <a:pt x="9" y="354"/>
                  </a:cubicBezTo>
                  <a:cubicBezTo>
                    <a:pt x="66" y="354"/>
                    <a:pt x="66" y="354"/>
                    <a:pt x="66" y="354"/>
                  </a:cubicBezTo>
                  <a:cubicBezTo>
                    <a:pt x="66" y="334"/>
                    <a:pt x="66" y="334"/>
                    <a:pt x="66" y="334"/>
                  </a:cubicBezTo>
                  <a:cubicBezTo>
                    <a:pt x="9" y="334"/>
                    <a:pt x="9" y="334"/>
                    <a:pt x="9" y="334"/>
                  </a:cubicBezTo>
                  <a:cubicBezTo>
                    <a:pt x="4" y="334"/>
                    <a:pt x="0" y="331"/>
                    <a:pt x="0" y="326"/>
                  </a:cubicBezTo>
                  <a:cubicBezTo>
                    <a:pt x="0" y="321"/>
                    <a:pt x="4" y="316"/>
                    <a:pt x="9" y="316"/>
                  </a:cubicBezTo>
                  <a:cubicBezTo>
                    <a:pt x="66" y="316"/>
                    <a:pt x="66" y="316"/>
                    <a:pt x="66" y="316"/>
                  </a:cubicBezTo>
                  <a:cubicBezTo>
                    <a:pt x="66" y="297"/>
                    <a:pt x="66" y="297"/>
                    <a:pt x="66" y="297"/>
                  </a:cubicBezTo>
                  <a:cubicBezTo>
                    <a:pt x="9" y="297"/>
                    <a:pt x="9" y="297"/>
                    <a:pt x="9" y="297"/>
                  </a:cubicBezTo>
                  <a:cubicBezTo>
                    <a:pt x="4" y="297"/>
                    <a:pt x="0" y="292"/>
                    <a:pt x="0" y="287"/>
                  </a:cubicBezTo>
                  <a:cubicBezTo>
                    <a:pt x="0" y="282"/>
                    <a:pt x="4" y="278"/>
                    <a:pt x="9" y="278"/>
                  </a:cubicBezTo>
                  <a:cubicBezTo>
                    <a:pt x="66" y="278"/>
                    <a:pt x="66" y="278"/>
                    <a:pt x="66" y="278"/>
                  </a:cubicBezTo>
                  <a:cubicBezTo>
                    <a:pt x="66" y="258"/>
                    <a:pt x="66" y="258"/>
                    <a:pt x="66" y="258"/>
                  </a:cubicBezTo>
                  <a:cubicBezTo>
                    <a:pt x="9" y="258"/>
                    <a:pt x="9" y="258"/>
                    <a:pt x="9" y="258"/>
                  </a:cubicBezTo>
                  <a:cubicBezTo>
                    <a:pt x="4" y="258"/>
                    <a:pt x="0" y="254"/>
                    <a:pt x="0" y="249"/>
                  </a:cubicBezTo>
                  <a:cubicBezTo>
                    <a:pt x="0" y="244"/>
                    <a:pt x="4" y="239"/>
                    <a:pt x="9" y="239"/>
                  </a:cubicBezTo>
                  <a:cubicBezTo>
                    <a:pt x="66" y="239"/>
                    <a:pt x="66" y="239"/>
                    <a:pt x="66" y="239"/>
                  </a:cubicBezTo>
                  <a:cubicBezTo>
                    <a:pt x="66" y="220"/>
                    <a:pt x="66" y="220"/>
                    <a:pt x="66" y="220"/>
                  </a:cubicBezTo>
                  <a:cubicBezTo>
                    <a:pt x="9" y="220"/>
                    <a:pt x="9" y="220"/>
                    <a:pt x="9" y="220"/>
                  </a:cubicBezTo>
                  <a:cubicBezTo>
                    <a:pt x="4" y="220"/>
                    <a:pt x="0" y="216"/>
                    <a:pt x="0" y="210"/>
                  </a:cubicBezTo>
                  <a:cubicBezTo>
                    <a:pt x="0" y="205"/>
                    <a:pt x="4" y="201"/>
                    <a:pt x="9" y="201"/>
                  </a:cubicBezTo>
                  <a:cubicBezTo>
                    <a:pt x="66" y="201"/>
                    <a:pt x="66" y="201"/>
                    <a:pt x="66" y="201"/>
                  </a:cubicBezTo>
                  <a:cubicBezTo>
                    <a:pt x="66" y="182"/>
                    <a:pt x="66" y="182"/>
                    <a:pt x="66" y="182"/>
                  </a:cubicBezTo>
                  <a:cubicBezTo>
                    <a:pt x="9" y="182"/>
                    <a:pt x="9" y="182"/>
                    <a:pt x="9" y="182"/>
                  </a:cubicBezTo>
                  <a:cubicBezTo>
                    <a:pt x="4" y="182"/>
                    <a:pt x="0" y="178"/>
                    <a:pt x="0" y="172"/>
                  </a:cubicBezTo>
                  <a:cubicBezTo>
                    <a:pt x="0" y="167"/>
                    <a:pt x="4" y="162"/>
                    <a:pt x="9" y="162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6" y="143"/>
                    <a:pt x="66" y="143"/>
                    <a:pt x="66" y="143"/>
                  </a:cubicBezTo>
                  <a:cubicBezTo>
                    <a:pt x="9" y="143"/>
                    <a:pt x="9" y="143"/>
                    <a:pt x="9" y="143"/>
                  </a:cubicBezTo>
                  <a:cubicBezTo>
                    <a:pt x="4" y="143"/>
                    <a:pt x="0" y="139"/>
                    <a:pt x="0" y="135"/>
                  </a:cubicBezTo>
                  <a:cubicBezTo>
                    <a:pt x="0" y="128"/>
                    <a:pt x="4" y="124"/>
                    <a:pt x="9" y="124"/>
                  </a:cubicBezTo>
                  <a:cubicBezTo>
                    <a:pt x="66" y="124"/>
                    <a:pt x="66" y="124"/>
                    <a:pt x="66" y="124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4" y="105"/>
                    <a:pt x="0" y="101"/>
                    <a:pt x="0" y="96"/>
                  </a:cubicBezTo>
                  <a:cubicBezTo>
                    <a:pt x="0" y="90"/>
                    <a:pt x="4" y="85"/>
                    <a:pt x="9" y="85"/>
                  </a:cubicBezTo>
                  <a:cubicBezTo>
                    <a:pt x="66" y="85"/>
                    <a:pt x="66" y="85"/>
                    <a:pt x="66" y="85"/>
                  </a:cubicBezTo>
                  <a:cubicBezTo>
                    <a:pt x="66" y="77"/>
                    <a:pt x="66" y="77"/>
                    <a:pt x="66" y="77"/>
                  </a:cubicBezTo>
                  <a:cubicBezTo>
                    <a:pt x="66" y="72"/>
                    <a:pt x="70" y="66"/>
                    <a:pt x="77" y="66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4"/>
                    <a:pt x="89" y="0"/>
                    <a:pt x="95" y="0"/>
                  </a:cubicBezTo>
                  <a:cubicBezTo>
                    <a:pt x="101" y="0"/>
                    <a:pt x="105" y="4"/>
                    <a:pt x="105" y="8"/>
                  </a:cubicBezTo>
                  <a:cubicBezTo>
                    <a:pt x="105" y="66"/>
                    <a:pt x="105" y="66"/>
                    <a:pt x="105" y="66"/>
                  </a:cubicBezTo>
                  <a:cubicBezTo>
                    <a:pt x="124" y="66"/>
                    <a:pt x="124" y="66"/>
                    <a:pt x="124" y="66"/>
                  </a:cubicBezTo>
                  <a:cubicBezTo>
                    <a:pt x="124" y="8"/>
                    <a:pt x="124" y="8"/>
                    <a:pt x="124" y="8"/>
                  </a:cubicBezTo>
                  <a:cubicBezTo>
                    <a:pt x="124" y="4"/>
                    <a:pt x="128" y="0"/>
                    <a:pt x="134" y="0"/>
                  </a:cubicBezTo>
                  <a:cubicBezTo>
                    <a:pt x="140" y="0"/>
                    <a:pt x="143" y="4"/>
                    <a:pt x="143" y="8"/>
                  </a:cubicBezTo>
                  <a:cubicBezTo>
                    <a:pt x="143" y="66"/>
                    <a:pt x="143" y="66"/>
                    <a:pt x="143" y="66"/>
                  </a:cubicBezTo>
                  <a:cubicBezTo>
                    <a:pt x="162" y="66"/>
                    <a:pt x="162" y="66"/>
                    <a:pt x="162" y="66"/>
                  </a:cubicBezTo>
                  <a:cubicBezTo>
                    <a:pt x="162" y="8"/>
                    <a:pt x="162" y="8"/>
                    <a:pt x="162" y="8"/>
                  </a:cubicBezTo>
                  <a:cubicBezTo>
                    <a:pt x="162" y="4"/>
                    <a:pt x="166" y="0"/>
                    <a:pt x="172" y="0"/>
                  </a:cubicBezTo>
                  <a:cubicBezTo>
                    <a:pt x="177" y="0"/>
                    <a:pt x="182" y="4"/>
                    <a:pt x="182" y="8"/>
                  </a:cubicBezTo>
                  <a:cubicBezTo>
                    <a:pt x="182" y="66"/>
                    <a:pt x="182" y="66"/>
                    <a:pt x="182" y="66"/>
                  </a:cubicBezTo>
                  <a:cubicBezTo>
                    <a:pt x="201" y="66"/>
                    <a:pt x="201" y="66"/>
                    <a:pt x="201" y="66"/>
                  </a:cubicBezTo>
                  <a:cubicBezTo>
                    <a:pt x="201" y="8"/>
                    <a:pt x="201" y="8"/>
                    <a:pt x="201" y="8"/>
                  </a:cubicBezTo>
                  <a:cubicBezTo>
                    <a:pt x="201" y="4"/>
                    <a:pt x="205" y="0"/>
                    <a:pt x="211" y="0"/>
                  </a:cubicBezTo>
                  <a:cubicBezTo>
                    <a:pt x="215" y="0"/>
                    <a:pt x="220" y="4"/>
                    <a:pt x="220" y="8"/>
                  </a:cubicBezTo>
                  <a:cubicBezTo>
                    <a:pt x="220" y="66"/>
                    <a:pt x="220" y="66"/>
                    <a:pt x="220" y="66"/>
                  </a:cubicBezTo>
                  <a:cubicBezTo>
                    <a:pt x="239" y="66"/>
                    <a:pt x="239" y="66"/>
                    <a:pt x="239" y="66"/>
                  </a:cubicBezTo>
                  <a:cubicBezTo>
                    <a:pt x="239" y="8"/>
                    <a:pt x="239" y="8"/>
                    <a:pt x="239" y="8"/>
                  </a:cubicBezTo>
                  <a:cubicBezTo>
                    <a:pt x="239" y="4"/>
                    <a:pt x="243" y="0"/>
                    <a:pt x="249" y="0"/>
                  </a:cubicBezTo>
                  <a:cubicBezTo>
                    <a:pt x="254" y="0"/>
                    <a:pt x="257" y="4"/>
                    <a:pt x="257" y="8"/>
                  </a:cubicBezTo>
                  <a:cubicBezTo>
                    <a:pt x="257" y="66"/>
                    <a:pt x="257" y="66"/>
                    <a:pt x="257" y="66"/>
                  </a:cubicBezTo>
                  <a:cubicBezTo>
                    <a:pt x="277" y="66"/>
                    <a:pt x="277" y="66"/>
                    <a:pt x="277" y="66"/>
                  </a:cubicBezTo>
                  <a:cubicBezTo>
                    <a:pt x="277" y="8"/>
                    <a:pt x="277" y="8"/>
                    <a:pt x="277" y="8"/>
                  </a:cubicBezTo>
                  <a:cubicBezTo>
                    <a:pt x="277" y="4"/>
                    <a:pt x="282" y="0"/>
                    <a:pt x="287" y="0"/>
                  </a:cubicBezTo>
                  <a:cubicBezTo>
                    <a:pt x="292" y="0"/>
                    <a:pt x="296" y="4"/>
                    <a:pt x="296" y="8"/>
                  </a:cubicBezTo>
                  <a:cubicBezTo>
                    <a:pt x="296" y="66"/>
                    <a:pt x="296" y="66"/>
                    <a:pt x="296" y="66"/>
                  </a:cubicBezTo>
                  <a:cubicBezTo>
                    <a:pt x="315" y="66"/>
                    <a:pt x="315" y="66"/>
                    <a:pt x="315" y="66"/>
                  </a:cubicBezTo>
                  <a:cubicBezTo>
                    <a:pt x="315" y="8"/>
                    <a:pt x="315" y="8"/>
                    <a:pt x="315" y="8"/>
                  </a:cubicBezTo>
                  <a:cubicBezTo>
                    <a:pt x="315" y="4"/>
                    <a:pt x="320" y="0"/>
                    <a:pt x="326" y="0"/>
                  </a:cubicBezTo>
                  <a:cubicBezTo>
                    <a:pt x="331" y="0"/>
                    <a:pt x="334" y="4"/>
                    <a:pt x="334" y="8"/>
                  </a:cubicBezTo>
                  <a:cubicBezTo>
                    <a:pt x="334" y="66"/>
                    <a:pt x="334" y="66"/>
                    <a:pt x="334" y="66"/>
                  </a:cubicBezTo>
                  <a:cubicBezTo>
                    <a:pt x="354" y="66"/>
                    <a:pt x="354" y="66"/>
                    <a:pt x="354" y="66"/>
                  </a:cubicBezTo>
                  <a:cubicBezTo>
                    <a:pt x="354" y="8"/>
                    <a:pt x="354" y="8"/>
                    <a:pt x="354" y="8"/>
                  </a:cubicBezTo>
                  <a:cubicBezTo>
                    <a:pt x="354" y="4"/>
                    <a:pt x="358" y="0"/>
                    <a:pt x="364" y="0"/>
                  </a:cubicBezTo>
                  <a:cubicBezTo>
                    <a:pt x="369" y="0"/>
                    <a:pt x="373" y="4"/>
                    <a:pt x="373" y="8"/>
                  </a:cubicBezTo>
                  <a:cubicBezTo>
                    <a:pt x="373" y="66"/>
                    <a:pt x="373" y="66"/>
                    <a:pt x="373" y="66"/>
                  </a:cubicBezTo>
                  <a:cubicBezTo>
                    <a:pt x="392" y="66"/>
                    <a:pt x="392" y="66"/>
                    <a:pt x="392" y="66"/>
                  </a:cubicBezTo>
                  <a:cubicBezTo>
                    <a:pt x="392" y="8"/>
                    <a:pt x="392" y="8"/>
                    <a:pt x="392" y="8"/>
                  </a:cubicBezTo>
                  <a:cubicBezTo>
                    <a:pt x="392" y="4"/>
                    <a:pt x="396" y="0"/>
                    <a:pt x="403" y="0"/>
                  </a:cubicBezTo>
                  <a:cubicBezTo>
                    <a:pt x="408" y="0"/>
                    <a:pt x="411" y="4"/>
                    <a:pt x="411" y="8"/>
                  </a:cubicBezTo>
                  <a:cubicBezTo>
                    <a:pt x="411" y="66"/>
                    <a:pt x="411" y="66"/>
                    <a:pt x="411" y="66"/>
                  </a:cubicBezTo>
                  <a:cubicBezTo>
                    <a:pt x="431" y="66"/>
                    <a:pt x="431" y="66"/>
                    <a:pt x="431" y="66"/>
                  </a:cubicBezTo>
                  <a:cubicBezTo>
                    <a:pt x="431" y="8"/>
                    <a:pt x="431" y="8"/>
                    <a:pt x="431" y="8"/>
                  </a:cubicBezTo>
                  <a:cubicBezTo>
                    <a:pt x="431" y="4"/>
                    <a:pt x="435" y="0"/>
                    <a:pt x="440" y="0"/>
                  </a:cubicBezTo>
                  <a:cubicBezTo>
                    <a:pt x="446" y="0"/>
                    <a:pt x="450" y="4"/>
                    <a:pt x="450" y="8"/>
                  </a:cubicBezTo>
                  <a:cubicBezTo>
                    <a:pt x="450" y="66"/>
                    <a:pt x="450" y="66"/>
                    <a:pt x="450" y="66"/>
                  </a:cubicBezTo>
                  <a:cubicBezTo>
                    <a:pt x="459" y="66"/>
                    <a:pt x="459" y="66"/>
                    <a:pt x="459" y="66"/>
                  </a:cubicBezTo>
                  <a:cubicBezTo>
                    <a:pt x="466" y="66"/>
                    <a:pt x="469" y="72"/>
                    <a:pt x="469" y="77"/>
                  </a:cubicBezTo>
                  <a:cubicBezTo>
                    <a:pt x="469" y="85"/>
                    <a:pt x="469" y="85"/>
                    <a:pt x="469" y="85"/>
                  </a:cubicBezTo>
                  <a:cubicBezTo>
                    <a:pt x="527" y="85"/>
                    <a:pt x="527" y="85"/>
                    <a:pt x="527" y="85"/>
                  </a:cubicBezTo>
                  <a:cubicBezTo>
                    <a:pt x="532" y="85"/>
                    <a:pt x="536" y="90"/>
                    <a:pt x="536" y="96"/>
                  </a:cubicBezTo>
                  <a:cubicBezTo>
                    <a:pt x="536" y="101"/>
                    <a:pt x="532" y="105"/>
                    <a:pt x="527" y="105"/>
                  </a:cubicBezTo>
                  <a:cubicBezTo>
                    <a:pt x="469" y="105"/>
                    <a:pt x="469" y="105"/>
                    <a:pt x="469" y="105"/>
                  </a:cubicBezTo>
                  <a:cubicBezTo>
                    <a:pt x="469" y="124"/>
                    <a:pt x="469" y="124"/>
                    <a:pt x="469" y="124"/>
                  </a:cubicBezTo>
                  <a:cubicBezTo>
                    <a:pt x="527" y="124"/>
                    <a:pt x="527" y="124"/>
                    <a:pt x="527" y="124"/>
                  </a:cubicBezTo>
                  <a:cubicBezTo>
                    <a:pt x="532" y="124"/>
                    <a:pt x="536" y="128"/>
                    <a:pt x="536" y="135"/>
                  </a:cubicBezTo>
                  <a:cubicBezTo>
                    <a:pt x="536" y="139"/>
                    <a:pt x="532" y="143"/>
                    <a:pt x="527" y="143"/>
                  </a:cubicBezTo>
                  <a:lnTo>
                    <a:pt x="469" y="143"/>
                  </a:lnTo>
                  <a:close/>
                  <a:moveTo>
                    <a:pt x="392" y="154"/>
                  </a:moveTo>
                  <a:lnTo>
                    <a:pt x="392" y="154"/>
                  </a:lnTo>
                  <a:cubicBezTo>
                    <a:pt x="392" y="148"/>
                    <a:pt x="389" y="143"/>
                    <a:pt x="384" y="143"/>
                  </a:cubicBezTo>
                  <a:cubicBezTo>
                    <a:pt x="153" y="143"/>
                    <a:pt x="153" y="143"/>
                    <a:pt x="153" y="143"/>
                  </a:cubicBezTo>
                  <a:cubicBezTo>
                    <a:pt x="147" y="143"/>
                    <a:pt x="143" y="148"/>
                    <a:pt x="143" y="154"/>
                  </a:cubicBezTo>
                  <a:cubicBezTo>
                    <a:pt x="143" y="383"/>
                    <a:pt x="143" y="383"/>
                    <a:pt x="143" y="383"/>
                  </a:cubicBezTo>
                  <a:cubicBezTo>
                    <a:pt x="143" y="388"/>
                    <a:pt x="147" y="392"/>
                    <a:pt x="153" y="392"/>
                  </a:cubicBezTo>
                  <a:cubicBezTo>
                    <a:pt x="384" y="392"/>
                    <a:pt x="384" y="392"/>
                    <a:pt x="384" y="392"/>
                  </a:cubicBezTo>
                  <a:cubicBezTo>
                    <a:pt x="389" y="392"/>
                    <a:pt x="392" y="388"/>
                    <a:pt x="392" y="383"/>
                  </a:cubicBezTo>
                  <a:lnTo>
                    <a:pt x="392" y="1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64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281957" y="1730876"/>
              <a:ext cx="3628083" cy="3238500"/>
            </a:xfrm>
            <a:prstGeom prst="rect">
              <a:avLst/>
            </a:prstGeom>
            <a:noFill/>
            <a:ln w="571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A7C4195-5A59-802A-38E9-17A0E351AD57}"/>
              </a:ext>
            </a:extLst>
          </p:cNvPr>
          <p:cNvGrpSpPr/>
          <p:nvPr/>
        </p:nvGrpSpPr>
        <p:grpSpPr>
          <a:xfrm>
            <a:off x="8318913" y="1730876"/>
            <a:ext cx="3628083" cy="3238500"/>
            <a:chOff x="8318913" y="1730876"/>
            <a:chExt cx="3628083" cy="3238500"/>
          </a:xfrm>
        </p:grpSpPr>
        <p:sp>
          <p:nvSpPr>
            <p:cNvPr id="25" name="Rectangle 24"/>
            <p:cNvSpPr/>
            <p:nvPr/>
          </p:nvSpPr>
          <p:spPr>
            <a:xfrm>
              <a:off x="8449235" y="1759070"/>
              <a:ext cx="3367438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prstClr val="white"/>
                  </a:solidFill>
                </a:rPr>
                <a:t>Multi-cluster</a:t>
              </a:r>
              <a:r>
                <a:rPr lang="ko-KR" altLang="en-US" sz="2800" dirty="0">
                  <a:solidFill>
                    <a:prstClr val="white"/>
                  </a:solidFill>
                </a:rPr>
                <a:t>를 통한 워크로드 격리는 사용자 그룹별로 멀티태넌시를 제공</a:t>
              </a:r>
              <a:endParaRPr lang="en-US" sz="2800" dirty="0">
                <a:solidFill>
                  <a:prstClr val="white"/>
                </a:solidFill>
              </a:endParaRPr>
            </a:p>
          </p:txBody>
        </p:sp>
        <p:sp>
          <p:nvSpPr>
            <p:cNvPr id="22" name="Freeform 60"/>
            <p:cNvSpPr>
              <a:spLocks noChangeAspect="1" noChangeArrowheads="1"/>
            </p:cNvSpPr>
            <p:nvPr/>
          </p:nvSpPr>
          <p:spPr bwMode="auto">
            <a:xfrm>
              <a:off x="9448218" y="3762958"/>
              <a:ext cx="1369472" cy="945236"/>
            </a:xfrm>
            <a:custGeom>
              <a:avLst/>
              <a:gdLst>
                <a:gd name="T0" fmla="*/ 453 w 810"/>
                <a:gd name="T1" fmla="*/ 517 h 561"/>
                <a:gd name="T2" fmla="*/ 442 w 810"/>
                <a:gd name="T3" fmla="*/ 560 h 561"/>
                <a:gd name="T4" fmla="*/ 430 w 810"/>
                <a:gd name="T5" fmla="*/ 517 h 561"/>
                <a:gd name="T6" fmla="*/ 406 w 810"/>
                <a:gd name="T7" fmla="*/ 465 h 561"/>
                <a:gd name="T8" fmla="*/ 389 w 810"/>
                <a:gd name="T9" fmla="*/ 457 h 561"/>
                <a:gd name="T10" fmla="*/ 355 w 810"/>
                <a:gd name="T11" fmla="*/ 465 h 561"/>
                <a:gd name="T12" fmla="*/ 355 w 810"/>
                <a:gd name="T13" fmla="*/ 465 h 561"/>
                <a:gd name="T14" fmla="*/ 266 w 810"/>
                <a:gd name="T15" fmla="*/ 464 h 561"/>
                <a:gd name="T16" fmla="*/ 254 w 810"/>
                <a:gd name="T17" fmla="*/ 456 h 561"/>
                <a:gd name="T18" fmla="*/ 232 w 810"/>
                <a:gd name="T19" fmla="*/ 454 h 561"/>
                <a:gd name="T20" fmla="*/ 212 w 810"/>
                <a:gd name="T21" fmla="*/ 457 h 561"/>
                <a:gd name="T22" fmla="*/ 196 w 810"/>
                <a:gd name="T23" fmla="*/ 464 h 561"/>
                <a:gd name="T24" fmla="*/ 172 w 810"/>
                <a:gd name="T25" fmla="*/ 549 h 561"/>
                <a:gd name="T26" fmla="*/ 148 w 810"/>
                <a:gd name="T27" fmla="*/ 549 h 561"/>
                <a:gd name="T28" fmla="*/ 176 w 810"/>
                <a:gd name="T29" fmla="*/ 451 h 561"/>
                <a:gd name="T30" fmla="*/ 191 w 810"/>
                <a:gd name="T31" fmla="*/ 441 h 561"/>
                <a:gd name="T32" fmla="*/ 207 w 810"/>
                <a:gd name="T33" fmla="*/ 434 h 561"/>
                <a:gd name="T34" fmla="*/ 231 w 810"/>
                <a:gd name="T35" fmla="*/ 430 h 561"/>
                <a:gd name="T36" fmla="*/ 195 w 810"/>
                <a:gd name="T37" fmla="*/ 363 h 561"/>
                <a:gd name="T38" fmla="*/ 218 w 810"/>
                <a:gd name="T39" fmla="*/ 307 h 561"/>
                <a:gd name="T40" fmla="*/ 266 w 810"/>
                <a:gd name="T41" fmla="*/ 224 h 561"/>
                <a:gd name="T42" fmla="*/ 378 w 810"/>
                <a:gd name="T43" fmla="*/ 225 h 561"/>
                <a:gd name="T44" fmla="*/ 405 w 810"/>
                <a:gd name="T45" fmla="*/ 305 h 561"/>
                <a:gd name="T46" fmla="*/ 428 w 810"/>
                <a:gd name="T47" fmla="*/ 331 h 561"/>
                <a:gd name="T48" fmla="*/ 406 w 810"/>
                <a:gd name="T49" fmla="*/ 389 h 561"/>
                <a:gd name="T50" fmla="*/ 404 w 810"/>
                <a:gd name="T51" fmla="*/ 437 h 561"/>
                <a:gd name="T52" fmla="*/ 417 w 810"/>
                <a:gd name="T53" fmla="*/ 445 h 561"/>
                <a:gd name="T54" fmla="*/ 453 w 810"/>
                <a:gd name="T55" fmla="*/ 517 h 561"/>
                <a:gd name="T56" fmla="*/ 629 w 810"/>
                <a:gd name="T57" fmla="*/ 111 h 561"/>
                <a:gd name="T58" fmla="*/ 409 w 810"/>
                <a:gd name="T59" fmla="*/ 0 h 561"/>
                <a:gd name="T60" fmla="*/ 167 w 810"/>
                <a:gd name="T61" fmla="*/ 140 h 561"/>
                <a:gd name="T62" fmla="*/ 114 w 810"/>
                <a:gd name="T63" fmla="*/ 463 h 561"/>
                <a:gd name="T64" fmla="*/ 138 w 810"/>
                <a:gd name="T65" fmla="*/ 464 h 561"/>
                <a:gd name="T66" fmla="*/ 196 w 810"/>
                <a:gd name="T67" fmla="*/ 405 h 561"/>
                <a:gd name="T68" fmla="*/ 172 w 810"/>
                <a:gd name="T69" fmla="*/ 332 h 561"/>
                <a:gd name="T70" fmla="*/ 195 w 810"/>
                <a:gd name="T71" fmla="*/ 283 h 561"/>
                <a:gd name="T72" fmla="*/ 330 w 810"/>
                <a:gd name="T73" fmla="*/ 188 h 561"/>
                <a:gd name="T74" fmla="*/ 428 w 810"/>
                <a:gd name="T75" fmla="*/ 283 h 561"/>
                <a:gd name="T76" fmla="*/ 439 w 810"/>
                <a:gd name="T77" fmla="*/ 296 h 561"/>
                <a:gd name="T78" fmla="*/ 452 w 810"/>
                <a:gd name="T79" fmla="*/ 363 h 561"/>
                <a:gd name="T80" fmla="*/ 423 w 810"/>
                <a:gd name="T81" fmla="*/ 421 h 561"/>
                <a:gd name="T82" fmla="*/ 516 w 810"/>
                <a:gd name="T83" fmla="*/ 455 h 561"/>
                <a:gd name="T84" fmla="*/ 587 w 810"/>
                <a:gd name="T85" fmla="*/ 458 h 561"/>
                <a:gd name="T86" fmla="*/ 608 w 810"/>
                <a:gd name="T87" fmla="*/ 465 h 561"/>
                <a:gd name="T88" fmla="*/ 638 w 810"/>
                <a:gd name="T89" fmla="*/ 549 h 561"/>
                <a:gd name="T90" fmla="*/ 661 w 810"/>
                <a:gd name="T91" fmla="*/ 549 h 561"/>
                <a:gd name="T92" fmla="*/ 631 w 810"/>
                <a:gd name="T93" fmla="*/ 454 h 561"/>
                <a:gd name="T94" fmla="*/ 618 w 810"/>
                <a:gd name="T95" fmla="*/ 445 h 561"/>
                <a:gd name="T96" fmla="*/ 602 w 810"/>
                <a:gd name="T97" fmla="*/ 437 h 561"/>
                <a:gd name="T98" fmla="*/ 580 w 810"/>
                <a:gd name="T99" fmla="*/ 433 h 561"/>
                <a:gd name="T100" fmla="*/ 641 w 810"/>
                <a:gd name="T101" fmla="*/ 359 h 561"/>
                <a:gd name="T102" fmla="*/ 502 w 810"/>
                <a:gd name="T103" fmla="*/ 195 h 561"/>
                <a:gd name="T104" fmla="*/ 452 w 810"/>
                <a:gd name="T105" fmla="*/ 207 h 561"/>
                <a:gd name="T106" fmla="*/ 444 w 810"/>
                <a:gd name="T107" fmla="*/ 188 h 561"/>
                <a:gd name="T108" fmla="*/ 449 w 810"/>
                <a:gd name="T109" fmla="*/ 184 h 561"/>
                <a:gd name="T110" fmla="*/ 632 w 810"/>
                <a:gd name="T111" fmla="*/ 294 h 561"/>
                <a:gd name="T112" fmla="*/ 661 w 810"/>
                <a:gd name="T113" fmla="*/ 381 h 561"/>
                <a:gd name="T114" fmla="*/ 672 w 810"/>
                <a:gd name="T115" fmla="*/ 466 h 561"/>
                <a:gd name="T116" fmla="*/ 677 w 810"/>
                <a:gd name="T117" fmla="*/ 465 h 561"/>
                <a:gd name="T118" fmla="*/ 629 w 810"/>
                <a:gd name="T119" fmla="*/ 111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0" h="561">
                  <a:moveTo>
                    <a:pt x="453" y="517"/>
                  </a:moveTo>
                  <a:lnTo>
                    <a:pt x="453" y="517"/>
                  </a:lnTo>
                  <a:cubicBezTo>
                    <a:pt x="453" y="549"/>
                    <a:pt x="453" y="549"/>
                    <a:pt x="453" y="549"/>
                  </a:cubicBezTo>
                  <a:cubicBezTo>
                    <a:pt x="453" y="555"/>
                    <a:pt x="448" y="560"/>
                    <a:pt x="442" y="560"/>
                  </a:cubicBezTo>
                  <a:cubicBezTo>
                    <a:pt x="435" y="560"/>
                    <a:pt x="430" y="555"/>
                    <a:pt x="430" y="549"/>
                  </a:cubicBezTo>
                  <a:cubicBezTo>
                    <a:pt x="430" y="517"/>
                    <a:pt x="430" y="517"/>
                    <a:pt x="430" y="517"/>
                  </a:cubicBezTo>
                  <a:cubicBezTo>
                    <a:pt x="430" y="495"/>
                    <a:pt x="421" y="476"/>
                    <a:pt x="406" y="465"/>
                  </a:cubicBezTo>
                  <a:lnTo>
                    <a:pt x="406" y="465"/>
                  </a:lnTo>
                  <a:cubicBezTo>
                    <a:pt x="402" y="462"/>
                    <a:pt x="397" y="460"/>
                    <a:pt x="392" y="458"/>
                  </a:cubicBezTo>
                  <a:cubicBezTo>
                    <a:pt x="391" y="457"/>
                    <a:pt x="390" y="457"/>
                    <a:pt x="389" y="457"/>
                  </a:cubicBezTo>
                  <a:cubicBezTo>
                    <a:pt x="383" y="455"/>
                    <a:pt x="377" y="454"/>
                    <a:pt x="371" y="454"/>
                  </a:cubicBezTo>
                  <a:cubicBezTo>
                    <a:pt x="367" y="458"/>
                    <a:pt x="362" y="461"/>
                    <a:pt x="355" y="465"/>
                  </a:cubicBezTo>
                  <a:lnTo>
                    <a:pt x="355" y="465"/>
                  </a:lnTo>
                  <a:lnTo>
                    <a:pt x="355" y="465"/>
                  </a:lnTo>
                  <a:cubicBezTo>
                    <a:pt x="342" y="474"/>
                    <a:pt x="326" y="479"/>
                    <a:pt x="311" y="479"/>
                  </a:cubicBezTo>
                  <a:cubicBezTo>
                    <a:pt x="295" y="479"/>
                    <a:pt x="279" y="473"/>
                    <a:pt x="266" y="464"/>
                  </a:cubicBezTo>
                  <a:lnTo>
                    <a:pt x="266" y="464"/>
                  </a:lnTo>
                  <a:cubicBezTo>
                    <a:pt x="262" y="462"/>
                    <a:pt x="258" y="459"/>
                    <a:pt x="254" y="456"/>
                  </a:cubicBezTo>
                  <a:cubicBezTo>
                    <a:pt x="250" y="453"/>
                    <a:pt x="247" y="450"/>
                    <a:pt x="243" y="446"/>
                  </a:cubicBezTo>
                  <a:cubicBezTo>
                    <a:pt x="242" y="450"/>
                    <a:pt x="238" y="454"/>
                    <a:pt x="232" y="454"/>
                  </a:cubicBezTo>
                  <a:cubicBezTo>
                    <a:pt x="226" y="454"/>
                    <a:pt x="220" y="455"/>
                    <a:pt x="215" y="456"/>
                  </a:cubicBezTo>
                  <a:cubicBezTo>
                    <a:pt x="214" y="456"/>
                    <a:pt x="213" y="457"/>
                    <a:pt x="212" y="457"/>
                  </a:cubicBezTo>
                  <a:cubicBezTo>
                    <a:pt x="206" y="459"/>
                    <a:pt x="201" y="461"/>
                    <a:pt x="196" y="464"/>
                  </a:cubicBezTo>
                  <a:lnTo>
                    <a:pt x="196" y="464"/>
                  </a:lnTo>
                  <a:cubicBezTo>
                    <a:pt x="180" y="476"/>
                    <a:pt x="172" y="494"/>
                    <a:pt x="172" y="517"/>
                  </a:cubicBezTo>
                  <a:cubicBezTo>
                    <a:pt x="172" y="549"/>
                    <a:pt x="172" y="549"/>
                    <a:pt x="172" y="549"/>
                  </a:cubicBezTo>
                  <a:cubicBezTo>
                    <a:pt x="172" y="555"/>
                    <a:pt x="167" y="560"/>
                    <a:pt x="160" y="560"/>
                  </a:cubicBezTo>
                  <a:cubicBezTo>
                    <a:pt x="153" y="560"/>
                    <a:pt x="148" y="555"/>
                    <a:pt x="148" y="549"/>
                  </a:cubicBezTo>
                  <a:cubicBezTo>
                    <a:pt x="148" y="517"/>
                    <a:pt x="148" y="517"/>
                    <a:pt x="148" y="517"/>
                  </a:cubicBezTo>
                  <a:cubicBezTo>
                    <a:pt x="148" y="489"/>
                    <a:pt x="158" y="466"/>
                    <a:pt x="176" y="451"/>
                  </a:cubicBezTo>
                  <a:cubicBezTo>
                    <a:pt x="177" y="451"/>
                    <a:pt x="177" y="450"/>
                    <a:pt x="178" y="450"/>
                  </a:cubicBezTo>
                  <a:cubicBezTo>
                    <a:pt x="182" y="447"/>
                    <a:pt x="187" y="444"/>
                    <a:pt x="191" y="441"/>
                  </a:cubicBezTo>
                  <a:cubicBezTo>
                    <a:pt x="192" y="440"/>
                    <a:pt x="193" y="439"/>
                    <a:pt x="194" y="439"/>
                  </a:cubicBezTo>
                  <a:cubicBezTo>
                    <a:pt x="198" y="437"/>
                    <a:pt x="203" y="435"/>
                    <a:pt x="207" y="434"/>
                  </a:cubicBezTo>
                  <a:cubicBezTo>
                    <a:pt x="210" y="434"/>
                    <a:pt x="211" y="433"/>
                    <a:pt x="212" y="433"/>
                  </a:cubicBezTo>
                  <a:cubicBezTo>
                    <a:pt x="218" y="431"/>
                    <a:pt x="225" y="431"/>
                    <a:pt x="231" y="430"/>
                  </a:cubicBezTo>
                  <a:cubicBezTo>
                    <a:pt x="224" y="418"/>
                    <a:pt x="219" y="404"/>
                    <a:pt x="217" y="389"/>
                  </a:cubicBezTo>
                  <a:cubicBezTo>
                    <a:pt x="205" y="385"/>
                    <a:pt x="195" y="376"/>
                    <a:pt x="195" y="363"/>
                  </a:cubicBezTo>
                  <a:cubicBezTo>
                    <a:pt x="195" y="332"/>
                    <a:pt x="195" y="332"/>
                    <a:pt x="195" y="332"/>
                  </a:cubicBezTo>
                  <a:cubicBezTo>
                    <a:pt x="195" y="320"/>
                    <a:pt x="207" y="312"/>
                    <a:pt x="218" y="307"/>
                  </a:cubicBezTo>
                  <a:cubicBezTo>
                    <a:pt x="218" y="283"/>
                    <a:pt x="218" y="283"/>
                    <a:pt x="218" y="283"/>
                  </a:cubicBezTo>
                  <a:cubicBezTo>
                    <a:pt x="218" y="248"/>
                    <a:pt x="237" y="225"/>
                    <a:pt x="266" y="224"/>
                  </a:cubicBezTo>
                  <a:cubicBezTo>
                    <a:pt x="274" y="222"/>
                    <a:pt x="301" y="212"/>
                    <a:pt x="330" y="212"/>
                  </a:cubicBezTo>
                  <a:cubicBezTo>
                    <a:pt x="348" y="212"/>
                    <a:pt x="365" y="216"/>
                    <a:pt x="378" y="225"/>
                  </a:cubicBezTo>
                  <a:cubicBezTo>
                    <a:pt x="396" y="236"/>
                    <a:pt x="405" y="257"/>
                    <a:pt x="405" y="283"/>
                  </a:cubicBezTo>
                  <a:cubicBezTo>
                    <a:pt x="405" y="305"/>
                    <a:pt x="405" y="305"/>
                    <a:pt x="405" y="305"/>
                  </a:cubicBezTo>
                  <a:cubicBezTo>
                    <a:pt x="413" y="306"/>
                    <a:pt x="419" y="308"/>
                    <a:pt x="422" y="312"/>
                  </a:cubicBezTo>
                  <a:cubicBezTo>
                    <a:pt x="428" y="319"/>
                    <a:pt x="428" y="326"/>
                    <a:pt x="428" y="331"/>
                  </a:cubicBezTo>
                  <a:cubicBezTo>
                    <a:pt x="428" y="363"/>
                    <a:pt x="428" y="363"/>
                    <a:pt x="428" y="363"/>
                  </a:cubicBezTo>
                  <a:cubicBezTo>
                    <a:pt x="428" y="377"/>
                    <a:pt x="418" y="385"/>
                    <a:pt x="406" y="389"/>
                  </a:cubicBezTo>
                  <a:cubicBezTo>
                    <a:pt x="405" y="405"/>
                    <a:pt x="399" y="420"/>
                    <a:pt x="390" y="433"/>
                  </a:cubicBezTo>
                  <a:cubicBezTo>
                    <a:pt x="395" y="434"/>
                    <a:pt x="399" y="435"/>
                    <a:pt x="404" y="437"/>
                  </a:cubicBezTo>
                  <a:cubicBezTo>
                    <a:pt x="404" y="438"/>
                    <a:pt x="405" y="438"/>
                    <a:pt x="405" y="438"/>
                  </a:cubicBezTo>
                  <a:cubicBezTo>
                    <a:pt x="409" y="440"/>
                    <a:pt x="414" y="442"/>
                    <a:pt x="417" y="445"/>
                  </a:cubicBezTo>
                  <a:cubicBezTo>
                    <a:pt x="417" y="445"/>
                    <a:pt x="418" y="445"/>
                    <a:pt x="418" y="446"/>
                  </a:cubicBezTo>
                  <a:cubicBezTo>
                    <a:pt x="440" y="460"/>
                    <a:pt x="453" y="486"/>
                    <a:pt x="453" y="517"/>
                  </a:cubicBezTo>
                  <a:close/>
                  <a:moveTo>
                    <a:pt x="629" y="111"/>
                  </a:moveTo>
                  <a:lnTo>
                    <a:pt x="629" y="111"/>
                  </a:lnTo>
                  <a:cubicBezTo>
                    <a:pt x="613" y="111"/>
                    <a:pt x="598" y="115"/>
                    <a:pt x="581" y="119"/>
                  </a:cubicBezTo>
                  <a:cubicBezTo>
                    <a:pt x="554" y="48"/>
                    <a:pt x="486" y="0"/>
                    <a:pt x="409" y="0"/>
                  </a:cubicBezTo>
                  <a:cubicBezTo>
                    <a:pt x="320" y="0"/>
                    <a:pt x="245" y="65"/>
                    <a:pt x="228" y="151"/>
                  </a:cubicBezTo>
                  <a:cubicBezTo>
                    <a:pt x="208" y="144"/>
                    <a:pt x="188" y="140"/>
                    <a:pt x="167" y="140"/>
                  </a:cubicBezTo>
                  <a:cubicBezTo>
                    <a:pt x="75" y="140"/>
                    <a:pt x="0" y="215"/>
                    <a:pt x="0" y="306"/>
                  </a:cubicBezTo>
                  <a:cubicBezTo>
                    <a:pt x="0" y="378"/>
                    <a:pt x="46" y="440"/>
                    <a:pt x="114" y="463"/>
                  </a:cubicBezTo>
                  <a:cubicBezTo>
                    <a:pt x="115" y="464"/>
                    <a:pt x="117" y="464"/>
                    <a:pt x="118" y="464"/>
                  </a:cubicBezTo>
                  <a:cubicBezTo>
                    <a:pt x="138" y="464"/>
                    <a:pt x="138" y="464"/>
                    <a:pt x="138" y="464"/>
                  </a:cubicBezTo>
                  <a:cubicBezTo>
                    <a:pt x="150" y="439"/>
                    <a:pt x="171" y="421"/>
                    <a:pt x="198" y="412"/>
                  </a:cubicBezTo>
                  <a:cubicBezTo>
                    <a:pt x="197" y="410"/>
                    <a:pt x="196" y="407"/>
                    <a:pt x="196" y="405"/>
                  </a:cubicBezTo>
                  <a:cubicBezTo>
                    <a:pt x="180" y="396"/>
                    <a:pt x="172" y="380"/>
                    <a:pt x="172" y="363"/>
                  </a:cubicBezTo>
                  <a:cubicBezTo>
                    <a:pt x="172" y="332"/>
                    <a:pt x="172" y="332"/>
                    <a:pt x="172" y="332"/>
                  </a:cubicBezTo>
                  <a:cubicBezTo>
                    <a:pt x="172" y="323"/>
                    <a:pt x="175" y="306"/>
                    <a:pt x="195" y="294"/>
                  </a:cubicBezTo>
                  <a:cubicBezTo>
                    <a:pt x="195" y="283"/>
                    <a:pt x="195" y="283"/>
                    <a:pt x="195" y="283"/>
                  </a:cubicBezTo>
                  <a:cubicBezTo>
                    <a:pt x="195" y="237"/>
                    <a:pt x="221" y="204"/>
                    <a:pt x="262" y="201"/>
                  </a:cubicBezTo>
                  <a:cubicBezTo>
                    <a:pt x="274" y="197"/>
                    <a:pt x="302" y="188"/>
                    <a:pt x="330" y="188"/>
                  </a:cubicBezTo>
                  <a:cubicBezTo>
                    <a:pt x="355" y="188"/>
                    <a:pt x="376" y="195"/>
                    <a:pt x="392" y="205"/>
                  </a:cubicBezTo>
                  <a:cubicBezTo>
                    <a:pt x="408" y="217"/>
                    <a:pt x="428" y="240"/>
                    <a:pt x="428" y="283"/>
                  </a:cubicBezTo>
                  <a:cubicBezTo>
                    <a:pt x="428" y="287"/>
                    <a:pt x="428" y="287"/>
                    <a:pt x="428" y="287"/>
                  </a:cubicBezTo>
                  <a:cubicBezTo>
                    <a:pt x="432" y="289"/>
                    <a:pt x="435" y="293"/>
                    <a:pt x="439" y="296"/>
                  </a:cubicBezTo>
                  <a:cubicBezTo>
                    <a:pt x="452" y="308"/>
                    <a:pt x="452" y="324"/>
                    <a:pt x="452" y="331"/>
                  </a:cubicBezTo>
                  <a:cubicBezTo>
                    <a:pt x="452" y="363"/>
                    <a:pt x="452" y="363"/>
                    <a:pt x="452" y="363"/>
                  </a:cubicBezTo>
                  <a:cubicBezTo>
                    <a:pt x="452" y="380"/>
                    <a:pt x="443" y="396"/>
                    <a:pt x="427" y="405"/>
                  </a:cubicBezTo>
                  <a:cubicBezTo>
                    <a:pt x="426" y="410"/>
                    <a:pt x="425" y="415"/>
                    <a:pt x="423" y="421"/>
                  </a:cubicBezTo>
                  <a:cubicBezTo>
                    <a:pt x="441" y="431"/>
                    <a:pt x="453" y="436"/>
                    <a:pt x="462" y="455"/>
                  </a:cubicBezTo>
                  <a:cubicBezTo>
                    <a:pt x="516" y="455"/>
                    <a:pt x="516" y="455"/>
                    <a:pt x="516" y="455"/>
                  </a:cubicBezTo>
                  <a:cubicBezTo>
                    <a:pt x="568" y="455"/>
                    <a:pt x="568" y="455"/>
                    <a:pt x="568" y="455"/>
                  </a:cubicBezTo>
                  <a:cubicBezTo>
                    <a:pt x="575" y="455"/>
                    <a:pt x="581" y="456"/>
                    <a:pt x="587" y="458"/>
                  </a:cubicBezTo>
                  <a:cubicBezTo>
                    <a:pt x="588" y="458"/>
                    <a:pt x="591" y="458"/>
                    <a:pt x="592" y="459"/>
                  </a:cubicBezTo>
                  <a:cubicBezTo>
                    <a:pt x="598" y="460"/>
                    <a:pt x="603" y="462"/>
                    <a:pt x="608" y="465"/>
                  </a:cubicBezTo>
                  <a:cubicBezTo>
                    <a:pt x="627" y="477"/>
                    <a:pt x="638" y="496"/>
                    <a:pt x="638" y="517"/>
                  </a:cubicBezTo>
                  <a:cubicBezTo>
                    <a:pt x="638" y="549"/>
                    <a:pt x="638" y="549"/>
                    <a:pt x="638" y="549"/>
                  </a:cubicBezTo>
                  <a:cubicBezTo>
                    <a:pt x="638" y="555"/>
                    <a:pt x="644" y="560"/>
                    <a:pt x="650" y="560"/>
                  </a:cubicBezTo>
                  <a:cubicBezTo>
                    <a:pt x="656" y="560"/>
                    <a:pt x="661" y="555"/>
                    <a:pt x="661" y="549"/>
                  </a:cubicBezTo>
                  <a:cubicBezTo>
                    <a:pt x="661" y="517"/>
                    <a:pt x="661" y="517"/>
                    <a:pt x="661" y="517"/>
                  </a:cubicBezTo>
                  <a:cubicBezTo>
                    <a:pt x="661" y="491"/>
                    <a:pt x="650" y="470"/>
                    <a:pt x="631" y="454"/>
                  </a:cubicBezTo>
                  <a:lnTo>
                    <a:pt x="631" y="454"/>
                  </a:lnTo>
                  <a:cubicBezTo>
                    <a:pt x="627" y="450"/>
                    <a:pt x="622" y="448"/>
                    <a:pt x="618" y="445"/>
                  </a:cubicBezTo>
                  <a:cubicBezTo>
                    <a:pt x="617" y="445"/>
                    <a:pt x="617" y="444"/>
                    <a:pt x="616" y="444"/>
                  </a:cubicBezTo>
                  <a:cubicBezTo>
                    <a:pt x="611" y="441"/>
                    <a:pt x="606" y="439"/>
                    <a:pt x="602" y="437"/>
                  </a:cubicBezTo>
                  <a:cubicBezTo>
                    <a:pt x="601" y="437"/>
                    <a:pt x="600" y="437"/>
                    <a:pt x="599" y="436"/>
                  </a:cubicBezTo>
                  <a:cubicBezTo>
                    <a:pt x="593" y="435"/>
                    <a:pt x="586" y="433"/>
                    <a:pt x="580" y="433"/>
                  </a:cubicBezTo>
                  <a:cubicBezTo>
                    <a:pt x="611" y="414"/>
                    <a:pt x="631" y="389"/>
                    <a:pt x="641" y="371"/>
                  </a:cubicBezTo>
                  <a:cubicBezTo>
                    <a:pt x="643" y="368"/>
                    <a:pt x="643" y="363"/>
                    <a:pt x="641" y="359"/>
                  </a:cubicBezTo>
                  <a:cubicBezTo>
                    <a:pt x="630" y="343"/>
                    <a:pt x="612" y="311"/>
                    <a:pt x="609" y="300"/>
                  </a:cubicBezTo>
                  <a:cubicBezTo>
                    <a:pt x="594" y="234"/>
                    <a:pt x="554" y="195"/>
                    <a:pt x="502" y="195"/>
                  </a:cubicBezTo>
                  <a:cubicBezTo>
                    <a:pt x="487" y="195"/>
                    <a:pt x="473" y="198"/>
                    <a:pt x="459" y="205"/>
                  </a:cubicBezTo>
                  <a:cubicBezTo>
                    <a:pt x="459" y="205"/>
                    <a:pt x="454" y="207"/>
                    <a:pt x="452" y="207"/>
                  </a:cubicBezTo>
                  <a:cubicBezTo>
                    <a:pt x="448" y="207"/>
                    <a:pt x="445" y="205"/>
                    <a:pt x="443" y="202"/>
                  </a:cubicBezTo>
                  <a:cubicBezTo>
                    <a:pt x="440" y="199"/>
                    <a:pt x="440" y="192"/>
                    <a:pt x="444" y="188"/>
                  </a:cubicBezTo>
                  <a:cubicBezTo>
                    <a:pt x="444" y="187"/>
                    <a:pt x="445" y="187"/>
                    <a:pt x="445" y="186"/>
                  </a:cubicBezTo>
                  <a:cubicBezTo>
                    <a:pt x="446" y="185"/>
                    <a:pt x="447" y="185"/>
                    <a:pt x="449" y="184"/>
                  </a:cubicBezTo>
                  <a:cubicBezTo>
                    <a:pt x="466" y="176"/>
                    <a:pt x="483" y="172"/>
                    <a:pt x="502" y="172"/>
                  </a:cubicBezTo>
                  <a:cubicBezTo>
                    <a:pt x="566" y="172"/>
                    <a:pt x="613" y="218"/>
                    <a:pt x="632" y="294"/>
                  </a:cubicBezTo>
                  <a:cubicBezTo>
                    <a:pt x="633" y="300"/>
                    <a:pt x="646" y="324"/>
                    <a:pt x="660" y="348"/>
                  </a:cubicBezTo>
                  <a:cubicBezTo>
                    <a:pt x="667" y="358"/>
                    <a:pt x="667" y="371"/>
                    <a:pt x="661" y="381"/>
                  </a:cubicBezTo>
                  <a:cubicBezTo>
                    <a:pt x="654" y="397"/>
                    <a:pt x="643" y="411"/>
                    <a:pt x="629" y="425"/>
                  </a:cubicBezTo>
                  <a:cubicBezTo>
                    <a:pt x="647" y="434"/>
                    <a:pt x="661" y="449"/>
                    <a:pt x="672" y="466"/>
                  </a:cubicBezTo>
                  <a:lnTo>
                    <a:pt x="674" y="466"/>
                  </a:lnTo>
                  <a:cubicBezTo>
                    <a:pt x="675" y="466"/>
                    <a:pt x="676" y="465"/>
                    <a:pt x="677" y="465"/>
                  </a:cubicBezTo>
                  <a:cubicBezTo>
                    <a:pt x="755" y="445"/>
                    <a:pt x="809" y="373"/>
                    <a:pt x="809" y="293"/>
                  </a:cubicBezTo>
                  <a:cubicBezTo>
                    <a:pt x="809" y="193"/>
                    <a:pt x="729" y="111"/>
                    <a:pt x="629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688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318913" y="1730876"/>
              <a:ext cx="3628083" cy="3238500"/>
            </a:xfrm>
            <a:prstGeom prst="rect">
              <a:avLst/>
            </a:prstGeom>
            <a:noFill/>
            <a:ln w="571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4818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3F65A5F-CD0F-B30B-4293-936EFE1761AD}"/>
              </a:ext>
            </a:extLst>
          </p:cNvPr>
          <p:cNvSpPr/>
          <p:nvPr/>
        </p:nvSpPr>
        <p:spPr>
          <a:xfrm>
            <a:off x="6194048" y="1860957"/>
            <a:ext cx="5025082" cy="31772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0CC479-86DB-91F5-693A-6CA88A0839FC}"/>
              </a:ext>
            </a:extLst>
          </p:cNvPr>
          <p:cNvSpPr/>
          <p:nvPr/>
        </p:nvSpPr>
        <p:spPr>
          <a:xfrm>
            <a:off x="920704" y="1860957"/>
            <a:ext cx="5025082" cy="31772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A702A3-EBD8-D54B-E5EB-EC5182527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버티카 </a:t>
            </a:r>
            <a:r>
              <a:rPr lang="en-US" altLang="ko-KR" dirty="0"/>
              <a:t>Eon Mode</a:t>
            </a:r>
            <a:r>
              <a:rPr lang="ko-KR" altLang="en-US" dirty="0"/>
              <a:t>는 다양한 인프라 유형을 지원</a:t>
            </a:r>
            <a:endParaRPr lang="en-GB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8943E8-8880-B0AA-43CE-7EBBF5DEF2B8}"/>
              </a:ext>
            </a:extLst>
          </p:cNvPr>
          <p:cNvSpPr/>
          <p:nvPr/>
        </p:nvSpPr>
        <p:spPr>
          <a:xfrm>
            <a:off x="920703" y="5169508"/>
            <a:ext cx="10311764" cy="9064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8" descr="특파원 리포트] 델테크놀로지(DELL.K), 3분기 실적 시장 컨센서스 상회 - 인포스탁데일리">
            <a:extLst>
              <a:ext uri="{FF2B5EF4-FFF2-40B4-BE49-F238E27FC236}">
                <a16:creationId xmlns:a16="http://schemas.microsoft.com/office/drawing/2014/main" id="{24AECF8D-66A8-EFA0-B2DD-816E817AE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037" y="3122333"/>
            <a:ext cx="508618" cy="50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F9742BF-B3E2-2363-E582-073241D74B1A}"/>
              </a:ext>
            </a:extLst>
          </p:cNvPr>
          <p:cNvSpPr/>
          <p:nvPr/>
        </p:nvSpPr>
        <p:spPr>
          <a:xfrm>
            <a:off x="6913308" y="3667096"/>
            <a:ext cx="686015" cy="693725"/>
          </a:xfrm>
          <a:prstGeom prst="roundRect">
            <a:avLst>
              <a:gd name="adj" fmla="val 118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9" name="원통형 8">
            <a:extLst>
              <a:ext uri="{FF2B5EF4-FFF2-40B4-BE49-F238E27FC236}">
                <a16:creationId xmlns:a16="http://schemas.microsoft.com/office/drawing/2014/main" id="{C62DD62B-B058-5023-8714-ADD8C6A4A33A}"/>
              </a:ext>
            </a:extLst>
          </p:cNvPr>
          <p:cNvSpPr/>
          <p:nvPr/>
        </p:nvSpPr>
        <p:spPr>
          <a:xfrm>
            <a:off x="6973342" y="4434584"/>
            <a:ext cx="571615" cy="245341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1F89B-E4DB-43D6-B986-CBBB1B14C8CC}"/>
              </a:ext>
            </a:extLst>
          </p:cNvPr>
          <p:cNvSpPr txBox="1"/>
          <p:nvPr/>
        </p:nvSpPr>
        <p:spPr>
          <a:xfrm>
            <a:off x="7008557" y="4477210"/>
            <a:ext cx="519693" cy="271869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EBS for</a:t>
            </a:r>
          </a:p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Depot</a:t>
            </a:r>
            <a:endParaRPr kumimoji="0" lang="en-GB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Roboto Light" charset="0"/>
              <a:cs typeface="Roboto Light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49D56D-B628-D662-C848-C02132288DD8}"/>
              </a:ext>
            </a:extLst>
          </p:cNvPr>
          <p:cNvSpPr txBox="1"/>
          <p:nvPr/>
        </p:nvSpPr>
        <p:spPr>
          <a:xfrm>
            <a:off x="6940367" y="3666483"/>
            <a:ext cx="631904" cy="21544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Compute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4AC38CB-CA7D-A92F-862B-D7AB5337553B}"/>
              </a:ext>
            </a:extLst>
          </p:cNvPr>
          <p:cNvSpPr/>
          <p:nvPr/>
        </p:nvSpPr>
        <p:spPr>
          <a:xfrm>
            <a:off x="6941407" y="3976148"/>
            <a:ext cx="630315" cy="158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Vertica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53DE07-E5BD-9865-CE3D-F5FFDA4C6955}"/>
              </a:ext>
            </a:extLst>
          </p:cNvPr>
          <p:cNvSpPr/>
          <p:nvPr/>
        </p:nvSpPr>
        <p:spPr>
          <a:xfrm>
            <a:off x="6941407" y="4147808"/>
            <a:ext cx="630315" cy="158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OS(Linux)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E12D87E-9169-7FB6-40CF-F40FA3E53D98}"/>
              </a:ext>
            </a:extLst>
          </p:cNvPr>
          <p:cNvSpPr/>
          <p:nvPr/>
        </p:nvSpPr>
        <p:spPr>
          <a:xfrm>
            <a:off x="7724058" y="3667096"/>
            <a:ext cx="686015" cy="693725"/>
          </a:xfrm>
          <a:prstGeom prst="roundRect">
            <a:avLst>
              <a:gd name="adj" fmla="val 118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75690D-A267-C8DF-CDC0-0F94A8FE67DD}"/>
              </a:ext>
            </a:extLst>
          </p:cNvPr>
          <p:cNvSpPr txBox="1"/>
          <p:nvPr/>
        </p:nvSpPr>
        <p:spPr>
          <a:xfrm>
            <a:off x="7751116" y="3666483"/>
            <a:ext cx="631904" cy="21544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Compute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3389663-CD57-3876-9F83-E9E8A0C27289}"/>
              </a:ext>
            </a:extLst>
          </p:cNvPr>
          <p:cNvSpPr/>
          <p:nvPr/>
        </p:nvSpPr>
        <p:spPr>
          <a:xfrm>
            <a:off x="7752157" y="3976148"/>
            <a:ext cx="630315" cy="158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Vertica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4B0F25-9C65-03EA-AF90-358F65078F71}"/>
              </a:ext>
            </a:extLst>
          </p:cNvPr>
          <p:cNvSpPr/>
          <p:nvPr/>
        </p:nvSpPr>
        <p:spPr>
          <a:xfrm>
            <a:off x="7752157" y="4147808"/>
            <a:ext cx="630315" cy="158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OS(Linux)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DF42A92-BCE7-2326-4B63-7BCF671BEB18}"/>
              </a:ext>
            </a:extLst>
          </p:cNvPr>
          <p:cNvSpPr/>
          <p:nvPr/>
        </p:nvSpPr>
        <p:spPr>
          <a:xfrm>
            <a:off x="8578422" y="3667096"/>
            <a:ext cx="686015" cy="693725"/>
          </a:xfrm>
          <a:prstGeom prst="roundRect">
            <a:avLst>
              <a:gd name="adj" fmla="val 118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6E3AA-A760-D1F7-027E-E1C6412E0019}"/>
              </a:ext>
            </a:extLst>
          </p:cNvPr>
          <p:cNvSpPr txBox="1"/>
          <p:nvPr/>
        </p:nvSpPr>
        <p:spPr>
          <a:xfrm>
            <a:off x="8605480" y="3666483"/>
            <a:ext cx="631904" cy="21544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Compute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159EE3-4F14-18A4-6BE6-039BB95D82E0}"/>
              </a:ext>
            </a:extLst>
          </p:cNvPr>
          <p:cNvSpPr/>
          <p:nvPr/>
        </p:nvSpPr>
        <p:spPr>
          <a:xfrm>
            <a:off x="8606521" y="3976148"/>
            <a:ext cx="630315" cy="158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Vertica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CAC5E2-03DF-49F5-E757-CBA0D0F969B1}"/>
              </a:ext>
            </a:extLst>
          </p:cNvPr>
          <p:cNvSpPr/>
          <p:nvPr/>
        </p:nvSpPr>
        <p:spPr>
          <a:xfrm>
            <a:off x="8606521" y="4147808"/>
            <a:ext cx="630315" cy="158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OS(Linux)</a:t>
            </a:r>
          </a:p>
        </p:txBody>
      </p:sp>
      <p:sp>
        <p:nvSpPr>
          <p:cNvPr id="22" name="원통형 21">
            <a:extLst>
              <a:ext uri="{FF2B5EF4-FFF2-40B4-BE49-F238E27FC236}">
                <a16:creationId xmlns:a16="http://schemas.microsoft.com/office/drawing/2014/main" id="{32EEA330-AA41-7E0F-CCA3-EE91337EC69E}"/>
              </a:ext>
            </a:extLst>
          </p:cNvPr>
          <p:cNvSpPr/>
          <p:nvPr/>
        </p:nvSpPr>
        <p:spPr>
          <a:xfrm>
            <a:off x="7786719" y="4434584"/>
            <a:ext cx="571615" cy="245341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0310BC-E2D1-E4A3-0868-3603AB76ED9F}"/>
              </a:ext>
            </a:extLst>
          </p:cNvPr>
          <p:cNvSpPr txBox="1"/>
          <p:nvPr/>
        </p:nvSpPr>
        <p:spPr>
          <a:xfrm>
            <a:off x="7821933" y="4477210"/>
            <a:ext cx="519693" cy="271869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EBS for</a:t>
            </a:r>
          </a:p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Depot</a:t>
            </a:r>
            <a:endParaRPr kumimoji="0" lang="en-GB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Roboto Light" charset="0"/>
              <a:cs typeface="Roboto Light" charset="0"/>
            </a:endParaRPr>
          </a:p>
        </p:txBody>
      </p:sp>
      <p:sp>
        <p:nvSpPr>
          <p:cNvPr id="24" name="원통형 23">
            <a:extLst>
              <a:ext uri="{FF2B5EF4-FFF2-40B4-BE49-F238E27FC236}">
                <a16:creationId xmlns:a16="http://schemas.microsoft.com/office/drawing/2014/main" id="{F74DC4CE-9CFF-7D89-5ECB-079B0D019B47}"/>
              </a:ext>
            </a:extLst>
          </p:cNvPr>
          <p:cNvSpPr/>
          <p:nvPr/>
        </p:nvSpPr>
        <p:spPr>
          <a:xfrm>
            <a:off x="8636893" y="4434584"/>
            <a:ext cx="571615" cy="245341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2BED69-44F9-4AE4-542E-16090C3B64C7}"/>
              </a:ext>
            </a:extLst>
          </p:cNvPr>
          <p:cNvSpPr txBox="1"/>
          <p:nvPr/>
        </p:nvSpPr>
        <p:spPr>
          <a:xfrm>
            <a:off x="8672106" y="4470769"/>
            <a:ext cx="519694" cy="271869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EBS for</a:t>
            </a:r>
            <a:b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</a:b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Depot</a:t>
            </a:r>
            <a:endParaRPr kumimoji="0" lang="en-GB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Roboto Light" charset="0"/>
              <a:cs typeface="Roboto Light" charset="0"/>
            </a:endParaRPr>
          </a:p>
        </p:txBody>
      </p:sp>
      <p:sp>
        <p:nvSpPr>
          <p:cNvPr id="67" name="육각형 66">
            <a:extLst>
              <a:ext uri="{FF2B5EF4-FFF2-40B4-BE49-F238E27FC236}">
                <a16:creationId xmlns:a16="http://schemas.microsoft.com/office/drawing/2014/main" id="{BBB1E064-5219-FA8B-3CE4-C8512564D12B}"/>
              </a:ext>
            </a:extLst>
          </p:cNvPr>
          <p:cNvSpPr/>
          <p:nvPr/>
        </p:nvSpPr>
        <p:spPr>
          <a:xfrm>
            <a:off x="6787487" y="2197259"/>
            <a:ext cx="797664" cy="687642"/>
          </a:xfrm>
          <a:prstGeom prst="hexagon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FC60E0-7AAF-CA52-09BE-C0F40D064932}"/>
              </a:ext>
            </a:extLst>
          </p:cNvPr>
          <p:cNvSpPr txBox="1"/>
          <p:nvPr/>
        </p:nvSpPr>
        <p:spPr>
          <a:xfrm>
            <a:off x="6997816" y="2221954"/>
            <a:ext cx="375424" cy="21544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Pod</a:t>
            </a:r>
          </a:p>
        </p:txBody>
      </p:sp>
      <p:pic>
        <p:nvPicPr>
          <p:cNvPr id="69" name="Picture 2">
            <a:extLst>
              <a:ext uri="{FF2B5EF4-FFF2-40B4-BE49-F238E27FC236}">
                <a16:creationId xmlns:a16="http://schemas.microsoft.com/office/drawing/2014/main" id="{9CD865BA-87DA-C80D-98ED-AC90548BB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415" y="2393006"/>
            <a:ext cx="278116" cy="26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육각형 69">
            <a:extLst>
              <a:ext uri="{FF2B5EF4-FFF2-40B4-BE49-F238E27FC236}">
                <a16:creationId xmlns:a16="http://schemas.microsoft.com/office/drawing/2014/main" id="{442933D0-0EDE-4EB3-4078-59F8579ED1CE}"/>
              </a:ext>
            </a:extLst>
          </p:cNvPr>
          <p:cNvSpPr/>
          <p:nvPr/>
        </p:nvSpPr>
        <p:spPr>
          <a:xfrm>
            <a:off x="7670964" y="2197259"/>
            <a:ext cx="797664" cy="687642"/>
          </a:xfrm>
          <a:prstGeom prst="hexagon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7C37A59-8F2A-3856-D38D-8E9B4BE92CB4}"/>
              </a:ext>
            </a:extLst>
          </p:cNvPr>
          <p:cNvSpPr txBox="1"/>
          <p:nvPr/>
        </p:nvSpPr>
        <p:spPr>
          <a:xfrm>
            <a:off x="7881293" y="2221954"/>
            <a:ext cx="375424" cy="21544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Pod</a:t>
            </a:r>
          </a:p>
        </p:txBody>
      </p:sp>
      <p:pic>
        <p:nvPicPr>
          <p:cNvPr id="72" name="Picture 2">
            <a:extLst>
              <a:ext uri="{FF2B5EF4-FFF2-40B4-BE49-F238E27FC236}">
                <a16:creationId xmlns:a16="http://schemas.microsoft.com/office/drawing/2014/main" id="{A46683E1-0CE9-FB14-7937-197738937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892" y="2393006"/>
            <a:ext cx="278116" cy="26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육각형 72">
            <a:extLst>
              <a:ext uri="{FF2B5EF4-FFF2-40B4-BE49-F238E27FC236}">
                <a16:creationId xmlns:a16="http://schemas.microsoft.com/office/drawing/2014/main" id="{5ABF9BB7-ED2B-070D-4223-E8C3103DBA6B}"/>
              </a:ext>
            </a:extLst>
          </p:cNvPr>
          <p:cNvSpPr/>
          <p:nvPr/>
        </p:nvSpPr>
        <p:spPr>
          <a:xfrm>
            <a:off x="8559471" y="2197259"/>
            <a:ext cx="797664" cy="687642"/>
          </a:xfrm>
          <a:prstGeom prst="hexagon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745F17-B099-946C-3BC5-9C147E73B0E5}"/>
              </a:ext>
            </a:extLst>
          </p:cNvPr>
          <p:cNvSpPr txBox="1"/>
          <p:nvPr/>
        </p:nvSpPr>
        <p:spPr>
          <a:xfrm>
            <a:off x="8769800" y="2221954"/>
            <a:ext cx="375424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Pod</a:t>
            </a:r>
          </a:p>
        </p:txBody>
      </p:sp>
      <p:pic>
        <p:nvPicPr>
          <p:cNvPr id="75" name="Picture 2">
            <a:extLst>
              <a:ext uri="{FF2B5EF4-FFF2-40B4-BE49-F238E27FC236}">
                <a16:creationId xmlns:a16="http://schemas.microsoft.com/office/drawing/2014/main" id="{C8102BC7-F100-9876-E990-75F9DC063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399" y="2393006"/>
            <a:ext cx="278116" cy="26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9220C20F-6D24-5E4B-0746-A5A8F708D3A6}"/>
              </a:ext>
            </a:extLst>
          </p:cNvPr>
          <p:cNvSpPr/>
          <p:nvPr/>
        </p:nvSpPr>
        <p:spPr>
          <a:xfrm>
            <a:off x="6539570" y="1938375"/>
            <a:ext cx="3150496" cy="1122462"/>
          </a:xfrm>
          <a:prstGeom prst="roundRect">
            <a:avLst>
              <a:gd name="adj" fmla="val 9525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D88EAC-1FC7-C7B5-6B0A-77B3C217CEC9}"/>
              </a:ext>
            </a:extLst>
          </p:cNvPr>
          <p:cNvSpPr txBox="1"/>
          <p:nvPr/>
        </p:nvSpPr>
        <p:spPr>
          <a:xfrm>
            <a:off x="6534632" y="3045075"/>
            <a:ext cx="3210342" cy="40011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chemeClr val="accent2"/>
                </a:solidFill>
                <a:latin typeface="맑은 고딕" panose="020F0502020204030204"/>
                <a:ea typeface="Roboto Light" charset="0"/>
                <a:cs typeface="Roboto Light" charset="0"/>
              </a:rPr>
              <a:t>Subcluster 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chemeClr val="accent2"/>
                </a:solidFill>
                <a:latin typeface="맑은 고딕" panose="020F0502020204030204"/>
                <a:ea typeface="Roboto Light" charset="0"/>
                <a:cs typeface="Roboto Light" charset="0"/>
              </a:rPr>
              <a:t>Kubernetes or Managed Kubernetes</a:t>
            </a:r>
            <a:endParaRPr lang="en-GB" sz="1000" b="1" dirty="0">
              <a:solidFill>
                <a:schemeClr val="accent2"/>
              </a:solidFill>
              <a:latin typeface="맑은 고딕" panose="020F0502020204030204"/>
              <a:ea typeface="Roboto Light" charset="0"/>
              <a:cs typeface="Roboto Light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84BE24D-E8F3-C77B-B4BA-B877EA5CCFCD}"/>
              </a:ext>
            </a:extLst>
          </p:cNvPr>
          <p:cNvSpPr txBox="1"/>
          <p:nvPr/>
        </p:nvSpPr>
        <p:spPr>
          <a:xfrm>
            <a:off x="7291300" y="4689024"/>
            <a:ext cx="1969248" cy="40011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Subcluster 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VM </a:t>
            </a:r>
            <a:r>
              <a:rPr lang="en-GB" altLang="ko-KR" sz="1000" b="1" dirty="0">
                <a:solidFill>
                  <a:schemeClr val="accent2"/>
                </a:solidFill>
                <a:latin typeface="맑은 고딕" panose="020F0502020204030204"/>
                <a:ea typeface="Roboto Light" charset="0"/>
                <a:cs typeface="Roboto Light" charset="0"/>
              </a:rPr>
              <a:t>or</a:t>
            </a:r>
            <a:r>
              <a:rPr lang="ko-KR" altLang="en-US" sz="1000" b="1" dirty="0">
                <a:solidFill>
                  <a:schemeClr val="accent2"/>
                </a:solidFill>
                <a:latin typeface="맑은 고딕" panose="020F0502020204030204"/>
                <a:ea typeface="Roboto Light" charset="0"/>
                <a:cs typeface="Roboto Light" charset="0"/>
              </a:rPr>
              <a:t> </a:t>
            </a:r>
            <a:r>
              <a:rPr lang="en-GB" altLang="ko-KR" sz="1000" b="1" dirty="0">
                <a:solidFill>
                  <a:schemeClr val="accent2"/>
                </a:solidFill>
                <a:latin typeface="맑은 고딕" panose="020F0502020204030204"/>
                <a:ea typeface="Roboto Light" charset="0"/>
                <a:cs typeface="Roboto Light" charset="0"/>
              </a:rPr>
              <a:t>Cloud</a:t>
            </a:r>
            <a:r>
              <a:rPr lang="ko-KR" altLang="en-US" sz="1000" b="1" dirty="0">
                <a:solidFill>
                  <a:schemeClr val="accent2"/>
                </a:solidFill>
                <a:latin typeface="맑은 고딕" panose="020F0502020204030204"/>
                <a:ea typeface="Roboto Light" charset="0"/>
                <a:cs typeface="Roboto Light" charset="0"/>
              </a:rPr>
              <a:t> </a:t>
            </a:r>
            <a:r>
              <a:rPr lang="en-GB" altLang="ko-KR" sz="1000" b="1" dirty="0">
                <a:solidFill>
                  <a:schemeClr val="accent2"/>
                </a:solidFill>
                <a:latin typeface="맑은 고딕" panose="020F0502020204030204"/>
                <a:ea typeface="Roboto Light" charset="0"/>
                <a:cs typeface="Roboto Light" charset="0"/>
              </a:rPr>
              <a:t>Instance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맑은 고딕" panose="020F0502020204030204"/>
              <a:ea typeface="Roboto Light" charset="0"/>
              <a:cs typeface="Roboto Light" charset="0"/>
            </a:endParaRPr>
          </a:p>
        </p:txBody>
      </p:sp>
      <p:sp>
        <p:nvSpPr>
          <p:cNvPr id="86" name="원통형 85">
            <a:extLst>
              <a:ext uri="{FF2B5EF4-FFF2-40B4-BE49-F238E27FC236}">
                <a16:creationId xmlns:a16="http://schemas.microsoft.com/office/drawing/2014/main" id="{48738721-0C58-5058-9150-2225C1B3887F}"/>
              </a:ext>
            </a:extLst>
          </p:cNvPr>
          <p:cNvSpPr/>
          <p:nvPr/>
        </p:nvSpPr>
        <p:spPr>
          <a:xfrm>
            <a:off x="7093017" y="2619451"/>
            <a:ext cx="340030" cy="245341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318EC61-3B64-C0E1-F79E-17D54FED9D8F}"/>
              </a:ext>
            </a:extLst>
          </p:cNvPr>
          <p:cNvSpPr txBox="1"/>
          <p:nvPr/>
        </p:nvSpPr>
        <p:spPr>
          <a:xfrm>
            <a:off x="7025334" y="2644229"/>
            <a:ext cx="470000" cy="21544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Depot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Roboto Light" charset="0"/>
              <a:cs typeface="Roboto Light" charset="0"/>
            </a:endParaRPr>
          </a:p>
        </p:txBody>
      </p:sp>
      <p:sp>
        <p:nvSpPr>
          <p:cNvPr id="88" name="원통형 87">
            <a:extLst>
              <a:ext uri="{FF2B5EF4-FFF2-40B4-BE49-F238E27FC236}">
                <a16:creationId xmlns:a16="http://schemas.microsoft.com/office/drawing/2014/main" id="{B64020ED-3C44-2426-4CB3-1C04CE82F4D8}"/>
              </a:ext>
            </a:extLst>
          </p:cNvPr>
          <p:cNvSpPr/>
          <p:nvPr/>
        </p:nvSpPr>
        <p:spPr>
          <a:xfrm>
            <a:off x="7972486" y="2619451"/>
            <a:ext cx="340030" cy="245341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5CB3BDD-4415-EC61-EF76-FB99EBD65333}"/>
              </a:ext>
            </a:extLst>
          </p:cNvPr>
          <p:cNvSpPr txBox="1"/>
          <p:nvPr/>
        </p:nvSpPr>
        <p:spPr>
          <a:xfrm>
            <a:off x="7904803" y="2644229"/>
            <a:ext cx="470000" cy="21544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Depot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Roboto Light" charset="0"/>
              <a:cs typeface="Roboto Light" charset="0"/>
            </a:endParaRPr>
          </a:p>
        </p:txBody>
      </p:sp>
      <p:sp>
        <p:nvSpPr>
          <p:cNvPr id="90" name="원통형 89">
            <a:extLst>
              <a:ext uri="{FF2B5EF4-FFF2-40B4-BE49-F238E27FC236}">
                <a16:creationId xmlns:a16="http://schemas.microsoft.com/office/drawing/2014/main" id="{4863A5F7-97E9-5B1F-FDC6-93EA5BE3B24F}"/>
              </a:ext>
            </a:extLst>
          </p:cNvPr>
          <p:cNvSpPr/>
          <p:nvPr/>
        </p:nvSpPr>
        <p:spPr>
          <a:xfrm>
            <a:off x="8869196" y="2619451"/>
            <a:ext cx="340030" cy="245341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1BA6E8E-E4B0-341B-03D8-E023A70A2A09}"/>
              </a:ext>
            </a:extLst>
          </p:cNvPr>
          <p:cNvSpPr txBox="1"/>
          <p:nvPr/>
        </p:nvSpPr>
        <p:spPr>
          <a:xfrm>
            <a:off x="8801513" y="2644229"/>
            <a:ext cx="470000" cy="21544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Depot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Roboto Light" charset="0"/>
              <a:cs typeface="Roboto Light" charset="0"/>
            </a:endParaRPr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FC1C2424-82E2-F44C-929C-F39763D2176D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10006973" y="1931821"/>
            <a:ext cx="864192" cy="1171988"/>
          </a:xfrm>
          <a:prstGeom prst="rect">
            <a:avLst/>
          </a:prstGeom>
        </p:spPr>
      </p:pic>
      <p:pic>
        <p:nvPicPr>
          <p:cNvPr id="93" name="Picture 53" descr="Logo, company name&#10;&#10;Description automatically generated">
            <a:extLst>
              <a:ext uri="{FF2B5EF4-FFF2-40B4-BE49-F238E27FC236}">
                <a16:creationId xmlns:a16="http://schemas.microsoft.com/office/drawing/2014/main" id="{78F6FE34-D8B0-1CDA-C9D4-C189A351563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8056" b="3684"/>
          <a:stretch/>
        </p:blipFill>
        <p:spPr>
          <a:xfrm>
            <a:off x="3593567" y="5330131"/>
            <a:ext cx="1736136" cy="603048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5770BA74-65B9-F542-3067-CD33F2F4E6D4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6761823" y="5336458"/>
            <a:ext cx="1493242" cy="697146"/>
          </a:xfrm>
          <a:prstGeom prst="rect">
            <a:avLst/>
          </a:prstGeom>
        </p:spPr>
      </p:pic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7595A293-1D72-88F8-5116-1EDDC9F4C763}"/>
              </a:ext>
            </a:extLst>
          </p:cNvPr>
          <p:cNvSpPr/>
          <p:nvPr/>
        </p:nvSpPr>
        <p:spPr>
          <a:xfrm>
            <a:off x="6539570" y="3605715"/>
            <a:ext cx="3150496" cy="1122462"/>
          </a:xfrm>
          <a:prstGeom prst="roundRect">
            <a:avLst>
              <a:gd name="adj" fmla="val 9525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BA634E50-06B4-6473-3D78-067D4206A49E}"/>
              </a:ext>
            </a:extLst>
          </p:cNvPr>
          <p:cNvGrpSpPr/>
          <p:nvPr/>
        </p:nvGrpSpPr>
        <p:grpSpPr>
          <a:xfrm>
            <a:off x="9883484" y="3630951"/>
            <a:ext cx="1242181" cy="1114370"/>
            <a:chOff x="9672264" y="3831117"/>
            <a:chExt cx="1493369" cy="1339713"/>
          </a:xfrm>
        </p:grpSpPr>
        <p:pic>
          <p:nvPicPr>
            <p:cNvPr id="4" name="Picture 10" descr="Google Cloud Compute Engine - Cloud Computing Gate">
              <a:extLst>
                <a:ext uri="{FF2B5EF4-FFF2-40B4-BE49-F238E27FC236}">
                  <a16:creationId xmlns:a16="http://schemas.microsoft.com/office/drawing/2014/main" id="{209BEFE9-F508-FB39-F1EB-1610BE94A6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71149" y="3831871"/>
              <a:ext cx="994484" cy="497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8" descr="AWS EC2 인스턴스 생성하기 | 야생강아지 WILDPUP">
              <a:extLst>
                <a:ext uri="{FF2B5EF4-FFF2-40B4-BE49-F238E27FC236}">
                  <a16:creationId xmlns:a16="http://schemas.microsoft.com/office/drawing/2014/main" id="{54DB1948-9B79-099E-1FBE-543E6A212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3410" y="3831117"/>
              <a:ext cx="532545" cy="5688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" name="Picture 12" descr="Azure VM Extensions | StarWind Blog">
              <a:extLst>
                <a:ext uri="{FF2B5EF4-FFF2-40B4-BE49-F238E27FC236}">
                  <a16:creationId xmlns:a16="http://schemas.microsoft.com/office/drawing/2014/main" id="{7B3181C2-4CFC-A234-07E6-38956CA4DF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8622" y="4487492"/>
              <a:ext cx="402554" cy="402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D6539E1-4398-5772-30F6-9ECC84853C8A}"/>
                </a:ext>
              </a:extLst>
            </p:cNvPr>
            <p:cNvSpPr txBox="1"/>
            <p:nvPr/>
          </p:nvSpPr>
          <p:spPr>
            <a:xfrm>
              <a:off x="9672264" y="4832276"/>
              <a:ext cx="894796" cy="338554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en-US" altLang="ko-KR" sz="800" dirty="0">
                  <a:ea typeface="나눔고딕" pitchFamily="2" charset="-127"/>
                  <a:cs typeface="Roboto Light" charset="0"/>
                </a:rPr>
                <a:t>Azure</a:t>
              </a:r>
              <a:br>
                <a:rPr lang="en-US" altLang="ko-KR" sz="800" dirty="0">
                  <a:ea typeface="나눔고딕" pitchFamily="2" charset="-127"/>
                  <a:cs typeface="Roboto Light" charset="0"/>
                </a:rPr>
              </a:br>
              <a:r>
                <a:rPr lang="en-US" altLang="ko-KR" sz="800" dirty="0">
                  <a:ea typeface="나눔고딕" pitchFamily="2" charset="-127"/>
                  <a:cs typeface="Roboto Light" charset="0"/>
                </a:rPr>
                <a:t>Virtual Machine</a:t>
              </a:r>
              <a:endParaRPr lang="en-GB" sz="800" dirty="0">
                <a:ea typeface="나눔고딕" pitchFamily="2" charset="-127"/>
                <a:cs typeface="Roboto Light" charset="0"/>
              </a:endParaRPr>
            </a:p>
          </p:txBody>
        </p:sp>
        <p:pic>
          <p:nvPicPr>
            <p:cNvPr id="99" name="Picture 4" descr="What is Vmware Workstation? | Webopedia">
              <a:extLst>
                <a:ext uri="{FF2B5EF4-FFF2-40B4-BE49-F238E27FC236}">
                  <a16:creationId xmlns:a16="http://schemas.microsoft.com/office/drawing/2014/main" id="{26849A3C-F961-0DA1-039E-A1EAA00E71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8647" y="4435795"/>
              <a:ext cx="402554" cy="402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AE02A45-F671-3B79-1700-EF43045EDDEE}"/>
                </a:ext>
              </a:extLst>
            </p:cNvPr>
            <p:cNvSpPr txBox="1"/>
            <p:nvPr/>
          </p:nvSpPr>
          <p:spPr>
            <a:xfrm>
              <a:off x="10448810" y="4838349"/>
              <a:ext cx="558166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en-US" altLang="ko-KR" sz="800" dirty="0">
                  <a:ea typeface="나눔고딕" pitchFamily="2" charset="-127"/>
                  <a:cs typeface="Roboto Light" charset="0"/>
                </a:rPr>
                <a:t>VMWare</a:t>
              </a:r>
              <a:endParaRPr lang="en-GB" sz="800" dirty="0">
                <a:ea typeface="나눔고딕" pitchFamily="2" charset="-127"/>
                <a:cs typeface="Roboto Light" charset="0"/>
              </a:endParaRPr>
            </a:p>
          </p:txBody>
        </p:sp>
      </p:grp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EDCCE067-8FB4-8D42-BB5D-8196A0423DB8}"/>
              </a:ext>
            </a:extLst>
          </p:cNvPr>
          <p:cNvSpPr/>
          <p:nvPr/>
        </p:nvSpPr>
        <p:spPr>
          <a:xfrm>
            <a:off x="920702" y="1203989"/>
            <a:ext cx="5031945" cy="52977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On-premise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33F2D492-A4BB-CF76-C9CD-0053AF292370}"/>
              </a:ext>
            </a:extLst>
          </p:cNvPr>
          <p:cNvSpPr/>
          <p:nvPr/>
        </p:nvSpPr>
        <p:spPr>
          <a:xfrm>
            <a:off x="6170601" y="1203989"/>
            <a:ext cx="5061865" cy="52977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Cloud</a:t>
            </a:r>
          </a:p>
        </p:txBody>
      </p:sp>
      <p:pic>
        <p:nvPicPr>
          <p:cNvPr id="103" name="Picture 6" descr="HPE (Hewlett Packard Enterprise Company) Logo and symbol, meaning, history,  PNG">
            <a:extLst>
              <a:ext uri="{FF2B5EF4-FFF2-40B4-BE49-F238E27FC236}">
                <a16:creationId xmlns:a16="http://schemas.microsoft.com/office/drawing/2014/main" id="{EAADBB19-FB71-1285-80D9-36A922B42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974" y="2743495"/>
            <a:ext cx="716744" cy="45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10" descr="레노버, 자사 노트북 제품군 대상 BIOS 보안 업데이트 권고">
            <a:extLst>
              <a:ext uri="{FF2B5EF4-FFF2-40B4-BE49-F238E27FC236}">
                <a16:creationId xmlns:a16="http://schemas.microsoft.com/office/drawing/2014/main" id="{09241487-BD01-D9DB-1F72-99C1CCABF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36" y="3645548"/>
            <a:ext cx="635020" cy="211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C8D53045-0A4A-5BBF-8DD0-87EA671094EF}"/>
              </a:ext>
            </a:extLst>
          </p:cNvPr>
          <p:cNvSpPr txBox="1"/>
          <p:nvPr/>
        </p:nvSpPr>
        <p:spPr>
          <a:xfrm>
            <a:off x="161421" y="5501213"/>
            <a:ext cx="667042" cy="276999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200" b="1" u="sng" dirty="0">
                <a:latin typeface="+mn-lt"/>
                <a:ea typeface="Roboto Light" charset="0"/>
                <a:cs typeface="Roboto Light" charset="0"/>
              </a:rPr>
              <a:t>Storage</a:t>
            </a:r>
            <a:endParaRPr lang="en-GB" sz="1200" b="1" u="sng" dirty="0">
              <a:latin typeface="+mn-lt"/>
              <a:ea typeface="Roboto Light" charset="0"/>
              <a:cs typeface="Roboto Light" charset="0"/>
            </a:endParaRPr>
          </a:p>
        </p:txBody>
      </p:sp>
      <p:pic>
        <p:nvPicPr>
          <p:cNvPr id="1026" name="Picture 2" descr="VAST Data - Wikipedia">
            <a:extLst>
              <a:ext uri="{FF2B5EF4-FFF2-40B4-BE49-F238E27FC236}">
                <a16:creationId xmlns:a16="http://schemas.microsoft.com/office/drawing/2014/main" id="{A1239B2A-21A8-11FF-0A3D-DDA6B771A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421" y="5702164"/>
            <a:ext cx="502078" cy="206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210985E8-F0BE-5F11-1BD7-42F39E8B90D9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</a:blip>
          <a:stretch>
            <a:fillRect/>
          </a:stretch>
        </p:blipFill>
        <p:spPr>
          <a:xfrm>
            <a:off x="2866281" y="5548141"/>
            <a:ext cx="907451" cy="126411"/>
          </a:xfrm>
          <a:prstGeom prst="rect">
            <a:avLst/>
          </a:prstGeom>
        </p:spPr>
      </p:pic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10CDBA92-AC2C-09F4-6CD1-BBF57800912E}"/>
              </a:ext>
            </a:extLst>
          </p:cNvPr>
          <p:cNvGrpSpPr/>
          <p:nvPr/>
        </p:nvGrpSpPr>
        <p:grpSpPr>
          <a:xfrm>
            <a:off x="5658550" y="5246885"/>
            <a:ext cx="867434" cy="769540"/>
            <a:chOff x="4954101" y="4260416"/>
            <a:chExt cx="1276330" cy="113229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DCBD1043-30E6-F4C1-9A3D-75EF250AE695}"/>
                </a:ext>
              </a:extLst>
            </p:cNvPr>
            <p:cNvSpPr/>
            <p:nvPr/>
          </p:nvSpPr>
          <p:spPr>
            <a:xfrm>
              <a:off x="5160245" y="5103145"/>
              <a:ext cx="856196" cy="28956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" name="사다리꼴 109">
              <a:extLst>
                <a:ext uri="{FF2B5EF4-FFF2-40B4-BE49-F238E27FC236}">
                  <a16:creationId xmlns:a16="http://schemas.microsoft.com/office/drawing/2014/main" id="{279B2CDC-08A3-6DAF-5CED-F877E75E2561}"/>
                </a:ext>
              </a:extLst>
            </p:cNvPr>
            <p:cNvSpPr/>
            <p:nvPr/>
          </p:nvSpPr>
          <p:spPr>
            <a:xfrm rot="10800000">
              <a:off x="4954101" y="4405196"/>
              <a:ext cx="1268314" cy="863331"/>
            </a:xfrm>
            <a:prstGeom prst="trapezoid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50528EC7-C1B8-607B-7B61-19EB63AA54A4}"/>
                </a:ext>
              </a:extLst>
            </p:cNvPr>
            <p:cNvSpPr/>
            <p:nvPr/>
          </p:nvSpPr>
          <p:spPr>
            <a:xfrm>
              <a:off x="4954102" y="4260416"/>
              <a:ext cx="1276329" cy="28956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7B856B9-E10E-2EC3-95FE-9973A1F43E22}"/>
              </a:ext>
            </a:extLst>
          </p:cNvPr>
          <p:cNvSpPr/>
          <p:nvPr/>
        </p:nvSpPr>
        <p:spPr>
          <a:xfrm>
            <a:off x="5765982" y="5528591"/>
            <a:ext cx="646962" cy="2670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Object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Storage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AD0D652-5205-B7B2-5CBA-D62C8E915D9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256315" y="4360821"/>
            <a:ext cx="0" cy="142904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07E69AE-5804-4F56-685A-3F9D412C543A}"/>
              </a:ext>
            </a:extLst>
          </p:cNvPr>
          <p:cNvCxnSpPr>
            <a:cxnSpLocks/>
          </p:cNvCxnSpPr>
          <p:nvPr/>
        </p:nvCxnSpPr>
        <p:spPr>
          <a:xfrm>
            <a:off x="8071255" y="4360821"/>
            <a:ext cx="0" cy="142904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42E1501-8665-40F6-0F4B-82955DC7B52B}"/>
              </a:ext>
            </a:extLst>
          </p:cNvPr>
          <p:cNvCxnSpPr>
            <a:cxnSpLocks/>
          </p:cNvCxnSpPr>
          <p:nvPr/>
        </p:nvCxnSpPr>
        <p:spPr>
          <a:xfrm>
            <a:off x="8923662" y="4360821"/>
            <a:ext cx="0" cy="142904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FBC8A839-420A-E985-7703-62E68CC4A65E}"/>
              </a:ext>
            </a:extLst>
          </p:cNvPr>
          <p:cNvSpPr/>
          <p:nvPr/>
        </p:nvSpPr>
        <p:spPr>
          <a:xfrm>
            <a:off x="1368065" y="2064373"/>
            <a:ext cx="864096" cy="1262157"/>
          </a:xfrm>
          <a:prstGeom prst="roundRect">
            <a:avLst>
              <a:gd name="adj" fmla="val 118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13" name="원통형 112">
            <a:extLst>
              <a:ext uri="{FF2B5EF4-FFF2-40B4-BE49-F238E27FC236}">
                <a16:creationId xmlns:a16="http://schemas.microsoft.com/office/drawing/2014/main" id="{A58C1422-291C-915F-C43A-173F0177E034}"/>
              </a:ext>
            </a:extLst>
          </p:cNvPr>
          <p:cNvSpPr/>
          <p:nvPr/>
        </p:nvSpPr>
        <p:spPr>
          <a:xfrm>
            <a:off x="1443683" y="2953747"/>
            <a:ext cx="720000" cy="309028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2434A13-049E-C698-84FD-403C1B870DEC}"/>
              </a:ext>
            </a:extLst>
          </p:cNvPr>
          <p:cNvSpPr txBox="1"/>
          <p:nvPr/>
        </p:nvSpPr>
        <p:spPr>
          <a:xfrm>
            <a:off x="1553087" y="2985062"/>
            <a:ext cx="524504" cy="230832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Depot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6944511-3824-18D3-9147-989DA4220C30}"/>
              </a:ext>
            </a:extLst>
          </p:cNvPr>
          <p:cNvSpPr txBox="1"/>
          <p:nvPr/>
        </p:nvSpPr>
        <p:spPr>
          <a:xfrm>
            <a:off x="1428060" y="2063602"/>
            <a:ext cx="744114" cy="40011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Compute</a:t>
            </a:r>
            <a:b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</a:b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Node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67AC5D47-9F5C-B8BD-1FBF-946BD189DA45}"/>
              </a:ext>
            </a:extLst>
          </p:cNvPr>
          <p:cNvSpPr/>
          <p:nvPr/>
        </p:nvSpPr>
        <p:spPr>
          <a:xfrm>
            <a:off x="1403458" y="2500844"/>
            <a:ext cx="793937" cy="19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Vertica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90E1044-F7E2-5FFD-98A9-9976E7B18B6D}"/>
              </a:ext>
            </a:extLst>
          </p:cNvPr>
          <p:cNvSpPr/>
          <p:nvPr/>
        </p:nvSpPr>
        <p:spPr>
          <a:xfrm>
            <a:off x="1403458" y="2717065"/>
            <a:ext cx="793937" cy="19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OS(Linux)</a:t>
            </a: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90636D01-3690-711E-C2BC-2B9E985C6190}"/>
              </a:ext>
            </a:extLst>
          </p:cNvPr>
          <p:cNvSpPr/>
          <p:nvPr/>
        </p:nvSpPr>
        <p:spPr>
          <a:xfrm>
            <a:off x="2389276" y="2064373"/>
            <a:ext cx="864096" cy="1262157"/>
          </a:xfrm>
          <a:prstGeom prst="roundRect">
            <a:avLst>
              <a:gd name="adj" fmla="val 118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19" name="원통형 118">
            <a:extLst>
              <a:ext uri="{FF2B5EF4-FFF2-40B4-BE49-F238E27FC236}">
                <a16:creationId xmlns:a16="http://schemas.microsoft.com/office/drawing/2014/main" id="{1B2FC108-37C5-50D3-B14E-A86D2713E8DA}"/>
              </a:ext>
            </a:extLst>
          </p:cNvPr>
          <p:cNvSpPr/>
          <p:nvPr/>
        </p:nvSpPr>
        <p:spPr>
          <a:xfrm>
            <a:off x="2464894" y="2953747"/>
            <a:ext cx="720000" cy="309028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EC6C58F-EE9D-8415-0091-D1098D2399F9}"/>
              </a:ext>
            </a:extLst>
          </p:cNvPr>
          <p:cNvSpPr txBox="1"/>
          <p:nvPr/>
        </p:nvSpPr>
        <p:spPr>
          <a:xfrm>
            <a:off x="2574295" y="2985062"/>
            <a:ext cx="524504" cy="230832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Depot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27D417D-D285-8098-B6F2-D0FA89DBF9D6}"/>
              </a:ext>
            </a:extLst>
          </p:cNvPr>
          <p:cNvSpPr txBox="1"/>
          <p:nvPr/>
        </p:nvSpPr>
        <p:spPr>
          <a:xfrm>
            <a:off x="2449270" y="2063602"/>
            <a:ext cx="744114" cy="40011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Compute</a:t>
            </a:r>
            <a:b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</a:b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Node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A31C2A98-B53E-A158-63A1-F0091CC6710A}"/>
              </a:ext>
            </a:extLst>
          </p:cNvPr>
          <p:cNvSpPr/>
          <p:nvPr/>
        </p:nvSpPr>
        <p:spPr>
          <a:xfrm>
            <a:off x="2424669" y="2500844"/>
            <a:ext cx="793937" cy="19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Vertica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50E2A9F-8C3E-3215-DE6C-D573C2ABF541}"/>
              </a:ext>
            </a:extLst>
          </p:cNvPr>
          <p:cNvSpPr/>
          <p:nvPr/>
        </p:nvSpPr>
        <p:spPr>
          <a:xfrm>
            <a:off x="2424669" y="2717065"/>
            <a:ext cx="793937" cy="19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OS(Linux)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6D21EDCA-90C4-3DB4-B898-FBE66D1A18D3}"/>
              </a:ext>
            </a:extLst>
          </p:cNvPr>
          <p:cNvSpPr/>
          <p:nvPr/>
        </p:nvSpPr>
        <p:spPr>
          <a:xfrm>
            <a:off x="3465423" y="2064373"/>
            <a:ext cx="864096" cy="1262157"/>
          </a:xfrm>
          <a:prstGeom prst="roundRect">
            <a:avLst>
              <a:gd name="adj" fmla="val 118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5" name="원통형 124">
            <a:extLst>
              <a:ext uri="{FF2B5EF4-FFF2-40B4-BE49-F238E27FC236}">
                <a16:creationId xmlns:a16="http://schemas.microsoft.com/office/drawing/2014/main" id="{584E00F1-2082-782A-D15B-62DD7F95CE9D}"/>
              </a:ext>
            </a:extLst>
          </p:cNvPr>
          <p:cNvSpPr/>
          <p:nvPr/>
        </p:nvSpPr>
        <p:spPr>
          <a:xfrm>
            <a:off x="3541041" y="2953747"/>
            <a:ext cx="720000" cy="309028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8F76ED1-2D99-E4C0-05A3-214A8A581A4B}"/>
              </a:ext>
            </a:extLst>
          </p:cNvPr>
          <p:cNvSpPr txBox="1"/>
          <p:nvPr/>
        </p:nvSpPr>
        <p:spPr>
          <a:xfrm>
            <a:off x="3650442" y="2985062"/>
            <a:ext cx="524504" cy="230832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Depot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84C9038-C3A4-5F1E-5171-1B4CB30D5043}"/>
              </a:ext>
            </a:extLst>
          </p:cNvPr>
          <p:cNvSpPr txBox="1"/>
          <p:nvPr/>
        </p:nvSpPr>
        <p:spPr>
          <a:xfrm>
            <a:off x="3525417" y="2063602"/>
            <a:ext cx="744114" cy="40011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Compute</a:t>
            </a:r>
            <a:b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</a:b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Node</a:t>
            </a:r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0B67E9A7-9737-187F-00F3-020082B541E8}"/>
              </a:ext>
            </a:extLst>
          </p:cNvPr>
          <p:cNvSpPr/>
          <p:nvPr/>
        </p:nvSpPr>
        <p:spPr>
          <a:xfrm>
            <a:off x="3500816" y="2500844"/>
            <a:ext cx="793937" cy="19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Vertica</a:t>
            </a:r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02E37709-35AA-3B37-98D3-6EAAEC23836F}"/>
              </a:ext>
            </a:extLst>
          </p:cNvPr>
          <p:cNvSpPr/>
          <p:nvPr/>
        </p:nvSpPr>
        <p:spPr>
          <a:xfrm>
            <a:off x="3500816" y="2717065"/>
            <a:ext cx="793937" cy="19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OS(Linux)</a:t>
            </a:r>
          </a:p>
        </p:txBody>
      </p:sp>
      <p:sp>
        <p:nvSpPr>
          <p:cNvPr id="1027" name="사각형: 둥근 모서리 1026">
            <a:extLst>
              <a:ext uri="{FF2B5EF4-FFF2-40B4-BE49-F238E27FC236}">
                <a16:creationId xmlns:a16="http://schemas.microsoft.com/office/drawing/2014/main" id="{7E1E9D26-0E12-7EAB-C129-36562EC2CAF5}"/>
              </a:ext>
            </a:extLst>
          </p:cNvPr>
          <p:cNvSpPr/>
          <p:nvPr/>
        </p:nvSpPr>
        <p:spPr>
          <a:xfrm>
            <a:off x="1282410" y="1938374"/>
            <a:ext cx="3150496" cy="2781733"/>
          </a:xfrm>
          <a:prstGeom prst="roundRect">
            <a:avLst>
              <a:gd name="adj" fmla="val 3969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64EAEF3B-7A99-3F7C-5C2A-F10C0492D51C}"/>
              </a:ext>
            </a:extLst>
          </p:cNvPr>
          <p:cNvSpPr txBox="1"/>
          <p:nvPr/>
        </p:nvSpPr>
        <p:spPr>
          <a:xfrm>
            <a:off x="2245152" y="4689024"/>
            <a:ext cx="1225015" cy="40011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Subcluster 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Dedicated Server</a:t>
            </a:r>
          </a:p>
        </p:txBody>
      </p:sp>
      <p:sp>
        <p:nvSpPr>
          <p:cNvPr id="1029" name="사각형: 둥근 모서리 1028">
            <a:extLst>
              <a:ext uri="{FF2B5EF4-FFF2-40B4-BE49-F238E27FC236}">
                <a16:creationId xmlns:a16="http://schemas.microsoft.com/office/drawing/2014/main" id="{4EC12C4B-4E62-6C5D-C47D-703BF15B436D}"/>
              </a:ext>
            </a:extLst>
          </p:cNvPr>
          <p:cNvSpPr/>
          <p:nvPr/>
        </p:nvSpPr>
        <p:spPr>
          <a:xfrm>
            <a:off x="1368065" y="3370925"/>
            <a:ext cx="864096" cy="1262157"/>
          </a:xfrm>
          <a:prstGeom prst="roundRect">
            <a:avLst>
              <a:gd name="adj" fmla="val 118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30" name="원통형 1029">
            <a:extLst>
              <a:ext uri="{FF2B5EF4-FFF2-40B4-BE49-F238E27FC236}">
                <a16:creationId xmlns:a16="http://schemas.microsoft.com/office/drawing/2014/main" id="{4C5A5676-DFBB-CD6D-500A-5593917B58A2}"/>
              </a:ext>
            </a:extLst>
          </p:cNvPr>
          <p:cNvSpPr/>
          <p:nvPr/>
        </p:nvSpPr>
        <p:spPr>
          <a:xfrm>
            <a:off x="1443683" y="4260299"/>
            <a:ext cx="720000" cy="309028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F2CFD545-5B95-7555-7278-8AF408F05740}"/>
              </a:ext>
            </a:extLst>
          </p:cNvPr>
          <p:cNvSpPr txBox="1"/>
          <p:nvPr/>
        </p:nvSpPr>
        <p:spPr>
          <a:xfrm>
            <a:off x="1553087" y="4291614"/>
            <a:ext cx="524504" cy="230832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Depot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1972A538-38D3-617A-D411-20E0C63A1634}"/>
              </a:ext>
            </a:extLst>
          </p:cNvPr>
          <p:cNvSpPr txBox="1"/>
          <p:nvPr/>
        </p:nvSpPr>
        <p:spPr>
          <a:xfrm>
            <a:off x="1428060" y="3370154"/>
            <a:ext cx="744114" cy="40011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Compute</a:t>
            </a:r>
            <a:b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</a:b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Node</a:t>
            </a:r>
          </a:p>
        </p:txBody>
      </p:sp>
      <p:sp>
        <p:nvSpPr>
          <p:cNvPr id="1033" name="직사각형 1032">
            <a:extLst>
              <a:ext uri="{FF2B5EF4-FFF2-40B4-BE49-F238E27FC236}">
                <a16:creationId xmlns:a16="http://schemas.microsoft.com/office/drawing/2014/main" id="{53668CAF-3ED4-9D2F-895F-57ED11205F10}"/>
              </a:ext>
            </a:extLst>
          </p:cNvPr>
          <p:cNvSpPr/>
          <p:nvPr/>
        </p:nvSpPr>
        <p:spPr>
          <a:xfrm>
            <a:off x="1403458" y="3807396"/>
            <a:ext cx="793937" cy="19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Vertica</a:t>
            </a:r>
          </a:p>
        </p:txBody>
      </p:sp>
      <p:sp>
        <p:nvSpPr>
          <p:cNvPr id="1034" name="직사각형 1033">
            <a:extLst>
              <a:ext uri="{FF2B5EF4-FFF2-40B4-BE49-F238E27FC236}">
                <a16:creationId xmlns:a16="http://schemas.microsoft.com/office/drawing/2014/main" id="{C8635BC7-8EFB-E7E5-424C-E24C78AEEE2C}"/>
              </a:ext>
            </a:extLst>
          </p:cNvPr>
          <p:cNvSpPr/>
          <p:nvPr/>
        </p:nvSpPr>
        <p:spPr>
          <a:xfrm>
            <a:off x="1403458" y="4023617"/>
            <a:ext cx="793937" cy="19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OS(Linux)</a:t>
            </a:r>
          </a:p>
        </p:txBody>
      </p:sp>
      <p:sp>
        <p:nvSpPr>
          <p:cNvPr id="1035" name="사각형: 둥근 모서리 1034">
            <a:extLst>
              <a:ext uri="{FF2B5EF4-FFF2-40B4-BE49-F238E27FC236}">
                <a16:creationId xmlns:a16="http://schemas.microsoft.com/office/drawing/2014/main" id="{005680C2-8003-C8E2-62BC-22575CDFAEF9}"/>
              </a:ext>
            </a:extLst>
          </p:cNvPr>
          <p:cNvSpPr/>
          <p:nvPr/>
        </p:nvSpPr>
        <p:spPr>
          <a:xfrm>
            <a:off x="2389276" y="3370925"/>
            <a:ext cx="864096" cy="1262157"/>
          </a:xfrm>
          <a:prstGeom prst="roundRect">
            <a:avLst>
              <a:gd name="adj" fmla="val 118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36" name="원통형 1035">
            <a:extLst>
              <a:ext uri="{FF2B5EF4-FFF2-40B4-BE49-F238E27FC236}">
                <a16:creationId xmlns:a16="http://schemas.microsoft.com/office/drawing/2014/main" id="{EBB9A2F6-C70A-128B-A772-FA0D43FF098F}"/>
              </a:ext>
            </a:extLst>
          </p:cNvPr>
          <p:cNvSpPr/>
          <p:nvPr/>
        </p:nvSpPr>
        <p:spPr>
          <a:xfrm>
            <a:off x="2464894" y="4260299"/>
            <a:ext cx="720000" cy="309028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07A0B460-AA3A-AFC4-C21E-F3F0E132797B}"/>
              </a:ext>
            </a:extLst>
          </p:cNvPr>
          <p:cNvSpPr txBox="1"/>
          <p:nvPr/>
        </p:nvSpPr>
        <p:spPr>
          <a:xfrm>
            <a:off x="2574295" y="4291614"/>
            <a:ext cx="524504" cy="230832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Depot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82845940-5B2A-CFB5-FCD7-CA60144F7FB3}"/>
              </a:ext>
            </a:extLst>
          </p:cNvPr>
          <p:cNvSpPr txBox="1"/>
          <p:nvPr/>
        </p:nvSpPr>
        <p:spPr>
          <a:xfrm>
            <a:off x="2449270" y="3370154"/>
            <a:ext cx="744114" cy="40011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Compute</a:t>
            </a:r>
            <a:b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</a:b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Node</a:t>
            </a:r>
          </a:p>
        </p:txBody>
      </p:sp>
      <p:sp>
        <p:nvSpPr>
          <p:cNvPr id="1039" name="직사각형 1038">
            <a:extLst>
              <a:ext uri="{FF2B5EF4-FFF2-40B4-BE49-F238E27FC236}">
                <a16:creationId xmlns:a16="http://schemas.microsoft.com/office/drawing/2014/main" id="{0BBEF934-312A-38B2-0FAF-31717155FF8C}"/>
              </a:ext>
            </a:extLst>
          </p:cNvPr>
          <p:cNvSpPr/>
          <p:nvPr/>
        </p:nvSpPr>
        <p:spPr>
          <a:xfrm>
            <a:off x="2424669" y="3807396"/>
            <a:ext cx="793937" cy="19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Vertica</a:t>
            </a:r>
          </a:p>
        </p:txBody>
      </p:sp>
      <p:sp>
        <p:nvSpPr>
          <p:cNvPr id="1040" name="직사각형 1039">
            <a:extLst>
              <a:ext uri="{FF2B5EF4-FFF2-40B4-BE49-F238E27FC236}">
                <a16:creationId xmlns:a16="http://schemas.microsoft.com/office/drawing/2014/main" id="{4EE7108D-3F73-2B06-7DD9-06DFE22AD4CD}"/>
              </a:ext>
            </a:extLst>
          </p:cNvPr>
          <p:cNvSpPr/>
          <p:nvPr/>
        </p:nvSpPr>
        <p:spPr>
          <a:xfrm>
            <a:off x="2424669" y="4023617"/>
            <a:ext cx="793937" cy="19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OS(Linux)</a:t>
            </a:r>
          </a:p>
        </p:txBody>
      </p:sp>
      <p:sp>
        <p:nvSpPr>
          <p:cNvPr id="1041" name="사각형: 둥근 모서리 1040">
            <a:extLst>
              <a:ext uri="{FF2B5EF4-FFF2-40B4-BE49-F238E27FC236}">
                <a16:creationId xmlns:a16="http://schemas.microsoft.com/office/drawing/2014/main" id="{93A3A6C5-F795-A03F-4551-D45CB1DD8185}"/>
              </a:ext>
            </a:extLst>
          </p:cNvPr>
          <p:cNvSpPr/>
          <p:nvPr/>
        </p:nvSpPr>
        <p:spPr>
          <a:xfrm>
            <a:off x="3465423" y="3370925"/>
            <a:ext cx="864096" cy="1262157"/>
          </a:xfrm>
          <a:prstGeom prst="roundRect">
            <a:avLst>
              <a:gd name="adj" fmla="val 118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42" name="원통형 1041">
            <a:extLst>
              <a:ext uri="{FF2B5EF4-FFF2-40B4-BE49-F238E27FC236}">
                <a16:creationId xmlns:a16="http://schemas.microsoft.com/office/drawing/2014/main" id="{51255245-7733-CA56-DDAE-AF3715273215}"/>
              </a:ext>
            </a:extLst>
          </p:cNvPr>
          <p:cNvSpPr/>
          <p:nvPr/>
        </p:nvSpPr>
        <p:spPr>
          <a:xfrm>
            <a:off x="3541041" y="4260299"/>
            <a:ext cx="720000" cy="309028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EDE82A9E-66D1-ED57-D5D2-B81DE06FD6C2}"/>
              </a:ext>
            </a:extLst>
          </p:cNvPr>
          <p:cNvSpPr txBox="1"/>
          <p:nvPr/>
        </p:nvSpPr>
        <p:spPr>
          <a:xfrm>
            <a:off x="3650442" y="4291614"/>
            <a:ext cx="524504" cy="230832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Depot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012DCF2-231C-F060-A72E-766A97D3C677}"/>
              </a:ext>
            </a:extLst>
          </p:cNvPr>
          <p:cNvSpPr txBox="1"/>
          <p:nvPr/>
        </p:nvSpPr>
        <p:spPr>
          <a:xfrm>
            <a:off x="3525417" y="3370154"/>
            <a:ext cx="744114" cy="40011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Compute</a:t>
            </a:r>
            <a:b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</a:b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Roboto Light" charset="0"/>
                <a:cs typeface="Roboto Light" charset="0"/>
              </a:rPr>
              <a:t>Node</a:t>
            </a:r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4785156F-D7BE-72E2-8343-DCDC7F0D7DE0}"/>
              </a:ext>
            </a:extLst>
          </p:cNvPr>
          <p:cNvSpPr/>
          <p:nvPr/>
        </p:nvSpPr>
        <p:spPr>
          <a:xfrm>
            <a:off x="3500816" y="3807396"/>
            <a:ext cx="793937" cy="19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Vertica</a:t>
            </a:r>
          </a:p>
        </p:txBody>
      </p:sp>
      <p:sp>
        <p:nvSpPr>
          <p:cNvPr id="1046" name="직사각형 1045">
            <a:extLst>
              <a:ext uri="{FF2B5EF4-FFF2-40B4-BE49-F238E27FC236}">
                <a16:creationId xmlns:a16="http://schemas.microsoft.com/office/drawing/2014/main" id="{A2B57F18-F286-BA9A-E160-F37FD97D24E4}"/>
              </a:ext>
            </a:extLst>
          </p:cNvPr>
          <p:cNvSpPr/>
          <p:nvPr/>
        </p:nvSpPr>
        <p:spPr>
          <a:xfrm>
            <a:off x="3500816" y="4023617"/>
            <a:ext cx="793937" cy="19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OS(Linux)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C6DB68-AE15-D0E3-4788-E9085CFA8172}"/>
              </a:ext>
            </a:extLst>
          </p:cNvPr>
          <p:cNvSpPr txBox="1"/>
          <p:nvPr/>
        </p:nvSpPr>
        <p:spPr>
          <a:xfrm>
            <a:off x="69187" y="3215894"/>
            <a:ext cx="851515" cy="276999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sz="1200" b="1" u="sng" dirty="0">
                <a:latin typeface="+mn-lt"/>
                <a:ea typeface="Roboto Light" charset="0"/>
                <a:cs typeface="Roboto Light" charset="0"/>
              </a:rPr>
              <a:t>Compute</a:t>
            </a:r>
          </a:p>
        </p:txBody>
      </p:sp>
    </p:spTree>
    <p:extLst>
      <p:ext uri="{BB962C8B-B14F-4D97-AF65-F5344CB8AC3E}">
        <p14:creationId xmlns:p14="http://schemas.microsoft.com/office/powerpoint/2010/main" val="3658006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BA8F55-9501-5157-6201-8B8D89ED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Integrating with Object Storage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B971BC-54FC-6B21-5C1F-82DC47A55A1F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BD2A21F-C0E6-1284-24E7-366E4A7E3BAE}"/>
              </a:ext>
            </a:extLst>
          </p:cNvPr>
          <p:cNvSpPr/>
          <p:nvPr/>
        </p:nvSpPr>
        <p:spPr>
          <a:xfrm>
            <a:off x="0" y="1529991"/>
            <a:ext cx="12192000" cy="16550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Vertica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endParaRPr kumimoji="0" lang="en-GB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E1F876F-DD75-052E-E247-5E04562DC132}"/>
              </a:ext>
            </a:extLst>
          </p:cNvPr>
          <p:cNvSpPr/>
          <p:nvPr/>
        </p:nvSpPr>
        <p:spPr>
          <a:xfrm>
            <a:off x="0" y="4316949"/>
            <a:ext cx="12192000" cy="253562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endParaRPr kumimoji="0" lang="en-GB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7" name="Picture 14" descr="35 Sea PNG images are free to download-">
            <a:extLst>
              <a:ext uri="{FF2B5EF4-FFF2-40B4-BE49-F238E27FC236}">
                <a16:creationId xmlns:a16="http://schemas.microsoft.com/office/drawing/2014/main" id="{65536BEE-D105-067F-DFC6-17CCEF60D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4" y="5201989"/>
            <a:ext cx="12673408" cy="2311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4D5EC0B8-5FC1-D3A8-1161-0CD4EA87927A}"/>
              </a:ext>
            </a:extLst>
          </p:cNvPr>
          <p:cNvSpPr txBox="1"/>
          <p:nvPr/>
        </p:nvSpPr>
        <p:spPr>
          <a:xfrm>
            <a:off x="4511824" y="6109647"/>
            <a:ext cx="3165034" cy="553998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Lakehouse Storage</a:t>
            </a:r>
            <a:endParaRPr kumimoji="0" lang="en-GB" sz="3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75" name="Graphic 8">
            <a:extLst>
              <a:ext uri="{FF2B5EF4-FFF2-40B4-BE49-F238E27FC236}">
                <a16:creationId xmlns:a16="http://schemas.microsoft.com/office/drawing/2014/main" id="{037D7A5B-E429-B12A-4013-060F4D31E539}"/>
              </a:ext>
            </a:extLst>
          </p:cNvPr>
          <p:cNvSpPr>
            <a:spLocks noChangeAspect="1"/>
          </p:cNvSpPr>
          <p:nvPr/>
        </p:nvSpPr>
        <p:spPr>
          <a:xfrm>
            <a:off x="2633592" y="2127618"/>
            <a:ext cx="844063" cy="731520"/>
          </a:xfrm>
          <a:custGeom>
            <a:avLst/>
            <a:gdLst>
              <a:gd name="connsiteX0" fmla="*/ 1696447 w 2201271"/>
              <a:gd name="connsiteY0" fmla="*/ 150420 h 1907768"/>
              <a:gd name="connsiteX1" fmla="*/ 1100636 w 2201271"/>
              <a:gd name="connsiteY1" fmla="*/ 0 h 1907768"/>
              <a:gd name="connsiteX2" fmla="*/ 504825 w 2201271"/>
              <a:gd name="connsiteY2" fmla="*/ 150420 h 1907768"/>
              <a:gd name="connsiteX3" fmla="*/ 0 w 2201271"/>
              <a:gd name="connsiteY3" fmla="*/ 366879 h 1907768"/>
              <a:gd name="connsiteX4" fmla="*/ 0 w 2201271"/>
              <a:gd name="connsiteY4" fmla="*/ 1467514 h 1907768"/>
              <a:gd name="connsiteX5" fmla="*/ 476942 w 2201271"/>
              <a:gd name="connsiteY5" fmla="*/ 1681772 h 1907768"/>
              <a:gd name="connsiteX6" fmla="*/ 476942 w 2201271"/>
              <a:gd name="connsiteY6" fmla="*/ 1687642 h 1907768"/>
              <a:gd name="connsiteX7" fmla="*/ 1100636 w 2201271"/>
              <a:gd name="connsiteY7" fmla="*/ 1907769 h 1907768"/>
              <a:gd name="connsiteX8" fmla="*/ 1724329 w 2201271"/>
              <a:gd name="connsiteY8" fmla="*/ 1687642 h 1907768"/>
              <a:gd name="connsiteX9" fmla="*/ 1724329 w 2201271"/>
              <a:gd name="connsiteY9" fmla="*/ 1681772 h 1907768"/>
              <a:gd name="connsiteX10" fmla="*/ 2201272 w 2201271"/>
              <a:gd name="connsiteY10" fmla="*/ 1467514 h 1907768"/>
              <a:gd name="connsiteX11" fmla="*/ 2201272 w 2201271"/>
              <a:gd name="connsiteY11" fmla="*/ 366879 h 1907768"/>
              <a:gd name="connsiteX12" fmla="*/ 1696447 w 2201271"/>
              <a:gd name="connsiteY12" fmla="*/ 150420 h 1907768"/>
              <a:gd name="connsiteX13" fmla="*/ 476942 w 2201271"/>
              <a:gd name="connsiteY13" fmla="*/ 1608029 h 1907768"/>
              <a:gd name="connsiteX14" fmla="*/ 73376 w 2201271"/>
              <a:gd name="connsiteY14" fmla="*/ 1467514 h 1907768"/>
              <a:gd name="connsiteX15" fmla="*/ 73376 w 2201271"/>
              <a:gd name="connsiteY15" fmla="*/ 1210333 h 1907768"/>
              <a:gd name="connsiteX16" fmla="*/ 476942 w 2201271"/>
              <a:gd name="connsiteY16" fmla="*/ 1314893 h 1907768"/>
              <a:gd name="connsiteX17" fmla="*/ 476942 w 2201271"/>
              <a:gd name="connsiteY17" fmla="*/ 1241150 h 1907768"/>
              <a:gd name="connsiteX18" fmla="*/ 73376 w 2201271"/>
              <a:gd name="connsiteY18" fmla="*/ 1100636 h 1907768"/>
              <a:gd name="connsiteX19" fmla="*/ 73376 w 2201271"/>
              <a:gd name="connsiteY19" fmla="*/ 843454 h 1907768"/>
              <a:gd name="connsiteX20" fmla="*/ 476942 w 2201271"/>
              <a:gd name="connsiteY20" fmla="*/ 948014 h 1907768"/>
              <a:gd name="connsiteX21" fmla="*/ 476942 w 2201271"/>
              <a:gd name="connsiteY21" fmla="*/ 874272 h 1907768"/>
              <a:gd name="connsiteX22" fmla="*/ 73376 w 2201271"/>
              <a:gd name="connsiteY22" fmla="*/ 733757 h 1907768"/>
              <a:gd name="connsiteX23" fmla="*/ 73376 w 2201271"/>
              <a:gd name="connsiteY23" fmla="*/ 476575 h 1907768"/>
              <a:gd name="connsiteX24" fmla="*/ 476942 w 2201271"/>
              <a:gd name="connsiteY24" fmla="*/ 581136 h 1907768"/>
              <a:gd name="connsiteX25" fmla="*/ 476942 w 2201271"/>
              <a:gd name="connsiteY25" fmla="*/ 507393 h 1907768"/>
              <a:gd name="connsiteX26" fmla="*/ 73376 w 2201271"/>
              <a:gd name="connsiteY26" fmla="*/ 366879 h 1907768"/>
              <a:gd name="connsiteX27" fmla="*/ 476942 w 2201271"/>
              <a:gd name="connsiteY27" fmla="*/ 225997 h 1907768"/>
              <a:gd name="connsiteX28" fmla="*/ 1650954 w 2201271"/>
              <a:gd name="connsiteY28" fmla="*/ 1687642 h 1907768"/>
              <a:gd name="connsiteX29" fmla="*/ 1100636 w 2201271"/>
              <a:gd name="connsiteY29" fmla="*/ 1834393 h 1907768"/>
              <a:gd name="connsiteX30" fmla="*/ 550318 w 2201271"/>
              <a:gd name="connsiteY30" fmla="*/ 1687642 h 1907768"/>
              <a:gd name="connsiteX31" fmla="*/ 550318 w 2201271"/>
              <a:gd name="connsiteY31" fmla="*/ 1429726 h 1907768"/>
              <a:gd name="connsiteX32" fmla="*/ 1100636 w 2201271"/>
              <a:gd name="connsiteY32" fmla="*/ 1540890 h 1907768"/>
              <a:gd name="connsiteX33" fmla="*/ 1650954 w 2201271"/>
              <a:gd name="connsiteY33" fmla="*/ 1429726 h 1907768"/>
              <a:gd name="connsiteX34" fmla="*/ 1650954 w 2201271"/>
              <a:gd name="connsiteY34" fmla="*/ 1320763 h 1907768"/>
              <a:gd name="connsiteX35" fmla="*/ 1100636 w 2201271"/>
              <a:gd name="connsiteY35" fmla="*/ 1467514 h 1907768"/>
              <a:gd name="connsiteX36" fmla="*/ 550318 w 2201271"/>
              <a:gd name="connsiteY36" fmla="*/ 1320763 h 1907768"/>
              <a:gd name="connsiteX37" fmla="*/ 550318 w 2201271"/>
              <a:gd name="connsiteY37" fmla="*/ 1062847 h 1907768"/>
              <a:gd name="connsiteX38" fmla="*/ 1100636 w 2201271"/>
              <a:gd name="connsiteY38" fmla="*/ 1174012 h 1907768"/>
              <a:gd name="connsiteX39" fmla="*/ 1650954 w 2201271"/>
              <a:gd name="connsiteY39" fmla="*/ 1062847 h 1907768"/>
              <a:gd name="connsiteX40" fmla="*/ 1650954 w 2201271"/>
              <a:gd name="connsiteY40" fmla="*/ 953884 h 1907768"/>
              <a:gd name="connsiteX41" fmla="*/ 1100636 w 2201271"/>
              <a:gd name="connsiteY41" fmla="*/ 1100636 h 1907768"/>
              <a:gd name="connsiteX42" fmla="*/ 550318 w 2201271"/>
              <a:gd name="connsiteY42" fmla="*/ 953884 h 1907768"/>
              <a:gd name="connsiteX43" fmla="*/ 550318 w 2201271"/>
              <a:gd name="connsiteY43" fmla="*/ 695969 h 1907768"/>
              <a:gd name="connsiteX44" fmla="*/ 1100636 w 2201271"/>
              <a:gd name="connsiteY44" fmla="*/ 807133 h 1907768"/>
              <a:gd name="connsiteX45" fmla="*/ 1650954 w 2201271"/>
              <a:gd name="connsiteY45" fmla="*/ 695969 h 1907768"/>
              <a:gd name="connsiteX46" fmla="*/ 1650954 w 2201271"/>
              <a:gd name="connsiteY46" fmla="*/ 587006 h 1907768"/>
              <a:gd name="connsiteX47" fmla="*/ 1100636 w 2201271"/>
              <a:gd name="connsiteY47" fmla="*/ 733757 h 1907768"/>
              <a:gd name="connsiteX48" fmla="*/ 550318 w 2201271"/>
              <a:gd name="connsiteY48" fmla="*/ 587006 h 1907768"/>
              <a:gd name="connsiteX49" fmla="*/ 550318 w 2201271"/>
              <a:gd name="connsiteY49" fmla="*/ 329090 h 1907768"/>
              <a:gd name="connsiteX50" fmla="*/ 1100636 w 2201271"/>
              <a:gd name="connsiteY50" fmla="*/ 440254 h 1907768"/>
              <a:gd name="connsiteX51" fmla="*/ 1650954 w 2201271"/>
              <a:gd name="connsiteY51" fmla="*/ 329090 h 1907768"/>
              <a:gd name="connsiteX52" fmla="*/ 1100636 w 2201271"/>
              <a:gd name="connsiteY52" fmla="*/ 366879 h 1907768"/>
              <a:gd name="connsiteX53" fmla="*/ 550318 w 2201271"/>
              <a:gd name="connsiteY53" fmla="*/ 220127 h 1907768"/>
              <a:gd name="connsiteX54" fmla="*/ 1100636 w 2201271"/>
              <a:gd name="connsiteY54" fmla="*/ 73376 h 1907768"/>
              <a:gd name="connsiteX55" fmla="*/ 1650954 w 2201271"/>
              <a:gd name="connsiteY55" fmla="*/ 220127 h 1907768"/>
              <a:gd name="connsiteX56" fmla="*/ 1100636 w 2201271"/>
              <a:gd name="connsiteY56" fmla="*/ 366879 h 1907768"/>
              <a:gd name="connsiteX57" fmla="*/ 2127896 w 2201271"/>
              <a:gd name="connsiteY57" fmla="*/ 1467514 h 1907768"/>
              <a:gd name="connsiteX58" fmla="*/ 1724329 w 2201271"/>
              <a:gd name="connsiteY58" fmla="*/ 1608029 h 1907768"/>
              <a:gd name="connsiteX59" fmla="*/ 1724329 w 2201271"/>
              <a:gd name="connsiteY59" fmla="*/ 1314893 h 1907768"/>
              <a:gd name="connsiteX60" fmla="*/ 2127896 w 2201271"/>
              <a:gd name="connsiteY60" fmla="*/ 1210333 h 1907768"/>
              <a:gd name="connsiteX61" fmla="*/ 2127896 w 2201271"/>
              <a:gd name="connsiteY61" fmla="*/ 1100636 h 1907768"/>
              <a:gd name="connsiteX62" fmla="*/ 1724329 w 2201271"/>
              <a:gd name="connsiteY62" fmla="*/ 1241150 h 1907768"/>
              <a:gd name="connsiteX63" fmla="*/ 1724329 w 2201271"/>
              <a:gd name="connsiteY63" fmla="*/ 948014 h 1907768"/>
              <a:gd name="connsiteX64" fmla="*/ 2127896 w 2201271"/>
              <a:gd name="connsiteY64" fmla="*/ 843454 h 1907768"/>
              <a:gd name="connsiteX65" fmla="*/ 2127896 w 2201271"/>
              <a:gd name="connsiteY65" fmla="*/ 733757 h 1907768"/>
              <a:gd name="connsiteX66" fmla="*/ 1724329 w 2201271"/>
              <a:gd name="connsiteY66" fmla="*/ 874272 h 1907768"/>
              <a:gd name="connsiteX67" fmla="*/ 1724329 w 2201271"/>
              <a:gd name="connsiteY67" fmla="*/ 581136 h 1907768"/>
              <a:gd name="connsiteX68" fmla="*/ 2127896 w 2201271"/>
              <a:gd name="connsiteY68" fmla="*/ 476575 h 1907768"/>
              <a:gd name="connsiteX69" fmla="*/ 1724329 w 2201271"/>
              <a:gd name="connsiteY69" fmla="*/ 507393 h 1907768"/>
              <a:gd name="connsiteX70" fmla="*/ 1724329 w 2201271"/>
              <a:gd name="connsiteY70" fmla="*/ 225997 h 1907768"/>
              <a:gd name="connsiteX71" fmla="*/ 2127896 w 2201271"/>
              <a:gd name="connsiteY71" fmla="*/ 366879 h 1907768"/>
              <a:gd name="connsiteX72" fmla="*/ 1724329 w 2201271"/>
              <a:gd name="connsiteY72" fmla="*/ 507393 h 1907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2201271" h="1907768">
                <a:moveTo>
                  <a:pt x="1696447" y="150420"/>
                </a:moveTo>
                <a:cubicBezTo>
                  <a:pt x="1613899" y="51363"/>
                  <a:pt x="1355983" y="0"/>
                  <a:pt x="1100636" y="0"/>
                </a:cubicBezTo>
                <a:cubicBezTo>
                  <a:pt x="845288" y="0"/>
                  <a:pt x="587373" y="51363"/>
                  <a:pt x="504825" y="150420"/>
                </a:cubicBezTo>
                <a:cubicBezTo>
                  <a:pt x="268188" y="165462"/>
                  <a:pt x="0" y="230400"/>
                  <a:pt x="0" y="366879"/>
                </a:cubicBezTo>
                <a:lnTo>
                  <a:pt x="0" y="1467514"/>
                </a:lnTo>
                <a:cubicBezTo>
                  <a:pt x="0" y="1598490"/>
                  <a:pt x="249477" y="1663794"/>
                  <a:pt x="476942" y="1681772"/>
                </a:cubicBezTo>
                <a:lnTo>
                  <a:pt x="476942" y="1687642"/>
                </a:lnTo>
                <a:cubicBezTo>
                  <a:pt x="476942" y="1832192"/>
                  <a:pt x="790623" y="1907769"/>
                  <a:pt x="1100636" y="1907769"/>
                </a:cubicBezTo>
                <a:cubicBezTo>
                  <a:pt x="1410648" y="1907769"/>
                  <a:pt x="1724329" y="1832192"/>
                  <a:pt x="1724329" y="1687642"/>
                </a:cubicBezTo>
                <a:lnTo>
                  <a:pt x="1724329" y="1681772"/>
                </a:lnTo>
                <a:cubicBezTo>
                  <a:pt x="1951794" y="1663794"/>
                  <a:pt x="2201272" y="1598490"/>
                  <a:pt x="2201272" y="1467514"/>
                </a:cubicBezTo>
                <a:lnTo>
                  <a:pt x="2201272" y="366879"/>
                </a:lnTo>
                <a:cubicBezTo>
                  <a:pt x="2201272" y="230400"/>
                  <a:pt x="1933083" y="165462"/>
                  <a:pt x="1696447" y="150420"/>
                </a:cubicBezTo>
                <a:close/>
                <a:moveTo>
                  <a:pt x="476942" y="1608029"/>
                </a:moveTo>
                <a:cubicBezTo>
                  <a:pt x="216825" y="1586750"/>
                  <a:pt x="73376" y="1513007"/>
                  <a:pt x="73376" y="1467514"/>
                </a:cubicBezTo>
                <a:lnTo>
                  <a:pt x="73376" y="1210333"/>
                </a:lnTo>
                <a:cubicBezTo>
                  <a:pt x="164362" y="1269767"/>
                  <a:pt x="325421" y="1302786"/>
                  <a:pt x="476942" y="1314893"/>
                </a:cubicBezTo>
                <a:close/>
                <a:moveTo>
                  <a:pt x="476942" y="1241150"/>
                </a:moveTo>
                <a:cubicBezTo>
                  <a:pt x="216825" y="1219871"/>
                  <a:pt x="73376" y="1146129"/>
                  <a:pt x="73376" y="1100636"/>
                </a:cubicBezTo>
                <a:lnTo>
                  <a:pt x="73376" y="843454"/>
                </a:lnTo>
                <a:cubicBezTo>
                  <a:pt x="164362" y="902888"/>
                  <a:pt x="325421" y="935907"/>
                  <a:pt x="476942" y="948014"/>
                </a:cubicBezTo>
                <a:close/>
                <a:moveTo>
                  <a:pt x="476942" y="874272"/>
                </a:moveTo>
                <a:cubicBezTo>
                  <a:pt x="216825" y="852993"/>
                  <a:pt x="73376" y="779250"/>
                  <a:pt x="73376" y="733757"/>
                </a:cubicBezTo>
                <a:lnTo>
                  <a:pt x="73376" y="476575"/>
                </a:lnTo>
                <a:cubicBezTo>
                  <a:pt x="164362" y="536010"/>
                  <a:pt x="325421" y="569029"/>
                  <a:pt x="476942" y="581136"/>
                </a:cubicBezTo>
                <a:close/>
                <a:moveTo>
                  <a:pt x="476942" y="507393"/>
                </a:moveTo>
                <a:cubicBezTo>
                  <a:pt x="216825" y="486114"/>
                  <a:pt x="73376" y="412372"/>
                  <a:pt x="73376" y="366879"/>
                </a:cubicBezTo>
                <a:cubicBezTo>
                  <a:pt x="73376" y="320652"/>
                  <a:pt x="216458" y="247643"/>
                  <a:pt x="476942" y="225997"/>
                </a:cubicBezTo>
                <a:close/>
                <a:moveTo>
                  <a:pt x="1650954" y="1687642"/>
                </a:moveTo>
                <a:cubicBezTo>
                  <a:pt x="1650954" y="1747443"/>
                  <a:pt x="1436697" y="1834393"/>
                  <a:pt x="1100636" y="1834393"/>
                </a:cubicBezTo>
                <a:cubicBezTo>
                  <a:pt x="764575" y="1834393"/>
                  <a:pt x="550318" y="1747443"/>
                  <a:pt x="550318" y="1687642"/>
                </a:cubicBezTo>
                <a:lnTo>
                  <a:pt x="550318" y="1429726"/>
                </a:lnTo>
                <a:cubicBezTo>
                  <a:pt x="661115" y="1502735"/>
                  <a:pt x="881609" y="1540890"/>
                  <a:pt x="1100636" y="1540890"/>
                </a:cubicBezTo>
                <a:cubicBezTo>
                  <a:pt x="1319662" y="1540890"/>
                  <a:pt x="1540156" y="1502735"/>
                  <a:pt x="1650954" y="1429726"/>
                </a:cubicBezTo>
                <a:close/>
                <a:moveTo>
                  <a:pt x="1650954" y="1320763"/>
                </a:moveTo>
                <a:cubicBezTo>
                  <a:pt x="1650954" y="1380564"/>
                  <a:pt x="1436697" y="1467514"/>
                  <a:pt x="1100636" y="1467514"/>
                </a:cubicBezTo>
                <a:cubicBezTo>
                  <a:pt x="764575" y="1467514"/>
                  <a:pt x="550318" y="1380564"/>
                  <a:pt x="550318" y="1320763"/>
                </a:cubicBezTo>
                <a:lnTo>
                  <a:pt x="550318" y="1062847"/>
                </a:lnTo>
                <a:cubicBezTo>
                  <a:pt x="661115" y="1135856"/>
                  <a:pt x="881609" y="1174012"/>
                  <a:pt x="1100636" y="1174012"/>
                </a:cubicBezTo>
                <a:cubicBezTo>
                  <a:pt x="1319662" y="1174012"/>
                  <a:pt x="1540156" y="1135856"/>
                  <a:pt x="1650954" y="1062847"/>
                </a:cubicBezTo>
                <a:close/>
                <a:moveTo>
                  <a:pt x="1650954" y="953884"/>
                </a:moveTo>
                <a:cubicBezTo>
                  <a:pt x="1650954" y="1013686"/>
                  <a:pt x="1436697" y="1100636"/>
                  <a:pt x="1100636" y="1100636"/>
                </a:cubicBezTo>
                <a:cubicBezTo>
                  <a:pt x="764575" y="1100636"/>
                  <a:pt x="550318" y="1013686"/>
                  <a:pt x="550318" y="953884"/>
                </a:cubicBezTo>
                <a:lnTo>
                  <a:pt x="550318" y="695969"/>
                </a:lnTo>
                <a:cubicBezTo>
                  <a:pt x="661115" y="768978"/>
                  <a:pt x="881609" y="807133"/>
                  <a:pt x="1100636" y="807133"/>
                </a:cubicBezTo>
                <a:cubicBezTo>
                  <a:pt x="1319662" y="807133"/>
                  <a:pt x="1540156" y="768978"/>
                  <a:pt x="1650954" y="695969"/>
                </a:cubicBezTo>
                <a:close/>
                <a:moveTo>
                  <a:pt x="1650954" y="587006"/>
                </a:moveTo>
                <a:cubicBezTo>
                  <a:pt x="1650954" y="646807"/>
                  <a:pt x="1436697" y="733757"/>
                  <a:pt x="1100636" y="733757"/>
                </a:cubicBezTo>
                <a:cubicBezTo>
                  <a:pt x="764575" y="733757"/>
                  <a:pt x="550318" y="646807"/>
                  <a:pt x="550318" y="587006"/>
                </a:cubicBezTo>
                <a:lnTo>
                  <a:pt x="550318" y="329090"/>
                </a:lnTo>
                <a:cubicBezTo>
                  <a:pt x="661115" y="402099"/>
                  <a:pt x="881609" y="440254"/>
                  <a:pt x="1100636" y="440254"/>
                </a:cubicBezTo>
                <a:cubicBezTo>
                  <a:pt x="1319662" y="440254"/>
                  <a:pt x="1540156" y="402099"/>
                  <a:pt x="1650954" y="329090"/>
                </a:cubicBezTo>
                <a:close/>
                <a:moveTo>
                  <a:pt x="1100636" y="366879"/>
                </a:moveTo>
                <a:cubicBezTo>
                  <a:pt x="764575" y="366879"/>
                  <a:pt x="550318" y="279928"/>
                  <a:pt x="550318" y="220127"/>
                </a:cubicBezTo>
                <a:cubicBezTo>
                  <a:pt x="550318" y="160326"/>
                  <a:pt x="764575" y="73376"/>
                  <a:pt x="1100636" y="73376"/>
                </a:cubicBezTo>
                <a:cubicBezTo>
                  <a:pt x="1436697" y="73376"/>
                  <a:pt x="1650954" y="160326"/>
                  <a:pt x="1650954" y="220127"/>
                </a:cubicBezTo>
                <a:cubicBezTo>
                  <a:pt x="1650954" y="279928"/>
                  <a:pt x="1436697" y="366879"/>
                  <a:pt x="1100636" y="366879"/>
                </a:cubicBezTo>
                <a:close/>
                <a:moveTo>
                  <a:pt x="2127896" y="1467514"/>
                </a:moveTo>
                <a:cubicBezTo>
                  <a:pt x="2127896" y="1513007"/>
                  <a:pt x="1984446" y="1586750"/>
                  <a:pt x="1724329" y="1608029"/>
                </a:cubicBezTo>
                <a:lnTo>
                  <a:pt x="1724329" y="1314893"/>
                </a:lnTo>
                <a:cubicBezTo>
                  <a:pt x="1875850" y="1302786"/>
                  <a:pt x="2036910" y="1269767"/>
                  <a:pt x="2127896" y="1210333"/>
                </a:cubicBezTo>
                <a:close/>
                <a:moveTo>
                  <a:pt x="2127896" y="1100636"/>
                </a:moveTo>
                <a:cubicBezTo>
                  <a:pt x="2127896" y="1146129"/>
                  <a:pt x="1984446" y="1219871"/>
                  <a:pt x="1724329" y="1241150"/>
                </a:cubicBezTo>
                <a:lnTo>
                  <a:pt x="1724329" y="948014"/>
                </a:lnTo>
                <a:cubicBezTo>
                  <a:pt x="1875850" y="935907"/>
                  <a:pt x="2036910" y="902888"/>
                  <a:pt x="2127896" y="843454"/>
                </a:cubicBezTo>
                <a:close/>
                <a:moveTo>
                  <a:pt x="2127896" y="733757"/>
                </a:moveTo>
                <a:cubicBezTo>
                  <a:pt x="2127896" y="779250"/>
                  <a:pt x="1984446" y="852993"/>
                  <a:pt x="1724329" y="874272"/>
                </a:cubicBezTo>
                <a:lnTo>
                  <a:pt x="1724329" y="581136"/>
                </a:lnTo>
                <a:cubicBezTo>
                  <a:pt x="1875850" y="569029"/>
                  <a:pt x="2036910" y="536010"/>
                  <a:pt x="2127896" y="476575"/>
                </a:cubicBezTo>
                <a:close/>
                <a:moveTo>
                  <a:pt x="1724329" y="507393"/>
                </a:moveTo>
                <a:lnTo>
                  <a:pt x="1724329" y="225997"/>
                </a:lnTo>
                <a:cubicBezTo>
                  <a:pt x="1984813" y="247643"/>
                  <a:pt x="2127896" y="320652"/>
                  <a:pt x="2127896" y="366879"/>
                </a:cubicBezTo>
                <a:cubicBezTo>
                  <a:pt x="2127896" y="412372"/>
                  <a:pt x="1984446" y="486114"/>
                  <a:pt x="1724329" y="507393"/>
                </a:cubicBezTo>
                <a:close/>
              </a:path>
            </a:pathLst>
          </a:custGeom>
          <a:solidFill>
            <a:schemeClr val="tx2"/>
          </a:solidFill>
          <a:ln w="190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Arial" panose="020B0604020202020204" pitchFamily="34" charset="0"/>
              <a:sym typeface="Calibri"/>
            </a:endParaRPr>
          </a:p>
        </p:txBody>
      </p:sp>
      <p:grpSp>
        <p:nvGrpSpPr>
          <p:cNvPr id="76" name="Group 55">
            <a:extLst>
              <a:ext uri="{FF2B5EF4-FFF2-40B4-BE49-F238E27FC236}">
                <a16:creationId xmlns:a16="http://schemas.microsoft.com/office/drawing/2014/main" id="{4AE3FA51-F3E8-0B56-F05D-74E6B65F11BC}"/>
              </a:ext>
            </a:extLst>
          </p:cNvPr>
          <p:cNvGrpSpPr/>
          <p:nvPr/>
        </p:nvGrpSpPr>
        <p:grpSpPr>
          <a:xfrm>
            <a:off x="5673968" y="2082705"/>
            <a:ext cx="771718" cy="811636"/>
            <a:chOff x="3104082" y="4352234"/>
            <a:chExt cx="322293" cy="338964"/>
          </a:xfrm>
          <a:solidFill>
            <a:schemeClr val="bg1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74BC9C0-FADA-6D37-5D79-CC17503D9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4082" y="4459665"/>
              <a:ext cx="231532" cy="231533"/>
            </a:xfrm>
            <a:custGeom>
              <a:avLst/>
              <a:gdLst>
                <a:gd name="T0" fmla="*/ 493 w 550"/>
                <a:gd name="T1" fmla="*/ 285 h 550"/>
                <a:gd name="T2" fmla="*/ 532 w 550"/>
                <a:gd name="T3" fmla="*/ 188 h 550"/>
                <a:gd name="T4" fmla="*/ 490 w 550"/>
                <a:gd name="T5" fmla="*/ 109 h 550"/>
                <a:gd name="T6" fmla="*/ 387 w 550"/>
                <a:gd name="T7" fmla="*/ 90 h 550"/>
                <a:gd name="T8" fmla="*/ 378 w 550"/>
                <a:gd name="T9" fmla="*/ 19 h 550"/>
                <a:gd name="T10" fmla="*/ 286 w 550"/>
                <a:gd name="T11" fmla="*/ 59 h 550"/>
                <a:gd name="T12" fmla="*/ 188 w 550"/>
                <a:gd name="T13" fmla="*/ 20 h 550"/>
                <a:gd name="T14" fmla="*/ 110 w 550"/>
                <a:gd name="T15" fmla="*/ 63 h 550"/>
                <a:gd name="T16" fmla="*/ 89 w 550"/>
                <a:gd name="T17" fmla="*/ 166 h 550"/>
                <a:gd name="T18" fmla="*/ 18 w 550"/>
                <a:gd name="T19" fmla="*/ 174 h 550"/>
                <a:gd name="T20" fmla="*/ 59 w 550"/>
                <a:gd name="T21" fmla="*/ 267 h 550"/>
                <a:gd name="T22" fmla="*/ 21 w 550"/>
                <a:gd name="T23" fmla="*/ 385 h 550"/>
                <a:gd name="T24" fmla="*/ 84 w 550"/>
                <a:gd name="T25" fmla="*/ 440 h 550"/>
                <a:gd name="T26" fmla="*/ 155 w 550"/>
                <a:gd name="T27" fmla="*/ 499 h 550"/>
                <a:gd name="T28" fmla="*/ 221 w 550"/>
                <a:gd name="T29" fmla="*/ 548 h 550"/>
                <a:gd name="T30" fmla="*/ 256 w 550"/>
                <a:gd name="T31" fmla="*/ 529 h 550"/>
                <a:gd name="T32" fmla="*/ 347 w 550"/>
                <a:gd name="T33" fmla="*/ 518 h 550"/>
                <a:gd name="T34" fmla="*/ 443 w 550"/>
                <a:gd name="T35" fmla="*/ 490 h 550"/>
                <a:gd name="T36" fmla="*/ 463 w 550"/>
                <a:gd name="T37" fmla="*/ 387 h 550"/>
                <a:gd name="T38" fmla="*/ 547 w 550"/>
                <a:gd name="T39" fmla="*/ 331 h 550"/>
                <a:gd name="T40" fmla="*/ 511 w 550"/>
                <a:gd name="T41" fmla="*/ 372 h 550"/>
                <a:gd name="T42" fmla="*/ 451 w 550"/>
                <a:gd name="T43" fmla="*/ 359 h 550"/>
                <a:gd name="T44" fmla="*/ 393 w 550"/>
                <a:gd name="T45" fmla="*/ 431 h 550"/>
                <a:gd name="T46" fmla="*/ 418 w 550"/>
                <a:gd name="T47" fmla="*/ 486 h 550"/>
                <a:gd name="T48" fmla="*/ 341 w 550"/>
                <a:gd name="T49" fmla="*/ 459 h 550"/>
                <a:gd name="T50" fmla="*/ 249 w 550"/>
                <a:gd name="T51" fmla="*/ 469 h 550"/>
                <a:gd name="T52" fmla="*/ 227 w 550"/>
                <a:gd name="T53" fmla="*/ 525 h 550"/>
                <a:gd name="T54" fmla="*/ 193 w 550"/>
                <a:gd name="T55" fmla="*/ 452 h 550"/>
                <a:gd name="T56" fmla="*/ 121 w 550"/>
                <a:gd name="T57" fmla="*/ 394 h 550"/>
                <a:gd name="T58" fmla="*/ 42 w 550"/>
                <a:gd name="T59" fmla="*/ 375 h 550"/>
                <a:gd name="T60" fmla="*/ 90 w 550"/>
                <a:gd name="T61" fmla="*/ 332 h 550"/>
                <a:gd name="T62" fmla="*/ 31 w 550"/>
                <a:gd name="T63" fmla="*/ 234 h 550"/>
                <a:gd name="T64" fmla="*/ 43 w 550"/>
                <a:gd name="T65" fmla="*/ 177 h 550"/>
                <a:gd name="T66" fmla="*/ 105 w 550"/>
                <a:gd name="T67" fmla="*/ 184 h 550"/>
                <a:gd name="T68" fmla="*/ 132 w 550"/>
                <a:gd name="T69" fmla="*/ 73 h 550"/>
                <a:gd name="T70" fmla="*/ 177 w 550"/>
                <a:gd name="T71" fmla="*/ 43 h 550"/>
                <a:gd name="T72" fmla="*/ 211 w 550"/>
                <a:gd name="T73" fmla="*/ 94 h 550"/>
                <a:gd name="T74" fmla="*/ 302 w 550"/>
                <a:gd name="T75" fmla="*/ 83 h 550"/>
                <a:gd name="T76" fmla="*/ 372 w 550"/>
                <a:gd name="T77" fmla="*/ 42 h 550"/>
                <a:gd name="T78" fmla="*/ 367 w 550"/>
                <a:gd name="T79" fmla="*/ 105 h 550"/>
                <a:gd name="T80" fmla="*/ 479 w 550"/>
                <a:gd name="T81" fmla="*/ 132 h 550"/>
                <a:gd name="T82" fmla="*/ 507 w 550"/>
                <a:gd name="T83" fmla="*/ 184 h 550"/>
                <a:gd name="T84" fmla="*/ 469 w 550"/>
                <a:gd name="T85" fmla="*/ 293 h 550"/>
                <a:gd name="T86" fmla="*/ 525 w 550"/>
                <a:gd name="T87" fmla="*/ 325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50" h="550">
                  <a:moveTo>
                    <a:pt x="528" y="296"/>
                  </a:moveTo>
                  <a:lnTo>
                    <a:pt x="528" y="296"/>
                  </a:lnTo>
                  <a:cubicBezTo>
                    <a:pt x="493" y="285"/>
                    <a:pt x="493" y="285"/>
                    <a:pt x="493" y="285"/>
                  </a:cubicBezTo>
                  <a:cubicBezTo>
                    <a:pt x="494" y="264"/>
                    <a:pt x="492" y="243"/>
                    <a:pt x="487" y="223"/>
                  </a:cubicBezTo>
                  <a:cubicBezTo>
                    <a:pt x="519" y="205"/>
                    <a:pt x="519" y="205"/>
                    <a:pt x="519" y="205"/>
                  </a:cubicBezTo>
                  <a:cubicBezTo>
                    <a:pt x="525" y="201"/>
                    <a:pt x="530" y="195"/>
                    <a:pt x="532" y="188"/>
                  </a:cubicBezTo>
                  <a:cubicBezTo>
                    <a:pt x="535" y="181"/>
                    <a:pt x="533" y="173"/>
                    <a:pt x="530" y="167"/>
                  </a:cubicBezTo>
                  <a:cubicBezTo>
                    <a:pt x="506" y="123"/>
                    <a:pt x="506" y="123"/>
                    <a:pt x="506" y="123"/>
                  </a:cubicBezTo>
                  <a:cubicBezTo>
                    <a:pt x="503" y="117"/>
                    <a:pt x="497" y="111"/>
                    <a:pt x="490" y="109"/>
                  </a:cubicBezTo>
                  <a:cubicBezTo>
                    <a:pt x="482" y="107"/>
                    <a:pt x="475" y="108"/>
                    <a:pt x="469" y="111"/>
                  </a:cubicBezTo>
                  <a:cubicBezTo>
                    <a:pt x="436" y="129"/>
                    <a:pt x="436" y="129"/>
                    <a:pt x="436" y="129"/>
                  </a:cubicBezTo>
                  <a:cubicBezTo>
                    <a:pt x="421" y="114"/>
                    <a:pt x="405" y="100"/>
                    <a:pt x="387" y="90"/>
                  </a:cubicBezTo>
                  <a:cubicBezTo>
                    <a:pt x="397" y="54"/>
                    <a:pt x="397" y="54"/>
                    <a:pt x="397" y="54"/>
                  </a:cubicBezTo>
                  <a:cubicBezTo>
                    <a:pt x="399" y="47"/>
                    <a:pt x="398" y="39"/>
                    <a:pt x="395" y="32"/>
                  </a:cubicBezTo>
                  <a:cubicBezTo>
                    <a:pt x="392" y="26"/>
                    <a:pt x="386" y="21"/>
                    <a:pt x="378" y="19"/>
                  </a:cubicBezTo>
                  <a:cubicBezTo>
                    <a:pt x="330" y="4"/>
                    <a:pt x="330" y="4"/>
                    <a:pt x="330" y="4"/>
                  </a:cubicBezTo>
                  <a:cubicBezTo>
                    <a:pt x="316" y="0"/>
                    <a:pt x="300" y="8"/>
                    <a:pt x="296" y="24"/>
                  </a:cubicBezTo>
                  <a:cubicBezTo>
                    <a:pt x="286" y="59"/>
                    <a:pt x="286" y="59"/>
                    <a:pt x="286" y="59"/>
                  </a:cubicBezTo>
                  <a:cubicBezTo>
                    <a:pt x="264" y="58"/>
                    <a:pt x="243" y="60"/>
                    <a:pt x="222" y="66"/>
                  </a:cubicBezTo>
                  <a:cubicBezTo>
                    <a:pt x="205" y="33"/>
                    <a:pt x="205" y="33"/>
                    <a:pt x="205" y="33"/>
                  </a:cubicBezTo>
                  <a:cubicBezTo>
                    <a:pt x="201" y="26"/>
                    <a:pt x="195" y="22"/>
                    <a:pt x="188" y="20"/>
                  </a:cubicBezTo>
                  <a:cubicBezTo>
                    <a:pt x="181" y="18"/>
                    <a:pt x="173" y="18"/>
                    <a:pt x="166" y="22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16" y="49"/>
                    <a:pt x="112" y="55"/>
                    <a:pt x="110" y="63"/>
                  </a:cubicBezTo>
                  <a:cubicBezTo>
                    <a:pt x="107" y="70"/>
                    <a:pt x="108" y="77"/>
                    <a:pt x="112" y="83"/>
                  </a:cubicBezTo>
                  <a:cubicBezTo>
                    <a:pt x="130" y="116"/>
                    <a:pt x="130" y="116"/>
                    <a:pt x="130" y="116"/>
                  </a:cubicBezTo>
                  <a:cubicBezTo>
                    <a:pt x="113" y="130"/>
                    <a:pt x="100" y="147"/>
                    <a:pt x="89" y="166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46" y="153"/>
                    <a:pt x="39" y="153"/>
                    <a:pt x="33" y="157"/>
                  </a:cubicBezTo>
                  <a:cubicBezTo>
                    <a:pt x="25" y="160"/>
                    <a:pt x="21" y="167"/>
                    <a:pt x="18" y="174"/>
                  </a:cubicBezTo>
                  <a:cubicBezTo>
                    <a:pt x="5" y="221"/>
                    <a:pt x="5" y="221"/>
                    <a:pt x="5" y="221"/>
                  </a:cubicBezTo>
                  <a:cubicBezTo>
                    <a:pt x="0" y="236"/>
                    <a:pt x="9" y="252"/>
                    <a:pt x="23" y="256"/>
                  </a:cubicBezTo>
                  <a:cubicBezTo>
                    <a:pt x="59" y="267"/>
                    <a:pt x="59" y="267"/>
                    <a:pt x="59" y="267"/>
                  </a:cubicBezTo>
                  <a:cubicBezTo>
                    <a:pt x="58" y="288"/>
                    <a:pt x="60" y="309"/>
                    <a:pt x="65" y="330"/>
                  </a:cubicBezTo>
                  <a:cubicBezTo>
                    <a:pt x="33" y="348"/>
                    <a:pt x="33" y="348"/>
                    <a:pt x="33" y="348"/>
                  </a:cubicBezTo>
                  <a:cubicBezTo>
                    <a:pt x="19" y="355"/>
                    <a:pt x="14" y="372"/>
                    <a:pt x="21" y="385"/>
                  </a:cubicBezTo>
                  <a:cubicBezTo>
                    <a:pt x="45" y="429"/>
                    <a:pt x="45" y="429"/>
                    <a:pt x="45" y="429"/>
                  </a:cubicBezTo>
                  <a:cubicBezTo>
                    <a:pt x="48" y="435"/>
                    <a:pt x="55" y="440"/>
                    <a:pt x="62" y="443"/>
                  </a:cubicBezTo>
                  <a:cubicBezTo>
                    <a:pt x="69" y="445"/>
                    <a:pt x="76" y="445"/>
                    <a:pt x="84" y="440"/>
                  </a:cubicBezTo>
                  <a:cubicBezTo>
                    <a:pt x="116" y="423"/>
                    <a:pt x="116" y="423"/>
                    <a:pt x="116" y="423"/>
                  </a:cubicBezTo>
                  <a:cubicBezTo>
                    <a:pt x="131" y="438"/>
                    <a:pt x="147" y="452"/>
                    <a:pt x="165" y="463"/>
                  </a:cubicBezTo>
                  <a:cubicBezTo>
                    <a:pt x="155" y="499"/>
                    <a:pt x="155" y="499"/>
                    <a:pt x="155" y="499"/>
                  </a:cubicBezTo>
                  <a:cubicBezTo>
                    <a:pt x="152" y="505"/>
                    <a:pt x="153" y="513"/>
                    <a:pt x="157" y="520"/>
                  </a:cubicBezTo>
                  <a:cubicBezTo>
                    <a:pt x="161" y="527"/>
                    <a:pt x="166" y="531"/>
                    <a:pt x="173" y="533"/>
                  </a:cubicBezTo>
                  <a:cubicBezTo>
                    <a:pt x="221" y="548"/>
                    <a:pt x="221" y="548"/>
                    <a:pt x="221" y="548"/>
                  </a:cubicBezTo>
                  <a:cubicBezTo>
                    <a:pt x="223" y="549"/>
                    <a:pt x="226" y="549"/>
                    <a:pt x="229" y="549"/>
                  </a:cubicBezTo>
                  <a:cubicBezTo>
                    <a:pt x="234" y="549"/>
                    <a:pt x="238" y="548"/>
                    <a:pt x="242" y="546"/>
                  </a:cubicBezTo>
                  <a:cubicBezTo>
                    <a:pt x="249" y="541"/>
                    <a:pt x="253" y="535"/>
                    <a:pt x="256" y="529"/>
                  </a:cubicBezTo>
                  <a:cubicBezTo>
                    <a:pt x="267" y="494"/>
                    <a:pt x="267" y="494"/>
                    <a:pt x="267" y="494"/>
                  </a:cubicBezTo>
                  <a:cubicBezTo>
                    <a:pt x="288" y="494"/>
                    <a:pt x="309" y="491"/>
                    <a:pt x="329" y="486"/>
                  </a:cubicBezTo>
                  <a:cubicBezTo>
                    <a:pt x="347" y="518"/>
                    <a:pt x="347" y="518"/>
                    <a:pt x="347" y="518"/>
                  </a:cubicBezTo>
                  <a:cubicBezTo>
                    <a:pt x="354" y="533"/>
                    <a:pt x="372" y="538"/>
                    <a:pt x="386" y="530"/>
                  </a:cubicBezTo>
                  <a:cubicBezTo>
                    <a:pt x="429" y="507"/>
                    <a:pt x="429" y="507"/>
                    <a:pt x="429" y="507"/>
                  </a:cubicBezTo>
                  <a:cubicBezTo>
                    <a:pt x="436" y="503"/>
                    <a:pt x="441" y="498"/>
                    <a:pt x="443" y="490"/>
                  </a:cubicBezTo>
                  <a:cubicBezTo>
                    <a:pt x="445" y="483"/>
                    <a:pt x="444" y="475"/>
                    <a:pt x="441" y="469"/>
                  </a:cubicBezTo>
                  <a:cubicBezTo>
                    <a:pt x="423" y="436"/>
                    <a:pt x="423" y="436"/>
                    <a:pt x="423" y="436"/>
                  </a:cubicBezTo>
                  <a:cubicBezTo>
                    <a:pt x="439" y="422"/>
                    <a:pt x="452" y="405"/>
                    <a:pt x="463" y="387"/>
                  </a:cubicBezTo>
                  <a:cubicBezTo>
                    <a:pt x="498" y="398"/>
                    <a:pt x="498" y="398"/>
                    <a:pt x="498" y="398"/>
                  </a:cubicBezTo>
                  <a:cubicBezTo>
                    <a:pt x="513" y="402"/>
                    <a:pt x="528" y="394"/>
                    <a:pt x="533" y="378"/>
                  </a:cubicBezTo>
                  <a:cubicBezTo>
                    <a:pt x="547" y="331"/>
                    <a:pt x="547" y="331"/>
                    <a:pt x="547" y="331"/>
                  </a:cubicBezTo>
                  <a:cubicBezTo>
                    <a:pt x="549" y="324"/>
                    <a:pt x="549" y="317"/>
                    <a:pt x="545" y="309"/>
                  </a:cubicBezTo>
                  <a:cubicBezTo>
                    <a:pt x="542" y="303"/>
                    <a:pt x="536" y="298"/>
                    <a:pt x="528" y="296"/>
                  </a:cubicBezTo>
                  <a:close/>
                  <a:moveTo>
                    <a:pt x="511" y="372"/>
                  </a:moveTo>
                  <a:lnTo>
                    <a:pt x="511" y="372"/>
                  </a:lnTo>
                  <a:cubicBezTo>
                    <a:pt x="510" y="375"/>
                    <a:pt x="507" y="376"/>
                    <a:pt x="504" y="375"/>
                  </a:cubicBezTo>
                  <a:cubicBezTo>
                    <a:pt x="451" y="359"/>
                    <a:pt x="451" y="359"/>
                    <a:pt x="451" y="359"/>
                  </a:cubicBezTo>
                  <a:cubicBezTo>
                    <a:pt x="447" y="368"/>
                    <a:pt x="447" y="368"/>
                    <a:pt x="447" y="368"/>
                  </a:cubicBezTo>
                  <a:cubicBezTo>
                    <a:pt x="436" y="389"/>
                    <a:pt x="420" y="408"/>
                    <a:pt x="400" y="425"/>
                  </a:cubicBezTo>
                  <a:cubicBezTo>
                    <a:pt x="393" y="431"/>
                    <a:pt x="393" y="431"/>
                    <a:pt x="393" y="431"/>
                  </a:cubicBezTo>
                  <a:cubicBezTo>
                    <a:pt x="420" y="480"/>
                    <a:pt x="420" y="480"/>
                    <a:pt x="420" y="480"/>
                  </a:cubicBezTo>
                  <a:cubicBezTo>
                    <a:pt x="421" y="481"/>
                    <a:pt x="420" y="483"/>
                    <a:pt x="420" y="483"/>
                  </a:cubicBezTo>
                  <a:cubicBezTo>
                    <a:pt x="420" y="484"/>
                    <a:pt x="419" y="485"/>
                    <a:pt x="418" y="486"/>
                  </a:cubicBezTo>
                  <a:cubicBezTo>
                    <a:pt x="374" y="510"/>
                    <a:pt x="374" y="510"/>
                    <a:pt x="374" y="510"/>
                  </a:cubicBezTo>
                  <a:cubicBezTo>
                    <a:pt x="372" y="511"/>
                    <a:pt x="369" y="510"/>
                    <a:pt x="368" y="508"/>
                  </a:cubicBezTo>
                  <a:cubicBezTo>
                    <a:pt x="341" y="459"/>
                    <a:pt x="341" y="459"/>
                    <a:pt x="341" y="459"/>
                  </a:cubicBezTo>
                  <a:cubicBezTo>
                    <a:pt x="332" y="461"/>
                    <a:pt x="332" y="461"/>
                    <a:pt x="332" y="461"/>
                  </a:cubicBezTo>
                  <a:cubicBezTo>
                    <a:pt x="309" y="469"/>
                    <a:pt x="284" y="472"/>
                    <a:pt x="259" y="470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34" y="522"/>
                    <a:pt x="234" y="522"/>
                    <a:pt x="234" y="522"/>
                  </a:cubicBezTo>
                  <a:cubicBezTo>
                    <a:pt x="233" y="524"/>
                    <a:pt x="232" y="525"/>
                    <a:pt x="232" y="525"/>
                  </a:cubicBezTo>
                  <a:cubicBezTo>
                    <a:pt x="231" y="525"/>
                    <a:pt x="229" y="526"/>
                    <a:pt x="227" y="525"/>
                  </a:cubicBezTo>
                  <a:cubicBezTo>
                    <a:pt x="181" y="511"/>
                    <a:pt x="181" y="511"/>
                    <a:pt x="181" y="511"/>
                  </a:cubicBezTo>
                  <a:cubicBezTo>
                    <a:pt x="178" y="510"/>
                    <a:pt x="176" y="507"/>
                    <a:pt x="177" y="505"/>
                  </a:cubicBezTo>
                  <a:cubicBezTo>
                    <a:pt x="193" y="452"/>
                    <a:pt x="193" y="452"/>
                    <a:pt x="193" y="452"/>
                  </a:cubicBezTo>
                  <a:cubicBezTo>
                    <a:pt x="185" y="447"/>
                    <a:pt x="185" y="447"/>
                    <a:pt x="185" y="447"/>
                  </a:cubicBezTo>
                  <a:cubicBezTo>
                    <a:pt x="163" y="435"/>
                    <a:pt x="143" y="420"/>
                    <a:pt x="127" y="401"/>
                  </a:cubicBezTo>
                  <a:cubicBezTo>
                    <a:pt x="121" y="394"/>
                    <a:pt x="121" y="394"/>
                    <a:pt x="121" y="394"/>
                  </a:cubicBezTo>
                  <a:cubicBezTo>
                    <a:pt x="72" y="420"/>
                    <a:pt x="72" y="420"/>
                    <a:pt x="72" y="420"/>
                  </a:cubicBezTo>
                  <a:cubicBezTo>
                    <a:pt x="70" y="421"/>
                    <a:pt x="67" y="420"/>
                    <a:pt x="66" y="418"/>
                  </a:cubicBezTo>
                  <a:cubicBezTo>
                    <a:pt x="42" y="375"/>
                    <a:pt x="42" y="375"/>
                    <a:pt x="42" y="375"/>
                  </a:cubicBezTo>
                  <a:cubicBezTo>
                    <a:pt x="41" y="373"/>
                    <a:pt x="42" y="369"/>
                    <a:pt x="44" y="368"/>
                  </a:cubicBezTo>
                  <a:cubicBezTo>
                    <a:pt x="93" y="342"/>
                    <a:pt x="93" y="342"/>
                    <a:pt x="93" y="342"/>
                  </a:cubicBezTo>
                  <a:cubicBezTo>
                    <a:pt x="90" y="332"/>
                    <a:pt x="90" y="332"/>
                    <a:pt x="90" y="332"/>
                  </a:cubicBezTo>
                  <a:cubicBezTo>
                    <a:pt x="83" y="308"/>
                    <a:pt x="81" y="284"/>
                    <a:pt x="83" y="259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31" y="234"/>
                    <a:pt x="31" y="234"/>
                    <a:pt x="31" y="234"/>
                  </a:cubicBezTo>
                  <a:cubicBezTo>
                    <a:pt x="27" y="233"/>
                    <a:pt x="26" y="230"/>
                    <a:pt x="26" y="228"/>
                  </a:cubicBezTo>
                  <a:cubicBezTo>
                    <a:pt x="41" y="180"/>
                    <a:pt x="41" y="180"/>
                    <a:pt x="41" y="180"/>
                  </a:cubicBezTo>
                  <a:cubicBezTo>
                    <a:pt x="41" y="179"/>
                    <a:pt x="43" y="178"/>
                    <a:pt x="43" y="177"/>
                  </a:cubicBezTo>
                  <a:cubicBezTo>
                    <a:pt x="44" y="177"/>
                    <a:pt x="45" y="177"/>
                    <a:pt x="47" y="177"/>
                  </a:cubicBezTo>
                  <a:cubicBezTo>
                    <a:pt x="100" y="193"/>
                    <a:pt x="100" y="193"/>
                    <a:pt x="100" y="193"/>
                  </a:cubicBezTo>
                  <a:cubicBezTo>
                    <a:pt x="105" y="184"/>
                    <a:pt x="105" y="184"/>
                    <a:pt x="105" y="184"/>
                  </a:cubicBezTo>
                  <a:cubicBezTo>
                    <a:pt x="117" y="162"/>
                    <a:pt x="133" y="144"/>
                    <a:pt x="151" y="128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32" y="73"/>
                    <a:pt x="132" y="73"/>
                    <a:pt x="132" y="73"/>
                  </a:cubicBezTo>
                  <a:cubicBezTo>
                    <a:pt x="132" y="71"/>
                    <a:pt x="132" y="70"/>
                    <a:pt x="132" y="69"/>
                  </a:cubicBezTo>
                  <a:cubicBezTo>
                    <a:pt x="132" y="68"/>
                    <a:pt x="133" y="67"/>
                    <a:pt x="134" y="66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80" y="42"/>
                    <a:pt x="181" y="42"/>
                    <a:pt x="182" y="42"/>
                  </a:cubicBezTo>
                  <a:cubicBezTo>
                    <a:pt x="182" y="42"/>
                    <a:pt x="184" y="43"/>
                    <a:pt x="184" y="44"/>
                  </a:cubicBezTo>
                  <a:cubicBezTo>
                    <a:pt x="211" y="94"/>
                    <a:pt x="211" y="94"/>
                    <a:pt x="211" y="94"/>
                  </a:cubicBezTo>
                  <a:cubicBezTo>
                    <a:pt x="220" y="91"/>
                    <a:pt x="220" y="91"/>
                    <a:pt x="220" y="91"/>
                  </a:cubicBezTo>
                  <a:cubicBezTo>
                    <a:pt x="244" y="83"/>
                    <a:pt x="268" y="81"/>
                    <a:pt x="293" y="83"/>
                  </a:cubicBezTo>
                  <a:cubicBezTo>
                    <a:pt x="302" y="83"/>
                    <a:pt x="302" y="83"/>
                    <a:pt x="302" y="83"/>
                  </a:cubicBezTo>
                  <a:cubicBezTo>
                    <a:pt x="318" y="30"/>
                    <a:pt x="318" y="30"/>
                    <a:pt x="318" y="30"/>
                  </a:cubicBezTo>
                  <a:cubicBezTo>
                    <a:pt x="319" y="28"/>
                    <a:pt x="322" y="26"/>
                    <a:pt x="324" y="27"/>
                  </a:cubicBezTo>
                  <a:cubicBezTo>
                    <a:pt x="372" y="42"/>
                    <a:pt x="372" y="42"/>
                    <a:pt x="372" y="42"/>
                  </a:cubicBezTo>
                  <a:cubicBezTo>
                    <a:pt x="374" y="42"/>
                    <a:pt x="375" y="45"/>
                    <a:pt x="375" y="47"/>
                  </a:cubicBezTo>
                  <a:cubicBezTo>
                    <a:pt x="359" y="101"/>
                    <a:pt x="359" y="101"/>
                    <a:pt x="359" y="101"/>
                  </a:cubicBezTo>
                  <a:cubicBezTo>
                    <a:pt x="367" y="105"/>
                    <a:pt x="367" y="105"/>
                    <a:pt x="367" y="105"/>
                  </a:cubicBezTo>
                  <a:cubicBezTo>
                    <a:pt x="389" y="117"/>
                    <a:pt x="409" y="132"/>
                    <a:pt x="424" y="151"/>
                  </a:cubicBezTo>
                  <a:cubicBezTo>
                    <a:pt x="430" y="158"/>
                    <a:pt x="430" y="158"/>
                    <a:pt x="430" y="158"/>
                  </a:cubicBezTo>
                  <a:cubicBezTo>
                    <a:pt x="479" y="132"/>
                    <a:pt x="479" y="132"/>
                    <a:pt x="479" y="132"/>
                  </a:cubicBezTo>
                  <a:cubicBezTo>
                    <a:pt x="481" y="131"/>
                    <a:pt x="485" y="132"/>
                    <a:pt x="486" y="134"/>
                  </a:cubicBezTo>
                  <a:cubicBezTo>
                    <a:pt x="510" y="178"/>
                    <a:pt x="510" y="178"/>
                    <a:pt x="510" y="178"/>
                  </a:cubicBezTo>
                  <a:cubicBezTo>
                    <a:pt x="511" y="180"/>
                    <a:pt x="510" y="183"/>
                    <a:pt x="507" y="184"/>
                  </a:cubicBezTo>
                  <a:cubicBezTo>
                    <a:pt x="459" y="210"/>
                    <a:pt x="459" y="210"/>
                    <a:pt x="459" y="210"/>
                  </a:cubicBezTo>
                  <a:cubicBezTo>
                    <a:pt x="462" y="220"/>
                    <a:pt x="462" y="220"/>
                    <a:pt x="462" y="220"/>
                  </a:cubicBezTo>
                  <a:cubicBezTo>
                    <a:pt x="469" y="244"/>
                    <a:pt x="471" y="269"/>
                    <a:pt x="469" y="293"/>
                  </a:cubicBezTo>
                  <a:cubicBezTo>
                    <a:pt x="468" y="302"/>
                    <a:pt x="468" y="302"/>
                    <a:pt x="468" y="302"/>
                  </a:cubicBezTo>
                  <a:cubicBezTo>
                    <a:pt x="522" y="319"/>
                    <a:pt x="522" y="319"/>
                    <a:pt x="522" y="319"/>
                  </a:cubicBezTo>
                  <a:cubicBezTo>
                    <a:pt x="524" y="319"/>
                    <a:pt x="525" y="322"/>
                    <a:pt x="525" y="325"/>
                  </a:cubicBezTo>
                  <a:lnTo>
                    <a:pt x="511" y="372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37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B126BFBF-5729-4F14-F39C-D1032A491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0763" y="4524495"/>
              <a:ext cx="103727" cy="100022"/>
            </a:xfrm>
            <a:custGeom>
              <a:avLst/>
              <a:gdLst>
                <a:gd name="T0" fmla="*/ 152 w 248"/>
                <a:gd name="T1" fmla="*/ 10 h 236"/>
                <a:gd name="T2" fmla="*/ 152 w 248"/>
                <a:gd name="T3" fmla="*/ 10 h 236"/>
                <a:gd name="T4" fmla="*/ 64 w 248"/>
                <a:gd name="T5" fmla="*/ 19 h 236"/>
                <a:gd name="T6" fmla="*/ 8 w 248"/>
                <a:gd name="T7" fmla="*/ 87 h 236"/>
                <a:gd name="T8" fmla="*/ 17 w 248"/>
                <a:gd name="T9" fmla="*/ 175 h 236"/>
                <a:gd name="T10" fmla="*/ 86 w 248"/>
                <a:gd name="T11" fmla="*/ 230 h 236"/>
                <a:gd name="T12" fmla="*/ 119 w 248"/>
                <a:gd name="T13" fmla="*/ 235 h 236"/>
                <a:gd name="T14" fmla="*/ 173 w 248"/>
                <a:gd name="T15" fmla="*/ 222 h 236"/>
                <a:gd name="T16" fmla="*/ 230 w 248"/>
                <a:gd name="T17" fmla="*/ 153 h 236"/>
                <a:gd name="T18" fmla="*/ 152 w 248"/>
                <a:gd name="T19" fmla="*/ 10 h 236"/>
                <a:gd name="T20" fmla="*/ 207 w 248"/>
                <a:gd name="T21" fmla="*/ 146 h 236"/>
                <a:gd name="T22" fmla="*/ 207 w 248"/>
                <a:gd name="T23" fmla="*/ 146 h 236"/>
                <a:gd name="T24" fmla="*/ 163 w 248"/>
                <a:gd name="T25" fmla="*/ 201 h 236"/>
                <a:gd name="T26" fmla="*/ 92 w 248"/>
                <a:gd name="T27" fmla="*/ 208 h 236"/>
                <a:gd name="T28" fmla="*/ 38 w 248"/>
                <a:gd name="T29" fmla="*/ 164 h 236"/>
                <a:gd name="T30" fmla="*/ 31 w 248"/>
                <a:gd name="T31" fmla="*/ 94 h 236"/>
                <a:gd name="T32" fmla="*/ 75 w 248"/>
                <a:gd name="T33" fmla="*/ 39 h 236"/>
                <a:gd name="T34" fmla="*/ 118 w 248"/>
                <a:gd name="T35" fmla="*/ 28 h 236"/>
                <a:gd name="T36" fmla="*/ 145 w 248"/>
                <a:gd name="T37" fmla="*/ 31 h 236"/>
                <a:gd name="T38" fmla="*/ 207 w 248"/>
                <a:gd name="T39" fmla="*/ 14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8" h="236">
                  <a:moveTo>
                    <a:pt x="152" y="10"/>
                  </a:moveTo>
                  <a:lnTo>
                    <a:pt x="152" y="10"/>
                  </a:lnTo>
                  <a:cubicBezTo>
                    <a:pt x="122" y="0"/>
                    <a:pt x="91" y="3"/>
                    <a:pt x="64" y="19"/>
                  </a:cubicBezTo>
                  <a:cubicBezTo>
                    <a:pt x="37" y="34"/>
                    <a:pt x="17" y="57"/>
                    <a:pt x="8" y="87"/>
                  </a:cubicBezTo>
                  <a:cubicBezTo>
                    <a:pt x="0" y="117"/>
                    <a:pt x="3" y="148"/>
                    <a:pt x="17" y="175"/>
                  </a:cubicBezTo>
                  <a:cubicBezTo>
                    <a:pt x="32" y="202"/>
                    <a:pt x="57" y="222"/>
                    <a:pt x="86" y="230"/>
                  </a:cubicBezTo>
                  <a:cubicBezTo>
                    <a:pt x="96" y="234"/>
                    <a:pt x="108" y="235"/>
                    <a:pt x="119" y="235"/>
                  </a:cubicBezTo>
                  <a:cubicBezTo>
                    <a:pt x="138" y="235"/>
                    <a:pt x="157" y="231"/>
                    <a:pt x="173" y="222"/>
                  </a:cubicBezTo>
                  <a:cubicBezTo>
                    <a:pt x="201" y="207"/>
                    <a:pt x="220" y="182"/>
                    <a:pt x="230" y="153"/>
                  </a:cubicBezTo>
                  <a:cubicBezTo>
                    <a:pt x="247" y="92"/>
                    <a:pt x="213" y="27"/>
                    <a:pt x="152" y="10"/>
                  </a:cubicBezTo>
                  <a:close/>
                  <a:moveTo>
                    <a:pt x="207" y="146"/>
                  </a:moveTo>
                  <a:lnTo>
                    <a:pt x="207" y="146"/>
                  </a:lnTo>
                  <a:cubicBezTo>
                    <a:pt x="201" y="170"/>
                    <a:pt x="184" y="190"/>
                    <a:pt x="163" y="201"/>
                  </a:cubicBezTo>
                  <a:cubicBezTo>
                    <a:pt x="141" y="213"/>
                    <a:pt x="116" y="216"/>
                    <a:pt x="92" y="208"/>
                  </a:cubicBezTo>
                  <a:cubicBezTo>
                    <a:pt x="69" y="201"/>
                    <a:pt x="50" y="186"/>
                    <a:pt x="38" y="164"/>
                  </a:cubicBezTo>
                  <a:cubicBezTo>
                    <a:pt x="26" y="142"/>
                    <a:pt x="24" y="118"/>
                    <a:pt x="31" y="94"/>
                  </a:cubicBezTo>
                  <a:cubicBezTo>
                    <a:pt x="38" y="70"/>
                    <a:pt x="54" y="51"/>
                    <a:pt x="75" y="39"/>
                  </a:cubicBezTo>
                  <a:cubicBezTo>
                    <a:pt x="89" y="31"/>
                    <a:pt x="104" y="28"/>
                    <a:pt x="118" y="28"/>
                  </a:cubicBezTo>
                  <a:cubicBezTo>
                    <a:pt x="128" y="28"/>
                    <a:pt x="136" y="29"/>
                    <a:pt x="145" y="31"/>
                  </a:cubicBezTo>
                  <a:cubicBezTo>
                    <a:pt x="194" y="46"/>
                    <a:pt x="221" y="98"/>
                    <a:pt x="207" y="146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37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629F59D2-45BC-E54B-8177-005C836AA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7819" y="4352234"/>
              <a:ext cx="168556" cy="168556"/>
            </a:xfrm>
            <a:custGeom>
              <a:avLst/>
              <a:gdLst>
                <a:gd name="T0" fmla="*/ 392 w 401"/>
                <a:gd name="T1" fmla="*/ 163 h 400"/>
                <a:gd name="T2" fmla="*/ 352 w 401"/>
                <a:gd name="T3" fmla="*/ 156 h 400"/>
                <a:gd name="T4" fmla="*/ 353 w 401"/>
                <a:gd name="T5" fmla="*/ 102 h 400"/>
                <a:gd name="T6" fmla="*/ 352 w 401"/>
                <a:gd name="T7" fmla="*/ 69 h 400"/>
                <a:gd name="T8" fmla="*/ 310 w 401"/>
                <a:gd name="T9" fmla="*/ 37 h 400"/>
                <a:gd name="T10" fmla="*/ 293 w 401"/>
                <a:gd name="T11" fmla="*/ 45 h 400"/>
                <a:gd name="T12" fmla="*/ 239 w 401"/>
                <a:gd name="T13" fmla="*/ 47 h 400"/>
                <a:gd name="T14" fmla="*/ 232 w 401"/>
                <a:gd name="T15" fmla="*/ 6 h 400"/>
                <a:gd name="T16" fmla="*/ 180 w 401"/>
                <a:gd name="T17" fmla="*/ 0 h 400"/>
                <a:gd name="T18" fmla="*/ 157 w 401"/>
                <a:gd name="T19" fmla="*/ 24 h 400"/>
                <a:gd name="T20" fmla="*/ 120 w 401"/>
                <a:gd name="T21" fmla="*/ 63 h 400"/>
                <a:gd name="T22" fmla="*/ 86 w 401"/>
                <a:gd name="T23" fmla="*/ 41 h 400"/>
                <a:gd name="T24" fmla="*/ 45 w 401"/>
                <a:gd name="T25" fmla="*/ 72 h 400"/>
                <a:gd name="T26" fmla="*/ 46 w 401"/>
                <a:gd name="T27" fmla="*/ 105 h 400"/>
                <a:gd name="T28" fmla="*/ 47 w 401"/>
                <a:gd name="T29" fmla="*/ 160 h 400"/>
                <a:gd name="T30" fmla="*/ 7 w 401"/>
                <a:gd name="T31" fmla="*/ 168 h 400"/>
                <a:gd name="T32" fmla="*/ 1 w 401"/>
                <a:gd name="T33" fmla="*/ 219 h 400"/>
                <a:gd name="T34" fmla="*/ 24 w 401"/>
                <a:gd name="T35" fmla="*/ 243 h 400"/>
                <a:gd name="T36" fmla="*/ 64 w 401"/>
                <a:gd name="T37" fmla="*/ 279 h 400"/>
                <a:gd name="T38" fmla="*/ 40 w 401"/>
                <a:gd name="T39" fmla="*/ 313 h 400"/>
                <a:gd name="T40" fmla="*/ 73 w 401"/>
                <a:gd name="T41" fmla="*/ 354 h 400"/>
                <a:gd name="T42" fmla="*/ 106 w 401"/>
                <a:gd name="T43" fmla="*/ 354 h 400"/>
                <a:gd name="T44" fmla="*/ 160 w 401"/>
                <a:gd name="T45" fmla="*/ 352 h 400"/>
                <a:gd name="T46" fmla="*/ 184 w 401"/>
                <a:gd name="T47" fmla="*/ 399 h 400"/>
                <a:gd name="T48" fmla="*/ 219 w 401"/>
                <a:gd name="T49" fmla="*/ 399 h 400"/>
                <a:gd name="T50" fmla="*/ 242 w 401"/>
                <a:gd name="T51" fmla="*/ 351 h 400"/>
                <a:gd name="T52" fmla="*/ 297 w 401"/>
                <a:gd name="T53" fmla="*/ 352 h 400"/>
                <a:gd name="T54" fmla="*/ 330 w 401"/>
                <a:gd name="T55" fmla="*/ 352 h 400"/>
                <a:gd name="T56" fmla="*/ 355 w 401"/>
                <a:gd name="T57" fmla="*/ 294 h 400"/>
                <a:gd name="T58" fmla="*/ 353 w 401"/>
                <a:gd name="T59" fmla="*/ 238 h 400"/>
                <a:gd name="T60" fmla="*/ 392 w 401"/>
                <a:gd name="T61" fmla="*/ 231 h 400"/>
                <a:gd name="T62" fmla="*/ 400 w 401"/>
                <a:gd name="T63" fmla="*/ 179 h 400"/>
                <a:gd name="T64" fmla="*/ 334 w 401"/>
                <a:gd name="T65" fmla="*/ 215 h 400"/>
                <a:gd name="T66" fmla="*/ 332 w 401"/>
                <a:gd name="T67" fmla="*/ 225 h 400"/>
                <a:gd name="T68" fmla="*/ 308 w 401"/>
                <a:gd name="T69" fmla="*/ 280 h 400"/>
                <a:gd name="T70" fmla="*/ 313 w 401"/>
                <a:gd name="T71" fmla="*/ 335 h 400"/>
                <a:gd name="T72" fmla="*/ 275 w 401"/>
                <a:gd name="T73" fmla="*/ 310 h 400"/>
                <a:gd name="T74" fmla="*/ 218 w 401"/>
                <a:gd name="T75" fmla="*/ 333 h 400"/>
                <a:gd name="T76" fmla="*/ 184 w 401"/>
                <a:gd name="T77" fmla="*/ 376 h 400"/>
                <a:gd name="T78" fmla="*/ 175 w 401"/>
                <a:gd name="T79" fmla="*/ 331 h 400"/>
                <a:gd name="T80" fmla="*/ 120 w 401"/>
                <a:gd name="T81" fmla="*/ 307 h 400"/>
                <a:gd name="T82" fmla="*/ 64 w 401"/>
                <a:gd name="T83" fmla="*/ 312 h 400"/>
                <a:gd name="T84" fmla="*/ 88 w 401"/>
                <a:gd name="T85" fmla="*/ 275 h 400"/>
                <a:gd name="T86" fmla="*/ 66 w 401"/>
                <a:gd name="T87" fmla="*/ 219 h 400"/>
                <a:gd name="T88" fmla="*/ 24 w 401"/>
                <a:gd name="T89" fmla="*/ 183 h 400"/>
                <a:gd name="T90" fmla="*/ 67 w 401"/>
                <a:gd name="T91" fmla="*/ 174 h 400"/>
                <a:gd name="T92" fmla="*/ 92 w 401"/>
                <a:gd name="T93" fmla="*/ 119 h 400"/>
                <a:gd name="T94" fmla="*/ 86 w 401"/>
                <a:gd name="T95" fmla="*/ 63 h 400"/>
                <a:gd name="T96" fmla="*/ 125 w 401"/>
                <a:gd name="T97" fmla="*/ 87 h 400"/>
                <a:gd name="T98" fmla="*/ 181 w 401"/>
                <a:gd name="T99" fmla="*/ 66 h 400"/>
                <a:gd name="T100" fmla="*/ 215 w 401"/>
                <a:gd name="T101" fmla="*/ 23 h 400"/>
                <a:gd name="T102" fmla="*/ 226 w 401"/>
                <a:gd name="T103" fmla="*/ 68 h 400"/>
                <a:gd name="T104" fmla="*/ 281 w 401"/>
                <a:gd name="T105" fmla="*/ 92 h 400"/>
                <a:gd name="T106" fmla="*/ 336 w 401"/>
                <a:gd name="T107" fmla="*/ 85 h 400"/>
                <a:gd name="T108" fmla="*/ 311 w 401"/>
                <a:gd name="T109" fmla="*/ 124 h 400"/>
                <a:gd name="T110" fmla="*/ 333 w 401"/>
                <a:gd name="T111" fmla="*/ 180 h 400"/>
                <a:gd name="T112" fmla="*/ 376 w 401"/>
                <a:gd name="T113" fmla="*/ 215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01" h="400">
                  <a:moveTo>
                    <a:pt x="392" y="163"/>
                  </a:moveTo>
                  <a:lnTo>
                    <a:pt x="392" y="163"/>
                  </a:lnTo>
                  <a:cubicBezTo>
                    <a:pt x="387" y="158"/>
                    <a:pt x="381" y="156"/>
                    <a:pt x="376" y="156"/>
                  </a:cubicBezTo>
                  <a:cubicBezTo>
                    <a:pt x="352" y="156"/>
                    <a:pt x="352" y="156"/>
                    <a:pt x="352" y="156"/>
                  </a:cubicBezTo>
                  <a:cubicBezTo>
                    <a:pt x="349" y="144"/>
                    <a:pt x="342" y="131"/>
                    <a:pt x="336" y="119"/>
                  </a:cubicBezTo>
                  <a:cubicBezTo>
                    <a:pt x="353" y="102"/>
                    <a:pt x="353" y="102"/>
                    <a:pt x="353" y="102"/>
                  </a:cubicBezTo>
                  <a:cubicBezTo>
                    <a:pt x="357" y="98"/>
                    <a:pt x="359" y="92"/>
                    <a:pt x="359" y="85"/>
                  </a:cubicBezTo>
                  <a:cubicBezTo>
                    <a:pt x="359" y="79"/>
                    <a:pt x="357" y="74"/>
                    <a:pt x="352" y="69"/>
                  </a:cubicBezTo>
                  <a:cubicBezTo>
                    <a:pt x="327" y="45"/>
                    <a:pt x="327" y="45"/>
                    <a:pt x="327" y="45"/>
                  </a:cubicBezTo>
                  <a:cubicBezTo>
                    <a:pt x="323" y="41"/>
                    <a:pt x="316" y="37"/>
                    <a:pt x="310" y="37"/>
                  </a:cubicBezTo>
                  <a:lnTo>
                    <a:pt x="310" y="37"/>
                  </a:lnTo>
                  <a:cubicBezTo>
                    <a:pt x="304" y="37"/>
                    <a:pt x="298" y="41"/>
                    <a:pt x="293" y="45"/>
                  </a:cubicBezTo>
                  <a:cubicBezTo>
                    <a:pt x="277" y="61"/>
                    <a:pt x="277" y="61"/>
                    <a:pt x="277" y="61"/>
                  </a:cubicBezTo>
                  <a:cubicBezTo>
                    <a:pt x="265" y="55"/>
                    <a:pt x="253" y="50"/>
                    <a:pt x="239" y="47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39" y="17"/>
                    <a:pt x="236" y="10"/>
                    <a:pt x="232" y="6"/>
                  </a:cubicBezTo>
                  <a:cubicBezTo>
                    <a:pt x="228" y="2"/>
                    <a:pt x="222" y="0"/>
                    <a:pt x="215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74" y="0"/>
                    <a:pt x="168" y="2"/>
                    <a:pt x="163" y="7"/>
                  </a:cubicBezTo>
                  <a:cubicBezTo>
                    <a:pt x="159" y="11"/>
                    <a:pt x="157" y="18"/>
                    <a:pt x="157" y="24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45" y="51"/>
                    <a:pt x="131" y="56"/>
                    <a:pt x="120" y="63"/>
                  </a:cubicBezTo>
                  <a:cubicBezTo>
                    <a:pt x="103" y="47"/>
                    <a:pt x="103" y="47"/>
                    <a:pt x="103" y="47"/>
                  </a:cubicBezTo>
                  <a:cubicBezTo>
                    <a:pt x="99" y="43"/>
                    <a:pt x="91" y="41"/>
                    <a:pt x="86" y="41"/>
                  </a:cubicBezTo>
                  <a:cubicBezTo>
                    <a:pt x="80" y="41"/>
                    <a:pt x="74" y="43"/>
                    <a:pt x="70" y="47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0" y="77"/>
                    <a:pt x="38" y="82"/>
                    <a:pt x="38" y="88"/>
                  </a:cubicBezTo>
                  <a:cubicBezTo>
                    <a:pt x="38" y="95"/>
                    <a:pt x="40" y="101"/>
                    <a:pt x="46" y="105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56" y="134"/>
                    <a:pt x="51" y="147"/>
                    <a:pt x="47" y="160"/>
                  </a:cubicBezTo>
                  <a:cubicBezTo>
                    <a:pt x="24" y="160"/>
                    <a:pt x="24" y="160"/>
                    <a:pt x="24" y="160"/>
                  </a:cubicBezTo>
                  <a:cubicBezTo>
                    <a:pt x="17" y="160"/>
                    <a:pt x="11" y="162"/>
                    <a:pt x="7" y="168"/>
                  </a:cubicBezTo>
                  <a:cubicBezTo>
                    <a:pt x="3" y="172"/>
                    <a:pt x="0" y="178"/>
                    <a:pt x="0" y="184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25"/>
                    <a:pt x="3" y="231"/>
                    <a:pt x="7" y="235"/>
                  </a:cubicBezTo>
                  <a:cubicBezTo>
                    <a:pt x="12" y="239"/>
                    <a:pt x="17" y="243"/>
                    <a:pt x="24" y="243"/>
                  </a:cubicBezTo>
                  <a:cubicBezTo>
                    <a:pt x="48" y="241"/>
                    <a:pt x="48" y="241"/>
                    <a:pt x="48" y="241"/>
                  </a:cubicBezTo>
                  <a:cubicBezTo>
                    <a:pt x="52" y="255"/>
                    <a:pt x="57" y="268"/>
                    <a:pt x="64" y="279"/>
                  </a:cubicBezTo>
                  <a:cubicBezTo>
                    <a:pt x="48" y="297"/>
                    <a:pt x="48" y="297"/>
                    <a:pt x="48" y="297"/>
                  </a:cubicBezTo>
                  <a:cubicBezTo>
                    <a:pt x="42" y="301"/>
                    <a:pt x="40" y="307"/>
                    <a:pt x="40" y="313"/>
                  </a:cubicBezTo>
                  <a:cubicBezTo>
                    <a:pt x="40" y="320"/>
                    <a:pt x="44" y="325"/>
                    <a:pt x="48" y="329"/>
                  </a:cubicBezTo>
                  <a:cubicBezTo>
                    <a:pt x="73" y="354"/>
                    <a:pt x="73" y="354"/>
                    <a:pt x="73" y="354"/>
                  </a:cubicBezTo>
                  <a:cubicBezTo>
                    <a:pt x="77" y="358"/>
                    <a:pt x="83" y="361"/>
                    <a:pt x="89" y="361"/>
                  </a:cubicBezTo>
                  <a:cubicBezTo>
                    <a:pt x="96" y="361"/>
                    <a:pt x="102" y="358"/>
                    <a:pt x="106" y="354"/>
                  </a:cubicBezTo>
                  <a:cubicBezTo>
                    <a:pt x="123" y="337"/>
                    <a:pt x="123" y="337"/>
                    <a:pt x="123" y="337"/>
                  </a:cubicBezTo>
                  <a:cubicBezTo>
                    <a:pt x="134" y="344"/>
                    <a:pt x="148" y="349"/>
                    <a:pt x="160" y="352"/>
                  </a:cubicBezTo>
                  <a:cubicBezTo>
                    <a:pt x="161" y="376"/>
                    <a:pt x="161" y="376"/>
                    <a:pt x="161" y="376"/>
                  </a:cubicBezTo>
                  <a:cubicBezTo>
                    <a:pt x="161" y="388"/>
                    <a:pt x="172" y="399"/>
                    <a:pt x="184" y="399"/>
                  </a:cubicBezTo>
                  <a:lnTo>
                    <a:pt x="184" y="399"/>
                  </a:lnTo>
                  <a:cubicBezTo>
                    <a:pt x="219" y="399"/>
                    <a:pt x="219" y="399"/>
                    <a:pt x="219" y="399"/>
                  </a:cubicBezTo>
                  <a:cubicBezTo>
                    <a:pt x="232" y="399"/>
                    <a:pt x="242" y="387"/>
                    <a:pt x="242" y="375"/>
                  </a:cubicBezTo>
                  <a:cubicBezTo>
                    <a:pt x="242" y="351"/>
                    <a:pt x="242" y="351"/>
                    <a:pt x="242" y="351"/>
                  </a:cubicBezTo>
                  <a:cubicBezTo>
                    <a:pt x="256" y="348"/>
                    <a:pt x="268" y="342"/>
                    <a:pt x="280" y="335"/>
                  </a:cubicBezTo>
                  <a:cubicBezTo>
                    <a:pt x="297" y="352"/>
                    <a:pt x="297" y="352"/>
                    <a:pt x="297" y="352"/>
                  </a:cubicBezTo>
                  <a:cubicBezTo>
                    <a:pt x="302" y="356"/>
                    <a:pt x="308" y="358"/>
                    <a:pt x="313" y="358"/>
                  </a:cubicBezTo>
                  <a:cubicBezTo>
                    <a:pt x="319" y="358"/>
                    <a:pt x="326" y="356"/>
                    <a:pt x="330" y="352"/>
                  </a:cubicBezTo>
                  <a:cubicBezTo>
                    <a:pt x="355" y="326"/>
                    <a:pt x="355" y="326"/>
                    <a:pt x="355" y="326"/>
                  </a:cubicBezTo>
                  <a:cubicBezTo>
                    <a:pt x="364" y="316"/>
                    <a:pt x="363" y="302"/>
                    <a:pt x="355" y="294"/>
                  </a:cubicBezTo>
                  <a:cubicBezTo>
                    <a:pt x="337" y="277"/>
                    <a:pt x="337" y="277"/>
                    <a:pt x="337" y="277"/>
                  </a:cubicBezTo>
                  <a:cubicBezTo>
                    <a:pt x="344" y="264"/>
                    <a:pt x="350" y="252"/>
                    <a:pt x="353" y="238"/>
                  </a:cubicBezTo>
                  <a:cubicBezTo>
                    <a:pt x="377" y="238"/>
                    <a:pt x="377" y="238"/>
                    <a:pt x="377" y="238"/>
                  </a:cubicBezTo>
                  <a:cubicBezTo>
                    <a:pt x="383" y="238"/>
                    <a:pt x="388" y="236"/>
                    <a:pt x="392" y="231"/>
                  </a:cubicBezTo>
                  <a:cubicBezTo>
                    <a:pt x="398" y="227"/>
                    <a:pt x="400" y="221"/>
                    <a:pt x="400" y="214"/>
                  </a:cubicBezTo>
                  <a:cubicBezTo>
                    <a:pt x="400" y="179"/>
                    <a:pt x="400" y="179"/>
                    <a:pt x="400" y="179"/>
                  </a:cubicBezTo>
                  <a:cubicBezTo>
                    <a:pt x="399" y="173"/>
                    <a:pt x="396" y="168"/>
                    <a:pt x="392" y="163"/>
                  </a:cubicBezTo>
                  <a:close/>
                  <a:moveTo>
                    <a:pt x="334" y="215"/>
                  </a:moveTo>
                  <a:lnTo>
                    <a:pt x="334" y="215"/>
                  </a:lnTo>
                  <a:cubicBezTo>
                    <a:pt x="332" y="225"/>
                    <a:pt x="332" y="225"/>
                    <a:pt x="332" y="225"/>
                  </a:cubicBezTo>
                  <a:cubicBezTo>
                    <a:pt x="329" y="241"/>
                    <a:pt x="323" y="257"/>
                    <a:pt x="313" y="272"/>
                  </a:cubicBezTo>
                  <a:cubicBezTo>
                    <a:pt x="308" y="280"/>
                    <a:pt x="308" y="280"/>
                    <a:pt x="308" y="280"/>
                  </a:cubicBezTo>
                  <a:cubicBezTo>
                    <a:pt x="338" y="310"/>
                    <a:pt x="338" y="310"/>
                    <a:pt x="338" y="310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283" y="305"/>
                    <a:pt x="283" y="305"/>
                    <a:pt x="283" y="305"/>
                  </a:cubicBezTo>
                  <a:cubicBezTo>
                    <a:pt x="275" y="310"/>
                    <a:pt x="275" y="310"/>
                    <a:pt x="275" y="310"/>
                  </a:cubicBezTo>
                  <a:cubicBezTo>
                    <a:pt x="261" y="321"/>
                    <a:pt x="244" y="327"/>
                    <a:pt x="228" y="331"/>
                  </a:cubicBezTo>
                  <a:cubicBezTo>
                    <a:pt x="218" y="333"/>
                    <a:pt x="218" y="333"/>
                    <a:pt x="218" y="333"/>
                  </a:cubicBezTo>
                  <a:cubicBezTo>
                    <a:pt x="219" y="375"/>
                    <a:pt x="219" y="375"/>
                    <a:pt x="219" y="375"/>
                  </a:cubicBezTo>
                  <a:cubicBezTo>
                    <a:pt x="184" y="376"/>
                    <a:pt x="184" y="376"/>
                    <a:pt x="184" y="376"/>
                  </a:cubicBezTo>
                  <a:cubicBezTo>
                    <a:pt x="184" y="333"/>
                    <a:pt x="184" y="333"/>
                    <a:pt x="184" y="333"/>
                  </a:cubicBezTo>
                  <a:cubicBezTo>
                    <a:pt x="175" y="331"/>
                    <a:pt x="175" y="331"/>
                    <a:pt x="175" y="331"/>
                  </a:cubicBezTo>
                  <a:cubicBezTo>
                    <a:pt x="157" y="328"/>
                    <a:pt x="141" y="322"/>
                    <a:pt x="127" y="312"/>
                  </a:cubicBezTo>
                  <a:cubicBezTo>
                    <a:pt x="120" y="307"/>
                    <a:pt x="120" y="307"/>
                    <a:pt x="120" y="307"/>
                  </a:cubicBezTo>
                  <a:cubicBezTo>
                    <a:pt x="89" y="337"/>
                    <a:pt x="89" y="337"/>
                    <a:pt x="89" y="337"/>
                  </a:cubicBezTo>
                  <a:cubicBezTo>
                    <a:pt x="64" y="312"/>
                    <a:pt x="64" y="312"/>
                    <a:pt x="64" y="312"/>
                  </a:cubicBezTo>
                  <a:cubicBezTo>
                    <a:pt x="94" y="282"/>
                    <a:pt x="94" y="282"/>
                    <a:pt x="94" y="282"/>
                  </a:cubicBezTo>
                  <a:cubicBezTo>
                    <a:pt x="88" y="275"/>
                    <a:pt x="88" y="275"/>
                    <a:pt x="88" y="275"/>
                  </a:cubicBezTo>
                  <a:cubicBezTo>
                    <a:pt x="79" y="260"/>
                    <a:pt x="72" y="245"/>
                    <a:pt x="69" y="228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24" y="219"/>
                    <a:pt x="24" y="219"/>
                    <a:pt x="24" y="219"/>
                  </a:cubicBezTo>
                  <a:cubicBezTo>
                    <a:pt x="24" y="183"/>
                    <a:pt x="24" y="183"/>
                    <a:pt x="24" y="183"/>
                  </a:cubicBezTo>
                  <a:cubicBezTo>
                    <a:pt x="66" y="183"/>
                    <a:pt x="66" y="183"/>
                    <a:pt x="66" y="183"/>
                  </a:cubicBezTo>
                  <a:cubicBezTo>
                    <a:pt x="67" y="174"/>
                    <a:pt x="67" y="174"/>
                    <a:pt x="67" y="174"/>
                  </a:cubicBezTo>
                  <a:cubicBezTo>
                    <a:pt x="71" y="157"/>
                    <a:pt x="78" y="141"/>
                    <a:pt x="87" y="126"/>
                  </a:cubicBezTo>
                  <a:cubicBezTo>
                    <a:pt x="92" y="119"/>
                    <a:pt x="92" y="119"/>
                    <a:pt x="92" y="119"/>
                  </a:cubicBezTo>
                  <a:cubicBezTo>
                    <a:pt x="61" y="88"/>
                    <a:pt x="61" y="88"/>
                    <a:pt x="61" y="88"/>
                  </a:cubicBezTo>
                  <a:cubicBezTo>
                    <a:pt x="86" y="63"/>
                    <a:pt x="86" y="63"/>
                    <a:pt x="86" y="63"/>
                  </a:cubicBezTo>
                  <a:cubicBezTo>
                    <a:pt x="116" y="94"/>
                    <a:pt x="116" y="94"/>
                    <a:pt x="116" y="94"/>
                  </a:cubicBezTo>
                  <a:cubicBezTo>
                    <a:pt x="125" y="87"/>
                    <a:pt x="125" y="87"/>
                    <a:pt x="125" y="87"/>
                  </a:cubicBezTo>
                  <a:cubicBezTo>
                    <a:pt x="139" y="78"/>
                    <a:pt x="155" y="72"/>
                    <a:pt x="172" y="68"/>
                  </a:cubicBezTo>
                  <a:cubicBezTo>
                    <a:pt x="181" y="66"/>
                    <a:pt x="181" y="66"/>
                    <a:pt x="181" y="66"/>
                  </a:cubicBezTo>
                  <a:cubicBezTo>
                    <a:pt x="180" y="23"/>
                    <a:pt x="180" y="23"/>
                    <a:pt x="180" y="23"/>
                  </a:cubicBezTo>
                  <a:cubicBezTo>
                    <a:pt x="215" y="23"/>
                    <a:pt x="215" y="23"/>
                    <a:pt x="215" y="23"/>
                  </a:cubicBezTo>
                  <a:cubicBezTo>
                    <a:pt x="216" y="66"/>
                    <a:pt x="216" y="66"/>
                    <a:pt x="216" y="66"/>
                  </a:cubicBezTo>
                  <a:cubicBezTo>
                    <a:pt x="226" y="68"/>
                    <a:pt x="226" y="68"/>
                    <a:pt x="226" y="68"/>
                  </a:cubicBezTo>
                  <a:cubicBezTo>
                    <a:pt x="242" y="71"/>
                    <a:pt x="258" y="77"/>
                    <a:pt x="273" y="86"/>
                  </a:cubicBezTo>
                  <a:cubicBezTo>
                    <a:pt x="281" y="92"/>
                    <a:pt x="281" y="92"/>
                    <a:pt x="281" y="92"/>
                  </a:cubicBezTo>
                  <a:cubicBezTo>
                    <a:pt x="310" y="61"/>
                    <a:pt x="310" y="61"/>
                    <a:pt x="310" y="61"/>
                  </a:cubicBezTo>
                  <a:cubicBezTo>
                    <a:pt x="336" y="85"/>
                    <a:pt x="336" y="85"/>
                    <a:pt x="336" y="85"/>
                  </a:cubicBezTo>
                  <a:cubicBezTo>
                    <a:pt x="306" y="117"/>
                    <a:pt x="306" y="117"/>
                    <a:pt x="306" y="117"/>
                  </a:cubicBezTo>
                  <a:cubicBezTo>
                    <a:pt x="311" y="124"/>
                    <a:pt x="311" y="124"/>
                    <a:pt x="311" y="124"/>
                  </a:cubicBezTo>
                  <a:cubicBezTo>
                    <a:pt x="320" y="138"/>
                    <a:pt x="328" y="154"/>
                    <a:pt x="331" y="171"/>
                  </a:cubicBezTo>
                  <a:cubicBezTo>
                    <a:pt x="333" y="180"/>
                    <a:pt x="333" y="180"/>
                    <a:pt x="333" y="180"/>
                  </a:cubicBezTo>
                  <a:cubicBezTo>
                    <a:pt x="376" y="180"/>
                    <a:pt x="376" y="180"/>
                    <a:pt x="376" y="180"/>
                  </a:cubicBezTo>
                  <a:cubicBezTo>
                    <a:pt x="376" y="215"/>
                    <a:pt x="376" y="215"/>
                    <a:pt x="376" y="215"/>
                  </a:cubicBezTo>
                  <a:lnTo>
                    <a:pt x="334" y="215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37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C0537657-90D3-53DF-505C-4069ADDAB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944" y="4413359"/>
              <a:ext cx="46306" cy="46306"/>
            </a:xfrm>
            <a:custGeom>
              <a:avLst/>
              <a:gdLst>
                <a:gd name="T0" fmla="*/ 55 w 111"/>
                <a:gd name="T1" fmla="*/ 0 h 111"/>
                <a:gd name="T2" fmla="*/ 55 w 111"/>
                <a:gd name="T3" fmla="*/ 0 h 111"/>
                <a:gd name="T4" fmla="*/ 15 w 111"/>
                <a:gd name="T5" fmla="*/ 16 h 111"/>
                <a:gd name="T6" fmla="*/ 0 w 111"/>
                <a:gd name="T7" fmla="*/ 56 h 111"/>
                <a:gd name="T8" fmla="*/ 16 w 111"/>
                <a:gd name="T9" fmla="*/ 94 h 111"/>
                <a:gd name="T10" fmla="*/ 55 w 111"/>
                <a:gd name="T11" fmla="*/ 110 h 111"/>
                <a:gd name="T12" fmla="*/ 56 w 111"/>
                <a:gd name="T13" fmla="*/ 110 h 111"/>
                <a:gd name="T14" fmla="*/ 110 w 111"/>
                <a:gd name="T15" fmla="*/ 55 h 111"/>
                <a:gd name="T16" fmla="*/ 93 w 111"/>
                <a:gd name="T17" fmla="*/ 16 h 111"/>
                <a:gd name="T18" fmla="*/ 55 w 111"/>
                <a:gd name="T19" fmla="*/ 0 h 111"/>
                <a:gd name="T20" fmla="*/ 55 w 111"/>
                <a:gd name="T21" fmla="*/ 87 h 111"/>
                <a:gd name="T22" fmla="*/ 55 w 111"/>
                <a:gd name="T23" fmla="*/ 87 h 111"/>
                <a:gd name="T24" fmla="*/ 33 w 111"/>
                <a:gd name="T25" fmla="*/ 78 h 111"/>
                <a:gd name="T26" fmla="*/ 23 w 111"/>
                <a:gd name="T27" fmla="*/ 56 h 111"/>
                <a:gd name="T28" fmla="*/ 32 w 111"/>
                <a:gd name="T29" fmla="*/ 33 h 111"/>
                <a:gd name="T30" fmla="*/ 55 w 111"/>
                <a:gd name="T31" fmla="*/ 24 h 111"/>
                <a:gd name="T32" fmla="*/ 55 w 111"/>
                <a:gd name="T33" fmla="*/ 24 h 111"/>
                <a:gd name="T34" fmla="*/ 77 w 111"/>
                <a:gd name="T35" fmla="*/ 33 h 111"/>
                <a:gd name="T36" fmla="*/ 87 w 111"/>
                <a:gd name="T37" fmla="*/ 55 h 111"/>
                <a:gd name="T38" fmla="*/ 55 w 111"/>
                <a:gd name="T39" fmla="*/ 8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55" y="0"/>
                  </a:lnTo>
                  <a:cubicBezTo>
                    <a:pt x="39" y="1"/>
                    <a:pt x="26" y="6"/>
                    <a:pt x="15" y="16"/>
                  </a:cubicBezTo>
                  <a:cubicBezTo>
                    <a:pt x="5" y="27"/>
                    <a:pt x="0" y="41"/>
                    <a:pt x="0" y="56"/>
                  </a:cubicBezTo>
                  <a:cubicBezTo>
                    <a:pt x="0" y="70"/>
                    <a:pt x="6" y="84"/>
                    <a:pt x="16" y="94"/>
                  </a:cubicBezTo>
                  <a:cubicBezTo>
                    <a:pt x="27" y="105"/>
                    <a:pt x="40" y="110"/>
                    <a:pt x="55" y="110"/>
                  </a:cubicBezTo>
                  <a:cubicBezTo>
                    <a:pt x="55" y="110"/>
                    <a:pt x="55" y="110"/>
                    <a:pt x="56" y="110"/>
                  </a:cubicBezTo>
                  <a:cubicBezTo>
                    <a:pt x="86" y="110"/>
                    <a:pt x="110" y="85"/>
                    <a:pt x="110" y="55"/>
                  </a:cubicBezTo>
                  <a:cubicBezTo>
                    <a:pt x="110" y="40"/>
                    <a:pt x="104" y="26"/>
                    <a:pt x="93" y="16"/>
                  </a:cubicBezTo>
                  <a:cubicBezTo>
                    <a:pt x="83" y="6"/>
                    <a:pt x="70" y="1"/>
                    <a:pt x="55" y="0"/>
                  </a:cubicBezTo>
                  <a:close/>
                  <a:moveTo>
                    <a:pt x="55" y="87"/>
                  </a:moveTo>
                  <a:lnTo>
                    <a:pt x="55" y="87"/>
                  </a:lnTo>
                  <a:cubicBezTo>
                    <a:pt x="46" y="87"/>
                    <a:pt x="39" y="84"/>
                    <a:pt x="33" y="78"/>
                  </a:cubicBezTo>
                  <a:cubicBezTo>
                    <a:pt x="27" y="73"/>
                    <a:pt x="23" y="64"/>
                    <a:pt x="23" y="56"/>
                  </a:cubicBezTo>
                  <a:cubicBezTo>
                    <a:pt x="23" y="48"/>
                    <a:pt x="27" y="39"/>
                    <a:pt x="32" y="33"/>
                  </a:cubicBezTo>
                  <a:cubicBezTo>
                    <a:pt x="38" y="27"/>
                    <a:pt x="46" y="24"/>
                    <a:pt x="55" y="24"/>
                  </a:cubicBezTo>
                  <a:lnTo>
                    <a:pt x="55" y="24"/>
                  </a:lnTo>
                  <a:cubicBezTo>
                    <a:pt x="63" y="24"/>
                    <a:pt x="71" y="27"/>
                    <a:pt x="77" y="33"/>
                  </a:cubicBezTo>
                  <a:cubicBezTo>
                    <a:pt x="83" y="38"/>
                    <a:pt x="87" y="46"/>
                    <a:pt x="87" y="55"/>
                  </a:cubicBezTo>
                  <a:cubicBezTo>
                    <a:pt x="87" y="73"/>
                    <a:pt x="72" y="87"/>
                    <a:pt x="55" y="8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37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40A0683D-B7C6-8B58-3FB7-C2A618669B31}"/>
              </a:ext>
            </a:extLst>
          </p:cNvPr>
          <p:cNvSpPr txBox="1"/>
          <p:nvPr/>
        </p:nvSpPr>
        <p:spPr>
          <a:xfrm>
            <a:off x="2333528" y="2888692"/>
            <a:ext cx="1524200" cy="276999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2" charset="-127"/>
                <a:cs typeface="Roboto Light" charset="0"/>
              </a:rPr>
              <a:t>SQL Data Warehouse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나눔고딕" pitchFamily="2" charset="-127"/>
              <a:cs typeface="Roboto Light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773A94-A087-76CC-4736-F2482E7E1F18}"/>
              </a:ext>
            </a:extLst>
          </p:cNvPr>
          <p:cNvSpPr txBox="1"/>
          <p:nvPr/>
        </p:nvSpPr>
        <p:spPr>
          <a:xfrm>
            <a:off x="5601960" y="2888692"/>
            <a:ext cx="1044581" cy="276999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2" charset="-127"/>
                <a:cs typeface="Roboto Light" charset="0"/>
              </a:rPr>
              <a:t>Query Engine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나눔고딕" pitchFamily="2" charset="-127"/>
              <a:cs typeface="Roboto Light" charset="0"/>
            </a:endParaRPr>
          </a:p>
        </p:txBody>
      </p:sp>
      <p:sp>
        <p:nvSpPr>
          <p:cNvPr id="83" name="Cross 76">
            <a:extLst>
              <a:ext uri="{FF2B5EF4-FFF2-40B4-BE49-F238E27FC236}">
                <a16:creationId xmlns:a16="http://schemas.microsoft.com/office/drawing/2014/main" id="{1A61A42B-16D8-3819-1888-A99BD3CE47F9}"/>
              </a:ext>
            </a:extLst>
          </p:cNvPr>
          <p:cNvSpPr/>
          <p:nvPr/>
        </p:nvSpPr>
        <p:spPr>
          <a:xfrm>
            <a:off x="4377019" y="2294586"/>
            <a:ext cx="397584" cy="397584"/>
          </a:xfrm>
          <a:prstGeom prst="plus">
            <a:avLst>
              <a:gd name="adj" fmla="val 38721"/>
            </a:avLst>
          </a:prstGeom>
          <a:solidFill>
            <a:schemeClr val="bg1"/>
          </a:solidFill>
          <a:ln>
            <a:noFill/>
          </a:ln>
          <a:effectLst>
            <a:outerShdw dist="38100" dir="2700000" algn="tl" rotWithShape="0">
              <a:srgbClr val="000000">
                <a:alpha val="5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pic>
        <p:nvPicPr>
          <p:cNvPr id="84" name="Picture 4" descr="두 개의 반대 화살표 - 무료 개 아이콘">
            <a:extLst>
              <a:ext uri="{FF2B5EF4-FFF2-40B4-BE49-F238E27FC236}">
                <a16:creationId xmlns:a16="http://schemas.microsoft.com/office/drawing/2014/main" id="{15D9AD5F-F51F-FEC9-7124-3FAC2B897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06973" y="3271800"/>
            <a:ext cx="978876" cy="978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두 개의 반대 화살표 - 무료 개 아이콘">
            <a:extLst>
              <a:ext uri="{FF2B5EF4-FFF2-40B4-BE49-F238E27FC236}">
                <a16:creationId xmlns:a16="http://schemas.microsoft.com/office/drawing/2014/main" id="{988DB5FE-F98D-73BE-D9AE-14233FFA4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06151" y="3271800"/>
            <a:ext cx="978876" cy="978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DCE2EDD1-3007-8F78-850E-38C9348300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451" y="2162374"/>
            <a:ext cx="792678" cy="792678"/>
          </a:xfrm>
          <a:prstGeom prst="rect">
            <a:avLst/>
          </a:prstGeom>
        </p:spPr>
      </p:pic>
      <p:sp>
        <p:nvSpPr>
          <p:cNvPr id="87" name="Cross 76">
            <a:extLst>
              <a:ext uri="{FF2B5EF4-FFF2-40B4-BE49-F238E27FC236}">
                <a16:creationId xmlns:a16="http://schemas.microsoft.com/office/drawing/2014/main" id="{DDB5C1C7-5481-3303-FD6B-46B1317326AC}"/>
              </a:ext>
            </a:extLst>
          </p:cNvPr>
          <p:cNvSpPr/>
          <p:nvPr/>
        </p:nvSpPr>
        <p:spPr>
          <a:xfrm>
            <a:off x="7478776" y="2294586"/>
            <a:ext cx="397584" cy="397584"/>
          </a:xfrm>
          <a:prstGeom prst="plus">
            <a:avLst>
              <a:gd name="adj" fmla="val 38721"/>
            </a:avLst>
          </a:prstGeom>
          <a:solidFill>
            <a:schemeClr val="bg1"/>
          </a:solidFill>
          <a:ln>
            <a:noFill/>
          </a:ln>
          <a:effectLst>
            <a:outerShdw dist="38100" dir="2700000" algn="tl" rotWithShape="0">
              <a:srgbClr val="000000">
                <a:alpha val="5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BBDD2E-0DF8-A599-E413-C3C57722153D}"/>
              </a:ext>
            </a:extLst>
          </p:cNvPr>
          <p:cNvSpPr txBox="1"/>
          <p:nvPr/>
        </p:nvSpPr>
        <p:spPr>
          <a:xfrm>
            <a:off x="8647533" y="2888692"/>
            <a:ext cx="1313758" cy="276999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2" charset="-127"/>
                <a:cs typeface="Roboto Light" charset="0"/>
              </a:rPr>
              <a:t>Backup &amp; Restore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나눔고딕" pitchFamily="2" charset="-127"/>
              <a:cs typeface="Roboto Light" charset="0"/>
            </a:endParaRPr>
          </a:p>
        </p:txBody>
      </p:sp>
      <p:pic>
        <p:nvPicPr>
          <p:cNvPr id="89" name="Picture 4" descr="두 개의 반대 화살표 - 무료 개 아이콘">
            <a:extLst>
              <a:ext uri="{FF2B5EF4-FFF2-40B4-BE49-F238E27FC236}">
                <a16:creationId xmlns:a16="http://schemas.microsoft.com/office/drawing/2014/main" id="{F5F73F65-E220-2194-D6B8-7EF9B9F2F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552647" y="3271800"/>
            <a:ext cx="978876" cy="978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69A01847-93BD-DA6D-237C-AC7EE70D1DD9}"/>
              </a:ext>
            </a:extLst>
          </p:cNvPr>
          <p:cNvSpPr txBox="1"/>
          <p:nvPr/>
        </p:nvSpPr>
        <p:spPr>
          <a:xfrm>
            <a:off x="5113566" y="3573016"/>
            <a:ext cx="2026517" cy="68493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67" b="1" i="0" u="none" strike="noStrike" kern="1200" cap="none" spc="0" normalizeH="0" baseline="0" noProof="0" dirty="0">
                <a:ln>
                  <a:noFill/>
                </a:ln>
                <a:solidFill>
                  <a:srgbClr val="00008B"/>
                </a:solidFill>
                <a:effectLst/>
                <a:uLnTx/>
                <a:uFillTx/>
                <a:latin typeface="Arial" panose="020B0604020202020204"/>
                <a:ea typeface="Roboto Light" charset="0"/>
                <a:cs typeface="Roboto Light" charset="0"/>
              </a:rPr>
              <a:t>Query &amp; Data Export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67" b="1" i="0" u="none" strike="noStrike" kern="1200" cap="none" spc="0" normalizeH="0" baseline="0" noProof="0" dirty="0">
                <a:ln>
                  <a:noFill/>
                </a:ln>
                <a:solidFill>
                  <a:srgbClr val="00008B"/>
                </a:solidFill>
                <a:effectLst/>
                <a:uLnTx/>
                <a:uFillTx/>
                <a:latin typeface="Arial" panose="020B0604020202020204"/>
                <a:ea typeface="Roboto Light" charset="0"/>
                <a:cs typeface="Roboto Light" charset="0"/>
              </a:rPr>
              <a:t>For Parquet / ORC</a:t>
            </a:r>
            <a:endParaRPr kumimoji="0" lang="en-GB" sz="1467" b="1" i="0" u="none" strike="noStrike" kern="1200" cap="none" spc="0" normalizeH="0" baseline="0" noProof="0" dirty="0">
              <a:ln>
                <a:noFill/>
              </a:ln>
              <a:solidFill>
                <a:srgbClr val="00008B"/>
              </a:solidFill>
              <a:effectLst/>
              <a:uLnTx/>
              <a:uFillTx/>
              <a:latin typeface="Arial" panose="020B0604020202020204"/>
              <a:ea typeface="Roboto Light" charset="0"/>
              <a:cs typeface="Roboto Light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9B5E021-43C8-D50D-193A-CA4AB5BA669C}"/>
              </a:ext>
            </a:extLst>
          </p:cNvPr>
          <p:cNvSpPr txBox="1"/>
          <p:nvPr/>
        </p:nvSpPr>
        <p:spPr>
          <a:xfrm>
            <a:off x="8192141" y="3573016"/>
            <a:ext cx="1806906" cy="68493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67" b="1" i="0" u="none" strike="noStrike" kern="1200" cap="none" spc="0" normalizeH="0" baseline="0" noProof="0" dirty="0">
                <a:ln>
                  <a:noFill/>
                </a:ln>
                <a:solidFill>
                  <a:srgbClr val="00008B"/>
                </a:solidFill>
                <a:effectLst/>
                <a:uLnTx/>
                <a:uFillTx/>
                <a:latin typeface="Arial" panose="020B0604020202020204"/>
                <a:ea typeface="Roboto Light" charset="0"/>
                <a:cs typeface="Roboto Light" charset="0"/>
              </a:rPr>
              <a:t>Full / Incremental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67" b="1" i="0" u="none" strike="noStrike" kern="1200" cap="none" spc="0" normalizeH="0" baseline="0" noProof="0" dirty="0">
                <a:ln>
                  <a:noFill/>
                </a:ln>
                <a:solidFill>
                  <a:srgbClr val="00008B"/>
                </a:solidFill>
                <a:effectLst/>
                <a:uLnTx/>
                <a:uFillTx/>
                <a:latin typeface="Arial" panose="020B0604020202020204"/>
                <a:ea typeface="Roboto Light" charset="0"/>
                <a:cs typeface="Roboto Light" charset="0"/>
              </a:rPr>
              <a:t>Backup &amp; Restore</a:t>
            </a:r>
            <a:endParaRPr kumimoji="0" lang="en-GB" altLang="ko-KR" sz="1467" b="1" i="0" u="none" strike="noStrike" kern="1200" cap="none" spc="0" normalizeH="0" baseline="0" noProof="0" dirty="0">
              <a:ln>
                <a:noFill/>
              </a:ln>
              <a:solidFill>
                <a:srgbClr val="00008B"/>
              </a:solidFill>
              <a:effectLst/>
              <a:uLnTx/>
              <a:uFillTx/>
              <a:latin typeface="Arial" panose="020B0604020202020204"/>
              <a:ea typeface="Roboto Light" charset="0"/>
              <a:cs typeface="Roboto Light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B5E1124-953D-05F5-3DF1-DF823742FA59}"/>
              </a:ext>
            </a:extLst>
          </p:cNvPr>
          <p:cNvSpPr txBox="1"/>
          <p:nvPr/>
        </p:nvSpPr>
        <p:spPr>
          <a:xfrm>
            <a:off x="2434687" y="3573016"/>
            <a:ext cx="1241879" cy="31810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67" b="1" i="0" u="none" strike="noStrike" kern="1200" cap="none" spc="0" normalizeH="0" baseline="0" noProof="0" dirty="0">
                <a:ln>
                  <a:noFill/>
                </a:ln>
                <a:solidFill>
                  <a:srgbClr val="00008B"/>
                </a:solidFill>
                <a:effectLst/>
                <a:uLnTx/>
                <a:uFillTx/>
                <a:latin typeface="Arial" panose="020B0604020202020204"/>
                <a:ea typeface="Roboto Light" charset="0"/>
                <a:cs typeface="Roboto Light" charset="0"/>
              </a:rPr>
              <a:t>Transaction</a:t>
            </a:r>
            <a:endParaRPr kumimoji="0" lang="en-GB" sz="1467" b="1" i="0" u="none" strike="noStrike" kern="1200" cap="none" spc="0" normalizeH="0" baseline="0" noProof="0" dirty="0">
              <a:ln>
                <a:noFill/>
              </a:ln>
              <a:solidFill>
                <a:srgbClr val="00008B"/>
              </a:solidFill>
              <a:effectLst/>
              <a:uLnTx/>
              <a:uFillTx/>
              <a:latin typeface="Arial" panose="020B0604020202020204"/>
              <a:ea typeface="Roboto Light" charset="0"/>
              <a:cs typeface="Roboto Light" charset="0"/>
            </a:endParaRPr>
          </a:p>
        </p:txBody>
      </p:sp>
      <p:pic>
        <p:nvPicPr>
          <p:cNvPr id="93" name="Picture 103_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CEC5AA3-F1F1-7838-64A4-109AF8602800}"/>
              </a:ext>
            </a:extLst>
          </p:cNvPr>
          <p:cNvPicPr/>
          <p:nvPr/>
        </p:nvPicPr>
        <p:blipFill>
          <a:blip r:embed="rId7">
            <a:grayscl/>
          </a:blip>
          <a:stretch/>
        </p:blipFill>
        <p:spPr>
          <a:xfrm>
            <a:off x="811173" y="5367655"/>
            <a:ext cx="1044220" cy="156302"/>
          </a:xfrm>
          <a:prstGeom prst="rect">
            <a:avLst/>
          </a:prstGeom>
          <a:ln>
            <a:noFill/>
          </a:ln>
        </p:spPr>
      </p:pic>
      <p:pic>
        <p:nvPicPr>
          <p:cNvPr id="94" name="Picture 104_0" descr="Logo&#10;&#10;Description automatically generated">
            <a:extLst>
              <a:ext uri="{FF2B5EF4-FFF2-40B4-BE49-F238E27FC236}">
                <a16:creationId xmlns:a16="http://schemas.microsoft.com/office/drawing/2014/main" id="{3BE54A2B-E63C-B9D0-A148-B78062880C4D}"/>
              </a:ext>
            </a:extLst>
          </p:cNvPr>
          <p:cNvPicPr/>
          <p:nvPr/>
        </p:nvPicPr>
        <p:blipFill>
          <a:blip r:embed="rId8">
            <a:grayscl/>
          </a:blip>
          <a:stretch/>
        </p:blipFill>
        <p:spPr>
          <a:xfrm>
            <a:off x="1979496" y="4988002"/>
            <a:ext cx="1035568" cy="279766"/>
          </a:xfrm>
          <a:prstGeom prst="rect">
            <a:avLst/>
          </a:prstGeom>
          <a:ln>
            <a:noFill/>
          </a:ln>
        </p:spPr>
      </p:pic>
      <p:pic>
        <p:nvPicPr>
          <p:cNvPr id="95" name="Picture 105_0">
            <a:extLst>
              <a:ext uri="{FF2B5EF4-FFF2-40B4-BE49-F238E27FC236}">
                <a16:creationId xmlns:a16="http://schemas.microsoft.com/office/drawing/2014/main" id="{3264109D-C447-D65E-E9C1-9A6A29950A7F}"/>
              </a:ext>
            </a:extLst>
          </p:cNvPr>
          <p:cNvPicPr/>
          <p:nvPr/>
        </p:nvPicPr>
        <p:blipFill>
          <a:blip r:embed="rId9">
            <a:grayscl/>
          </a:blip>
          <a:stretch/>
        </p:blipFill>
        <p:spPr>
          <a:xfrm>
            <a:off x="3276867" y="4733266"/>
            <a:ext cx="834464" cy="315152"/>
          </a:xfrm>
          <a:prstGeom prst="rect">
            <a:avLst/>
          </a:prstGeom>
          <a:ln>
            <a:noFill/>
          </a:ln>
        </p:spPr>
      </p:pic>
      <p:pic>
        <p:nvPicPr>
          <p:cNvPr id="96" name="Picture 107_0" descr="Text, logo&#10;&#10;Description automatically generated">
            <a:extLst>
              <a:ext uri="{FF2B5EF4-FFF2-40B4-BE49-F238E27FC236}">
                <a16:creationId xmlns:a16="http://schemas.microsoft.com/office/drawing/2014/main" id="{47C25B35-B61F-6A27-5FD1-C0618A4C8410}"/>
              </a:ext>
            </a:extLst>
          </p:cNvPr>
          <p:cNvPicPr/>
          <p:nvPr/>
        </p:nvPicPr>
        <p:blipFill>
          <a:blip r:embed="rId10">
            <a:grayscl/>
          </a:blip>
          <a:stretch/>
        </p:blipFill>
        <p:spPr>
          <a:xfrm>
            <a:off x="699062" y="5659063"/>
            <a:ext cx="1255008" cy="324316"/>
          </a:xfrm>
          <a:prstGeom prst="rect">
            <a:avLst/>
          </a:prstGeom>
          <a:ln>
            <a:noFill/>
          </a:ln>
        </p:spPr>
      </p:pic>
      <p:pic>
        <p:nvPicPr>
          <p:cNvPr id="97" name="Graphic 7_0">
            <a:extLst>
              <a:ext uri="{FF2B5EF4-FFF2-40B4-BE49-F238E27FC236}">
                <a16:creationId xmlns:a16="http://schemas.microsoft.com/office/drawing/2014/main" id="{B8D5783B-2735-57CD-7281-C00C861CF68C}"/>
              </a:ext>
            </a:extLst>
          </p:cNvPr>
          <p:cNvPicPr/>
          <p:nvPr/>
        </p:nvPicPr>
        <p:blipFill>
          <a:blip r:embed="rId11">
            <a:grayscl/>
          </a:blip>
          <a:stretch/>
        </p:blipFill>
        <p:spPr>
          <a:xfrm>
            <a:off x="767408" y="4715793"/>
            <a:ext cx="1181942" cy="289948"/>
          </a:xfrm>
          <a:prstGeom prst="rect">
            <a:avLst/>
          </a:prstGeom>
          <a:ln>
            <a:noFill/>
          </a:ln>
        </p:spPr>
      </p:pic>
      <p:pic>
        <p:nvPicPr>
          <p:cNvPr id="99" name="Picture 6_0" descr="See the source image">
            <a:extLst>
              <a:ext uri="{FF2B5EF4-FFF2-40B4-BE49-F238E27FC236}">
                <a16:creationId xmlns:a16="http://schemas.microsoft.com/office/drawing/2014/main" id="{396E6931-B45D-FE0C-DF28-8B817BF541F6}"/>
              </a:ext>
            </a:extLst>
          </p:cNvPr>
          <p:cNvPicPr/>
          <p:nvPr/>
        </p:nvPicPr>
        <p:blipFill>
          <a:blip r:embed="rId12">
            <a:grayscl/>
          </a:blip>
          <a:stretch/>
        </p:blipFill>
        <p:spPr>
          <a:xfrm>
            <a:off x="2053238" y="5497051"/>
            <a:ext cx="1160708" cy="237684"/>
          </a:xfrm>
          <a:prstGeom prst="rect">
            <a:avLst/>
          </a:prstGeom>
          <a:ln>
            <a:noFill/>
          </a:ln>
        </p:spPr>
      </p:pic>
      <p:pic>
        <p:nvPicPr>
          <p:cNvPr id="100" name="Picture 3" descr="Logo, icon, company name&#10;&#10;Description automatically generated">
            <a:extLst>
              <a:ext uri="{FF2B5EF4-FFF2-40B4-BE49-F238E27FC236}">
                <a16:creationId xmlns:a16="http://schemas.microsoft.com/office/drawing/2014/main" id="{C6CF9201-7B53-3AC4-BA30-2F77E3AA0B33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</a:blip>
          <a:stretch>
            <a:fillRect/>
          </a:stretch>
        </p:blipFill>
        <p:spPr>
          <a:xfrm>
            <a:off x="3276867" y="5227103"/>
            <a:ext cx="936214" cy="234842"/>
          </a:xfrm>
          <a:prstGeom prst="rect">
            <a:avLst/>
          </a:prstGeom>
        </p:spPr>
      </p:pic>
      <p:pic>
        <p:nvPicPr>
          <p:cNvPr id="101" name="Picture 10" descr="Amazon S3 이용 | 도움말">
            <a:extLst>
              <a:ext uri="{FF2B5EF4-FFF2-40B4-BE49-F238E27FC236}">
                <a16:creationId xmlns:a16="http://schemas.microsoft.com/office/drawing/2014/main" id="{949867F7-C3F6-9350-0CFF-FFB3E9333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055" y="4745999"/>
            <a:ext cx="2055884" cy="708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2" descr="How to use Lifecycle Management rules of Azure Blob – ArjunPHP">
            <a:extLst>
              <a:ext uri="{FF2B5EF4-FFF2-40B4-BE49-F238E27FC236}">
                <a16:creationId xmlns:a16="http://schemas.microsoft.com/office/drawing/2014/main" id="{F816B1BC-F99E-C334-6FFF-6C09E5FE2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804" y="4821854"/>
            <a:ext cx="1983788" cy="59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14" descr="Google Cloud Storage">
            <a:extLst>
              <a:ext uri="{FF2B5EF4-FFF2-40B4-BE49-F238E27FC236}">
                <a16:creationId xmlns:a16="http://schemas.microsoft.com/office/drawing/2014/main" id="{2FFF786B-B603-B7B9-241F-BB821D676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681" y="4821854"/>
            <a:ext cx="2407299" cy="182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F3549503-2BB7-0BA5-2350-E73E5AC69C93}"/>
              </a:ext>
            </a:extLst>
          </p:cNvPr>
          <p:cNvSpPr/>
          <p:nvPr/>
        </p:nvSpPr>
        <p:spPr>
          <a:xfrm rot="16200000">
            <a:off x="-924845" y="5234911"/>
            <a:ext cx="2160240" cy="32431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굴림" panose="020B0600000101010101" pitchFamily="50" charset="-127"/>
                <a:cs typeface="+mn-cs"/>
              </a:rPr>
              <a:t>On-premise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AB29225-F93B-E809-7F38-E622E674915D}"/>
              </a:ext>
            </a:extLst>
          </p:cNvPr>
          <p:cNvSpPr/>
          <p:nvPr/>
        </p:nvSpPr>
        <p:spPr>
          <a:xfrm rot="16200000">
            <a:off x="10949722" y="5234911"/>
            <a:ext cx="2160240" cy="32431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굴림" panose="020B0600000101010101" pitchFamily="50" charset="-127"/>
                <a:cs typeface="+mn-cs"/>
              </a:rPr>
              <a:t>Public Cloud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28" name="Picture 4" descr="Exploring the Depths of Apache Iceberg | Dremio">
            <a:extLst>
              <a:ext uri="{FF2B5EF4-FFF2-40B4-BE49-F238E27FC236}">
                <a16:creationId xmlns:a16="http://schemas.microsoft.com/office/drawing/2014/main" id="{7B10F1B0-30B5-6065-65E7-95BB772A0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86" y="4661555"/>
            <a:ext cx="1063002" cy="105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A00350-AF45-F83C-B3D9-9223CC6A2A25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31310" y="5731820"/>
            <a:ext cx="1718442" cy="239385"/>
          </a:xfrm>
          <a:prstGeom prst="rect">
            <a:avLst/>
          </a:prstGeom>
        </p:spPr>
      </p:pic>
      <p:pic>
        <p:nvPicPr>
          <p:cNvPr id="6" name="Picture 2" descr="VAST Data - Wikipedia">
            <a:extLst>
              <a:ext uri="{FF2B5EF4-FFF2-40B4-BE49-F238E27FC236}">
                <a16:creationId xmlns:a16="http://schemas.microsoft.com/office/drawing/2014/main" id="{3DAA17B4-BD22-220F-F03E-A53AA3F71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579" y="4494698"/>
            <a:ext cx="1017351" cy="41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552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CE2CA-E2F9-4FB4-835C-C0151436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통합 데이터 플랫폼 아키텍처</a:t>
            </a:r>
            <a:endParaRPr lang="en-GB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CB40777-F329-4A2B-A2FC-0889C751C9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1588"/>
            <a:ext cx="714375" cy="287337"/>
          </a:xfrm>
          <a:prstGeom prst="rect">
            <a:avLst/>
          </a:prstGeom>
        </p:spPr>
        <p:txBody>
          <a:bodyPr/>
          <a:lstStyle/>
          <a:p>
            <a:fld id="{0FB999A9-77CE-4AD1-9911-24A29F08BC3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2303FE-ADD2-4245-8E97-DA3A00DFECC3}"/>
              </a:ext>
            </a:extLst>
          </p:cNvPr>
          <p:cNvSpPr/>
          <p:nvPr/>
        </p:nvSpPr>
        <p:spPr>
          <a:xfrm>
            <a:off x="1122023" y="2346328"/>
            <a:ext cx="1106574" cy="425102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498802-5A3B-4D7B-88C4-77605C54EC70}"/>
              </a:ext>
            </a:extLst>
          </p:cNvPr>
          <p:cNvSpPr/>
          <p:nvPr/>
        </p:nvSpPr>
        <p:spPr>
          <a:xfrm>
            <a:off x="3282077" y="2689373"/>
            <a:ext cx="6754784" cy="234935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42B9FFC8-108E-4D27-ACE8-D701FEBBF624}"/>
              </a:ext>
            </a:extLst>
          </p:cNvPr>
          <p:cNvSpPr/>
          <p:nvPr/>
        </p:nvSpPr>
        <p:spPr>
          <a:xfrm rot="10800000">
            <a:off x="7297756" y="2061169"/>
            <a:ext cx="3143374" cy="738378"/>
          </a:xfrm>
          <a:custGeom>
            <a:avLst/>
            <a:gdLst>
              <a:gd name="connsiteX0" fmla="*/ 0 w 1553882"/>
              <a:gd name="connsiteY0" fmla="*/ 0 h 896471"/>
              <a:gd name="connsiteX1" fmla="*/ 0 w 1553882"/>
              <a:gd name="connsiteY1" fmla="*/ 896471 h 896471"/>
              <a:gd name="connsiteX2" fmla="*/ 1553882 w 1553882"/>
              <a:gd name="connsiteY2" fmla="*/ 896471 h 896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3882" h="896471">
                <a:moveTo>
                  <a:pt x="0" y="0"/>
                </a:moveTo>
                <a:lnTo>
                  <a:pt x="0" y="896471"/>
                </a:lnTo>
                <a:lnTo>
                  <a:pt x="1553882" y="896471"/>
                </a:lnTo>
              </a:path>
            </a:pathLst>
          </a:custGeom>
          <a:noFill/>
          <a:ln w="190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원통형 15">
            <a:extLst>
              <a:ext uri="{FF2B5EF4-FFF2-40B4-BE49-F238E27FC236}">
                <a16:creationId xmlns:a16="http://schemas.microsoft.com/office/drawing/2014/main" id="{48A160ED-591D-42A4-A82D-31FAD5BC0185}"/>
              </a:ext>
            </a:extLst>
          </p:cNvPr>
          <p:cNvSpPr/>
          <p:nvPr/>
        </p:nvSpPr>
        <p:spPr>
          <a:xfrm>
            <a:off x="186369" y="2404210"/>
            <a:ext cx="581038" cy="360040"/>
          </a:xfrm>
          <a:prstGeom prst="can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제조</a:t>
            </a:r>
            <a:b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공정</a:t>
            </a:r>
            <a:endParaRPr lang="en-GB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7" name="원통형 16">
            <a:extLst>
              <a:ext uri="{FF2B5EF4-FFF2-40B4-BE49-F238E27FC236}">
                <a16:creationId xmlns:a16="http://schemas.microsoft.com/office/drawing/2014/main" id="{F6A2B2BA-181D-486D-9E09-198364285402}"/>
              </a:ext>
            </a:extLst>
          </p:cNvPr>
          <p:cNvSpPr/>
          <p:nvPr/>
        </p:nvSpPr>
        <p:spPr>
          <a:xfrm>
            <a:off x="186369" y="2836258"/>
            <a:ext cx="581038" cy="360040"/>
          </a:xfrm>
          <a:prstGeom prst="can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장비</a:t>
            </a:r>
            <a:b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데이터</a:t>
            </a:r>
            <a:endParaRPr lang="en-GB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8" name="원통형 17">
            <a:extLst>
              <a:ext uri="{FF2B5EF4-FFF2-40B4-BE49-F238E27FC236}">
                <a16:creationId xmlns:a16="http://schemas.microsoft.com/office/drawing/2014/main" id="{47347F1D-C7EA-47A6-B2EC-A8535EB45667}"/>
              </a:ext>
            </a:extLst>
          </p:cNvPr>
          <p:cNvSpPr/>
          <p:nvPr/>
        </p:nvSpPr>
        <p:spPr>
          <a:xfrm>
            <a:off x="186369" y="3268306"/>
            <a:ext cx="581038" cy="360040"/>
          </a:xfrm>
          <a:prstGeom prst="can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품질</a:t>
            </a:r>
            <a:b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데이터</a:t>
            </a:r>
            <a:endParaRPr lang="en-GB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원통형 18">
            <a:extLst>
              <a:ext uri="{FF2B5EF4-FFF2-40B4-BE49-F238E27FC236}">
                <a16:creationId xmlns:a16="http://schemas.microsoft.com/office/drawing/2014/main" id="{3B84701C-A0FB-4FEB-88FC-CED6EC6EA51A}"/>
              </a:ext>
            </a:extLst>
          </p:cNvPr>
          <p:cNvSpPr/>
          <p:nvPr/>
        </p:nvSpPr>
        <p:spPr>
          <a:xfrm>
            <a:off x="186369" y="3700354"/>
            <a:ext cx="581038" cy="360040"/>
          </a:xfrm>
          <a:prstGeom prst="can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물류</a:t>
            </a:r>
            <a:b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데이터</a:t>
            </a:r>
            <a:endParaRPr lang="en-GB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0" name="원통형 19">
            <a:extLst>
              <a:ext uri="{FF2B5EF4-FFF2-40B4-BE49-F238E27FC236}">
                <a16:creationId xmlns:a16="http://schemas.microsoft.com/office/drawing/2014/main" id="{53B081C7-85FB-410F-B522-73B6F08EA934}"/>
              </a:ext>
            </a:extLst>
          </p:cNvPr>
          <p:cNvSpPr/>
          <p:nvPr/>
        </p:nvSpPr>
        <p:spPr>
          <a:xfrm>
            <a:off x="186369" y="4135360"/>
            <a:ext cx="581038" cy="360040"/>
          </a:xfrm>
          <a:prstGeom prst="can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...</a:t>
            </a:r>
            <a:endParaRPr lang="en-GB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B59F1E-E40E-4363-B788-84772D86B5FB}"/>
              </a:ext>
            </a:extLst>
          </p:cNvPr>
          <p:cNvSpPr txBox="1"/>
          <p:nvPr/>
        </p:nvSpPr>
        <p:spPr>
          <a:xfrm>
            <a:off x="224365" y="2137913"/>
            <a:ext cx="537327" cy="24622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>
                    <a:lumMod val="50000"/>
                  </a:schemeClr>
                </a:solidFill>
                <a:latin typeface="+mn-lt"/>
                <a:ea typeface="Roboto Light" charset="0"/>
                <a:cs typeface="Roboto Light" charset="0"/>
              </a:rPr>
              <a:t>Legacy</a:t>
            </a:r>
            <a:endParaRPr lang="en-GB" sz="1000" b="1" dirty="0">
              <a:solidFill>
                <a:schemeClr val="bg1">
                  <a:lumMod val="50000"/>
                </a:schemeClr>
              </a:solidFill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1192442-3DD9-489F-BEDD-931BC0135942}"/>
              </a:ext>
            </a:extLst>
          </p:cNvPr>
          <p:cNvSpPr/>
          <p:nvPr/>
        </p:nvSpPr>
        <p:spPr>
          <a:xfrm>
            <a:off x="1189052" y="2638475"/>
            <a:ext cx="966088" cy="64302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F0DC347-2D82-433F-8105-07FC690E474B}"/>
              </a:ext>
            </a:extLst>
          </p:cNvPr>
          <p:cNvGrpSpPr/>
          <p:nvPr/>
        </p:nvGrpSpPr>
        <p:grpSpPr>
          <a:xfrm rot="16200000">
            <a:off x="1539558" y="2486147"/>
            <a:ext cx="230258" cy="673711"/>
            <a:chOff x="3215679" y="3063061"/>
            <a:chExt cx="288033" cy="1023086"/>
          </a:xfrm>
        </p:grpSpPr>
        <p:sp>
          <p:nvSpPr>
            <p:cNvPr id="24" name="원통형 23">
              <a:extLst>
                <a:ext uri="{FF2B5EF4-FFF2-40B4-BE49-F238E27FC236}">
                  <a16:creationId xmlns:a16="http://schemas.microsoft.com/office/drawing/2014/main" id="{2E845036-C9CE-4F83-B905-2AE85458E4F5}"/>
                </a:ext>
              </a:extLst>
            </p:cNvPr>
            <p:cNvSpPr/>
            <p:nvPr/>
          </p:nvSpPr>
          <p:spPr>
            <a:xfrm>
              <a:off x="3215680" y="3798114"/>
              <a:ext cx="288032" cy="288033"/>
            </a:xfrm>
            <a:prstGeom prst="can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원통형 24">
              <a:extLst>
                <a:ext uri="{FF2B5EF4-FFF2-40B4-BE49-F238E27FC236}">
                  <a16:creationId xmlns:a16="http://schemas.microsoft.com/office/drawing/2014/main" id="{5CD92BD6-E880-4606-97ED-64C25781A98D}"/>
                </a:ext>
              </a:extLst>
            </p:cNvPr>
            <p:cNvSpPr/>
            <p:nvPr/>
          </p:nvSpPr>
          <p:spPr>
            <a:xfrm>
              <a:off x="3215679" y="3554695"/>
              <a:ext cx="288032" cy="288033"/>
            </a:xfrm>
            <a:prstGeom prst="can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원통형 25">
              <a:extLst>
                <a:ext uri="{FF2B5EF4-FFF2-40B4-BE49-F238E27FC236}">
                  <a16:creationId xmlns:a16="http://schemas.microsoft.com/office/drawing/2014/main" id="{62BB45C8-2854-4281-B0A0-2229F9368465}"/>
                </a:ext>
              </a:extLst>
            </p:cNvPr>
            <p:cNvSpPr/>
            <p:nvPr/>
          </p:nvSpPr>
          <p:spPr>
            <a:xfrm>
              <a:off x="3215680" y="3306481"/>
              <a:ext cx="288032" cy="288032"/>
            </a:xfrm>
            <a:prstGeom prst="can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원통형 26">
              <a:extLst>
                <a:ext uri="{FF2B5EF4-FFF2-40B4-BE49-F238E27FC236}">
                  <a16:creationId xmlns:a16="http://schemas.microsoft.com/office/drawing/2014/main" id="{9AFA0F23-BCF5-4496-904A-54C1E31B2C9D}"/>
                </a:ext>
              </a:extLst>
            </p:cNvPr>
            <p:cNvSpPr/>
            <p:nvPr/>
          </p:nvSpPr>
          <p:spPr>
            <a:xfrm>
              <a:off x="3215680" y="3063061"/>
              <a:ext cx="288032" cy="288032"/>
            </a:xfrm>
            <a:prstGeom prst="can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80D02DA-ECCB-4B3B-BE12-025E0AA3A20A}"/>
              </a:ext>
            </a:extLst>
          </p:cNvPr>
          <p:cNvSpPr/>
          <p:nvPr/>
        </p:nvSpPr>
        <p:spPr>
          <a:xfrm>
            <a:off x="1189052" y="3772361"/>
            <a:ext cx="966088" cy="6444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ETL</a:t>
            </a:r>
            <a:endParaRPr lang="en-GB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BB7E235-06B0-40F5-99DC-58076AFFC713}"/>
              </a:ext>
            </a:extLst>
          </p:cNvPr>
          <p:cNvSpPr/>
          <p:nvPr/>
        </p:nvSpPr>
        <p:spPr>
          <a:xfrm>
            <a:off x="1196698" y="5717571"/>
            <a:ext cx="958442" cy="6444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ELT</a:t>
            </a:r>
          </a:p>
          <a:p>
            <a:pPr algn="ctr"/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</a:rPr>
              <a:t>(Parquet / ORC)</a:t>
            </a:r>
            <a:endParaRPr lang="en-GB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1DCA9E9-50BE-4A53-8B25-6EF2FB89F71C}"/>
              </a:ext>
            </a:extLst>
          </p:cNvPr>
          <p:cNvSpPr/>
          <p:nvPr/>
        </p:nvSpPr>
        <p:spPr>
          <a:xfrm>
            <a:off x="3412809" y="2846005"/>
            <a:ext cx="1728192" cy="117975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ysClr val="windowText" lastClr="0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5392B8-01D6-47DF-9DD4-DF3E6056CFEC}"/>
              </a:ext>
            </a:extLst>
          </p:cNvPr>
          <p:cNvSpPr txBox="1"/>
          <p:nvPr/>
        </p:nvSpPr>
        <p:spPr>
          <a:xfrm>
            <a:off x="3682029" y="2834063"/>
            <a:ext cx="1189748" cy="378245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ts val="500"/>
              </a:lnSpc>
            </a:pPr>
            <a:r>
              <a:rPr lang="en-US" altLang="ko-K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Subcluster</a:t>
            </a:r>
          </a:p>
          <a:p>
            <a:pPr algn="ctr">
              <a:lnSpc>
                <a:spcPts val="500"/>
              </a:lnSpc>
            </a:pP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운영 업무용</a:t>
            </a:r>
            <a:r>
              <a:rPr lang="en-GB" altLang="ko-K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86F8EA0-50D8-4761-BF69-FACB6529D06A}"/>
              </a:ext>
            </a:extLst>
          </p:cNvPr>
          <p:cNvSpPr/>
          <p:nvPr/>
        </p:nvSpPr>
        <p:spPr>
          <a:xfrm>
            <a:off x="5277404" y="2846005"/>
            <a:ext cx="1728192" cy="117975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ysClr val="windowText" lastClr="000000"/>
              </a:solidFill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17971D5E-93C6-42E3-9149-3DAA45DB70A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348522" y="3140968"/>
            <a:ext cx="404269" cy="337509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1C9DDC05-F095-43AD-A55E-76CC7A1C967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752791" y="3140968"/>
            <a:ext cx="404269" cy="33750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47E5766-3E9E-4A66-9DCE-546BF96A633C}"/>
              </a:ext>
            </a:extLst>
          </p:cNvPr>
          <p:cNvSpPr txBox="1"/>
          <p:nvPr/>
        </p:nvSpPr>
        <p:spPr>
          <a:xfrm>
            <a:off x="5468056" y="2834063"/>
            <a:ext cx="1324402" cy="378245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ts val="500"/>
              </a:lnSpc>
            </a:pPr>
            <a:r>
              <a:rPr lang="en-US" altLang="ko-K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Secondary Subcluster</a:t>
            </a:r>
          </a:p>
          <a:p>
            <a:pPr algn="ctr">
              <a:lnSpc>
                <a:spcPts val="500"/>
              </a:lnSpc>
            </a:pP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분석 업무용</a:t>
            </a:r>
            <a:r>
              <a:rPr lang="en-GB" altLang="ko-K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75457983-50D2-44E7-8E28-0908C9419EAC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150118" y="3140968"/>
            <a:ext cx="404269" cy="337509"/>
          </a:xfrm>
          <a:prstGeom prst="rect">
            <a:avLst/>
          </a:prstGeom>
        </p:spPr>
      </p:pic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3EB8AB2-B37D-479C-9BD3-8148D20066E9}"/>
              </a:ext>
            </a:extLst>
          </p:cNvPr>
          <p:cNvSpPr/>
          <p:nvPr/>
        </p:nvSpPr>
        <p:spPr>
          <a:xfrm>
            <a:off x="7076714" y="2846005"/>
            <a:ext cx="1728192" cy="117975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ysClr val="windowText" lastClr="0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597CFD-FD3B-43E8-9F74-BDF428BF30F6}"/>
              </a:ext>
            </a:extLst>
          </p:cNvPr>
          <p:cNvSpPr txBox="1"/>
          <p:nvPr/>
        </p:nvSpPr>
        <p:spPr>
          <a:xfrm>
            <a:off x="7268255" y="2834063"/>
            <a:ext cx="1324402" cy="378245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ts val="500"/>
              </a:lnSpc>
            </a:pPr>
            <a:r>
              <a:rPr lang="en-US" altLang="ko-K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Secondary Subcluster</a:t>
            </a:r>
          </a:p>
          <a:p>
            <a:pPr algn="ctr">
              <a:lnSpc>
                <a:spcPts val="500"/>
              </a:lnSpc>
            </a:pP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확장</a:t>
            </a:r>
            <a:r>
              <a:rPr lang="en-GB" altLang="ko-K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B558FB2-5A97-4C30-A053-DB6AD83A5BF2}"/>
              </a:ext>
            </a:extLst>
          </p:cNvPr>
          <p:cNvSpPr/>
          <p:nvPr/>
        </p:nvSpPr>
        <p:spPr>
          <a:xfrm>
            <a:off x="8944541" y="2846005"/>
            <a:ext cx="921355" cy="117975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ysClr val="windowText" lastClr="000000"/>
              </a:solidFill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61725F21-8A6E-4698-B5CE-C64E93EBC3AF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9002376" y="3140939"/>
            <a:ext cx="404269" cy="33750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8701680-DDDE-41A2-885A-F0C555203FAC}"/>
              </a:ext>
            </a:extLst>
          </p:cNvPr>
          <p:cNvSpPr txBox="1"/>
          <p:nvPr/>
        </p:nvSpPr>
        <p:spPr>
          <a:xfrm>
            <a:off x="8919945" y="2835766"/>
            <a:ext cx="1011815" cy="378245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ts val="500"/>
              </a:lnSpc>
            </a:pPr>
            <a:r>
              <a:rPr lang="en-US" altLang="ko-K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Subcluster</a:t>
            </a:r>
          </a:p>
          <a:p>
            <a:pPr algn="ctr">
              <a:lnSpc>
                <a:spcPts val="500"/>
              </a:lnSpc>
            </a:pPr>
            <a:r>
              <a:rPr lang="en-US" altLang="ko-K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SandBox</a:t>
            </a:r>
            <a:r>
              <a:rPr lang="en-US" altLang="ko-K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확장</a:t>
            </a:r>
            <a:r>
              <a:rPr lang="en-US" altLang="ko-K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9AC19E4-D7E9-4BFE-83CC-E1DDD29A887B}"/>
              </a:ext>
            </a:extLst>
          </p:cNvPr>
          <p:cNvSpPr/>
          <p:nvPr/>
        </p:nvSpPr>
        <p:spPr>
          <a:xfrm>
            <a:off x="3282077" y="1052736"/>
            <a:ext cx="3249507" cy="48074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700"/>
              </a:lnSpc>
            </a:pPr>
            <a:endParaRPr lang="en-GB" sz="100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6B9B134-1CE0-4F2F-823D-A86B86D8B5E2}"/>
              </a:ext>
            </a:extLst>
          </p:cNvPr>
          <p:cNvSpPr/>
          <p:nvPr/>
        </p:nvSpPr>
        <p:spPr>
          <a:xfrm>
            <a:off x="10834753" y="2235575"/>
            <a:ext cx="1170878" cy="864096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000" b="1" dirty="0">
                <a:solidFill>
                  <a:sysClr val="windowText" lastClr="000000"/>
                </a:solidFill>
              </a:rPr>
              <a:t>ML framework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F6CFCCA-9A2C-4C85-9D2F-D151C99E1358}"/>
              </a:ext>
            </a:extLst>
          </p:cNvPr>
          <p:cNvSpPr/>
          <p:nvPr/>
        </p:nvSpPr>
        <p:spPr>
          <a:xfrm>
            <a:off x="10834753" y="3289383"/>
            <a:ext cx="1170878" cy="864096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000" b="1" dirty="0">
                <a:solidFill>
                  <a:sysClr val="windowText" lastClr="000000"/>
                </a:solidFill>
              </a:rPr>
              <a:t>Spark ML</a:t>
            </a:r>
            <a:r>
              <a:rPr lang="en-US" altLang="ko-KR" sz="1000" b="1" dirty="0">
                <a:solidFill>
                  <a:sysClr val="windowText" lastClr="000000"/>
                </a:solidFill>
              </a:rPr>
              <a:t>l</a:t>
            </a:r>
            <a:r>
              <a:rPr lang="en-GB" sz="1000" b="1" dirty="0" err="1">
                <a:solidFill>
                  <a:sysClr val="windowText" lastClr="000000"/>
                </a:solidFill>
              </a:rPr>
              <a:t>ib</a:t>
            </a:r>
            <a:endParaRPr lang="en-GB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E4B9E66-F20C-4E76-B32E-B771DF5D75FB}"/>
              </a:ext>
            </a:extLst>
          </p:cNvPr>
          <p:cNvSpPr/>
          <p:nvPr/>
        </p:nvSpPr>
        <p:spPr>
          <a:xfrm>
            <a:off x="10932089" y="5696198"/>
            <a:ext cx="861614" cy="63586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Voltage </a:t>
            </a:r>
            <a:r>
              <a:rPr lang="en-GB" sz="1000" dirty="0" err="1">
                <a:solidFill>
                  <a:schemeClr val="bg1"/>
                </a:solidFill>
              </a:rPr>
              <a:t>SecureData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8A12647-DB92-46FA-9C74-F4F1E340D783}"/>
              </a:ext>
            </a:extLst>
          </p:cNvPr>
          <p:cNvSpPr/>
          <p:nvPr/>
        </p:nvSpPr>
        <p:spPr>
          <a:xfrm>
            <a:off x="123272" y="2346328"/>
            <a:ext cx="699384" cy="252750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ysClr val="windowText" lastClr="000000"/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FCE8827-569B-48B4-8FC4-C5844D801E54}"/>
              </a:ext>
            </a:extLst>
          </p:cNvPr>
          <p:cNvSpPr/>
          <p:nvPr/>
        </p:nvSpPr>
        <p:spPr>
          <a:xfrm>
            <a:off x="2454912" y="2987576"/>
            <a:ext cx="904784" cy="323390"/>
          </a:xfrm>
          <a:prstGeom prst="roundRect">
            <a:avLst>
              <a:gd name="adj" fmla="val 39877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</a:pPr>
            <a:r>
              <a:rPr lang="en-GB" sz="1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micro-batch</a:t>
            </a:r>
          </a:p>
          <a:p>
            <a:pPr algn="ctr">
              <a:lnSpc>
                <a:spcPts val="600"/>
              </a:lnSpc>
            </a:pPr>
            <a:r>
              <a:rPr lang="en-GB" sz="1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(consume)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A55FCB-A90F-41ED-821C-19D0713FD481}"/>
              </a:ext>
            </a:extLst>
          </p:cNvPr>
          <p:cNvSpPr txBox="1"/>
          <p:nvPr/>
        </p:nvSpPr>
        <p:spPr>
          <a:xfrm>
            <a:off x="6622803" y="5169618"/>
            <a:ext cx="944489" cy="308739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ts val="2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data</a:t>
            </a:r>
          </a:p>
          <a:p>
            <a:pPr algn="ctr">
              <a:lnSpc>
                <a:spcPts val="200"/>
              </a:lnSpc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arquet </a:t>
            </a:r>
            <a:r>
              <a:rPr lang="en-US" altLang="ko-KR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 ORC</a:t>
            </a: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9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61168A-A481-4437-9197-D5A3AC5DBDF5}"/>
              </a:ext>
            </a:extLst>
          </p:cNvPr>
          <p:cNvSpPr txBox="1"/>
          <p:nvPr/>
        </p:nvSpPr>
        <p:spPr>
          <a:xfrm>
            <a:off x="8684471" y="1933067"/>
            <a:ext cx="1316387" cy="24622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GB" sz="10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</a:t>
            </a:r>
            <a:r>
              <a:rPr lang="en-GB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federation layer</a:t>
            </a: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ED4E3310-81F8-4139-A7DB-31FBF5C07949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0962597" y="3783740"/>
            <a:ext cx="404269" cy="337509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0EC6A1B6-3127-41D8-BEE2-AE9A322649EC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0962597" y="2738203"/>
            <a:ext cx="404269" cy="337509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583A3C6E-701A-4274-930E-C6750BA3BA5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1377303" y="3783740"/>
            <a:ext cx="404269" cy="337509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09D485C5-E611-4108-9DFB-CCB1962E3CE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1377303" y="2750438"/>
            <a:ext cx="404269" cy="337509"/>
          </a:xfrm>
          <a:prstGeom prst="rect">
            <a:avLst/>
          </a:prstGeom>
        </p:spPr>
      </p:pic>
      <p:sp>
        <p:nvSpPr>
          <p:cNvPr id="79" name="직사각형 78">
            <a:extLst>
              <a:ext uri="{FF2B5EF4-FFF2-40B4-BE49-F238E27FC236}">
                <a16:creationId xmlns:a16="http://schemas.microsoft.com/office/drawing/2014/main" id="{6FC10BA5-2635-415E-AEA5-92CFBE892B14}"/>
              </a:ext>
            </a:extLst>
          </p:cNvPr>
          <p:cNvSpPr/>
          <p:nvPr/>
        </p:nvSpPr>
        <p:spPr>
          <a:xfrm>
            <a:off x="1122022" y="1331773"/>
            <a:ext cx="1109235" cy="45031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ysClr val="windowText" lastClr="000000"/>
              </a:solidFill>
            </a:endParaRPr>
          </a:p>
        </p:txBody>
      </p:sp>
      <p:sp>
        <p:nvSpPr>
          <p:cNvPr id="80" name="자유형: 도형 79">
            <a:extLst>
              <a:ext uri="{FF2B5EF4-FFF2-40B4-BE49-F238E27FC236}">
                <a16:creationId xmlns:a16="http://schemas.microsoft.com/office/drawing/2014/main" id="{B8F8A09D-CD4F-4D58-BBEA-F4EA422EF13E}"/>
              </a:ext>
            </a:extLst>
          </p:cNvPr>
          <p:cNvSpPr/>
          <p:nvPr/>
        </p:nvSpPr>
        <p:spPr>
          <a:xfrm>
            <a:off x="2904565" y="1338490"/>
            <a:ext cx="1553882" cy="725215"/>
          </a:xfrm>
          <a:custGeom>
            <a:avLst/>
            <a:gdLst>
              <a:gd name="connsiteX0" fmla="*/ 0 w 1553882"/>
              <a:gd name="connsiteY0" fmla="*/ 0 h 896471"/>
              <a:gd name="connsiteX1" fmla="*/ 0 w 1553882"/>
              <a:gd name="connsiteY1" fmla="*/ 896471 h 896471"/>
              <a:gd name="connsiteX2" fmla="*/ 1553882 w 1553882"/>
              <a:gd name="connsiteY2" fmla="*/ 896471 h 896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3882" h="896471">
                <a:moveTo>
                  <a:pt x="0" y="0"/>
                </a:moveTo>
                <a:lnTo>
                  <a:pt x="0" y="896471"/>
                </a:lnTo>
                <a:lnTo>
                  <a:pt x="1553882" y="896471"/>
                </a:lnTo>
              </a:path>
            </a:pathLst>
          </a:custGeom>
          <a:noFill/>
          <a:ln w="190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A63174A-90EB-4591-BBF9-CA854D23D201}"/>
              </a:ext>
            </a:extLst>
          </p:cNvPr>
          <p:cNvSpPr txBox="1"/>
          <p:nvPr/>
        </p:nvSpPr>
        <p:spPr>
          <a:xfrm>
            <a:off x="2896896" y="1925770"/>
            <a:ext cx="1316386" cy="24622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GB" sz="10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</a:t>
            </a:r>
            <a:r>
              <a:rPr lang="en-GB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federation layer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D98F046-B179-46D4-9D4A-9477BE697268}"/>
              </a:ext>
            </a:extLst>
          </p:cNvPr>
          <p:cNvSpPr txBox="1"/>
          <p:nvPr/>
        </p:nvSpPr>
        <p:spPr>
          <a:xfrm>
            <a:off x="1065781" y="1139658"/>
            <a:ext cx="1213795" cy="24622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sz="1000" b="1" dirty="0">
                <a:solidFill>
                  <a:schemeClr val="bg1">
                    <a:lumMod val="50000"/>
                  </a:schemeClr>
                </a:solidFill>
                <a:latin typeface="+mn-lt"/>
                <a:ea typeface="Roboto Light" charset="0"/>
                <a:cs typeface="Roboto Light" charset="0"/>
              </a:rPr>
              <a:t>Other Data Sources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17C3CDF7-5D78-41D7-9A51-816EA357BC77}"/>
              </a:ext>
            </a:extLst>
          </p:cNvPr>
          <p:cNvGrpSpPr/>
          <p:nvPr/>
        </p:nvGrpSpPr>
        <p:grpSpPr>
          <a:xfrm>
            <a:off x="1267771" y="1393125"/>
            <a:ext cx="832395" cy="341578"/>
            <a:chOff x="969475" y="1650523"/>
            <a:chExt cx="1208210" cy="360040"/>
          </a:xfrm>
        </p:grpSpPr>
        <p:sp>
          <p:nvSpPr>
            <p:cNvPr id="86" name="원통형 85">
              <a:extLst>
                <a:ext uri="{FF2B5EF4-FFF2-40B4-BE49-F238E27FC236}">
                  <a16:creationId xmlns:a16="http://schemas.microsoft.com/office/drawing/2014/main" id="{1D94D2E4-8781-44AA-858F-D6567BCC2D66}"/>
                </a:ext>
              </a:extLst>
            </p:cNvPr>
            <p:cNvSpPr/>
            <p:nvPr/>
          </p:nvSpPr>
          <p:spPr>
            <a:xfrm>
              <a:off x="969475" y="1650523"/>
              <a:ext cx="581038" cy="360040"/>
            </a:xfrm>
            <a:prstGeom prst="can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원통형 86">
              <a:extLst>
                <a:ext uri="{FF2B5EF4-FFF2-40B4-BE49-F238E27FC236}">
                  <a16:creationId xmlns:a16="http://schemas.microsoft.com/office/drawing/2014/main" id="{34B037FF-0FA2-40F8-924E-91DD2F8EF13A}"/>
                </a:ext>
              </a:extLst>
            </p:cNvPr>
            <p:cNvSpPr/>
            <p:nvPr/>
          </p:nvSpPr>
          <p:spPr>
            <a:xfrm>
              <a:off x="1596647" y="1650523"/>
              <a:ext cx="581038" cy="360040"/>
            </a:xfrm>
            <a:prstGeom prst="can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F263349-F414-4AD2-A206-94A8C234BF62}"/>
              </a:ext>
            </a:extLst>
          </p:cNvPr>
          <p:cNvGrpSpPr/>
          <p:nvPr/>
        </p:nvGrpSpPr>
        <p:grpSpPr>
          <a:xfrm rot="16200000">
            <a:off x="1539559" y="2760991"/>
            <a:ext cx="230258" cy="673711"/>
            <a:chOff x="3215679" y="3063061"/>
            <a:chExt cx="288033" cy="1023086"/>
          </a:xfrm>
        </p:grpSpPr>
        <p:sp>
          <p:nvSpPr>
            <p:cNvPr id="89" name="원통형 88">
              <a:extLst>
                <a:ext uri="{FF2B5EF4-FFF2-40B4-BE49-F238E27FC236}">
                  <a16:creationId xmlns:a16="http://schemas.microsoft.com/office/drawing/2014/main" id="{80A78692-755E-4A81-B8F5-E21A361F26F8}"/>
                </a:ext>
              </a:extLst>
            </p:cNvPr>
            <p:cNvSpPr/>
            <p:nvPr/>
          </p:nvSpPr>
          <p:spPr>
            <a:xfrm>
              <a:off x="3215680" y="3798114"/>
              <a:ext cx="288032" cy="288033"/>
            </a:xfrm>
            <a:prstGeom prst="can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원통형 89">
              <a:extLst>
                <a:ext uri="{FF2B5EF4-FFF2-40B4-BE49-F238E27FC236}">
                  <a16:creationId xmlns:a16="http://schemas.microsoft.com/office/drawing/2014/main" id="{958D281C-B78F-4EEF-81EB-235E1DDB672C}"/>
                </a:ext>
              </a:extLst>
            </p:cNvPr>
            <p:cNvSpPr/>
            <p:nvPr/>
          </p:nvSpPr>
          <p:spPr>
            <a:xfrm>
              <a:off x="3215679" y="3554695"/>
              <a:ext cx="288032" cy="288033"/>
            </a:xfrm>
            <a:prstGeom prst="can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원통형 90">
              <a:extLst>
                <a:ext uri="{FF2B5EF4-FFF2-40B4-BE49-F238E27FC236}">
                  <a16:creationId xmlns:a16="http://schemas.microsoft.com/office/drawing/2014/main" id="{17D1CC23-A260-4BF6-A7E6-B33C3DF2491E}"/>
                </a:ext>
              </a:extLst>
            </p:cNvPr>
            <p:cNvSpPr/>
            <p:nvPr/>
          </p:nvSpPr>
          <p:spPr>
            <a:xfrm>
              <a:off x="3215680" y="3306481"/>
              <a:ext cx="288032" cy="288032"/>
            </a:xfrm>
            <a:prstGeom prst="can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원통형 91">
              <a:extLst>
                <a:ext uri="{FF2B5EF4-FFF2-40B4-BE49-F238E27FC236}">
                  <a16:creationId xmlns:a16="http://schemas.microsoft.com/office/drawing/2014/main" id="{5F1CEC0E-2546-4FA9-BF20-350F17901E73}"/>
                </a:ext>
              </a:extLst>
            </p:cNvPr>
            <p:cNvSpPr/>
            <p:nvPr/>
          </p:nvSpPr>
          <p:spPr>
            <a:xfrm>
              <a:off x="3215680" y="3063061"/>
              <a:ext cx="288032" cy="288032"/>
            </a:xfrm>
            <a:prstGeom prst="can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013205BC-FD6F-4E1F-876A-9549EC04A133}"/>
              </a:ext>
            </a:extLst>
          </p:cNvPr>
          <p:cNvSpPr txBox="1"/>
          <p:nvPr/>
        </p:nvSpPr>
        <p:spPr>
          <a:xfrm>
            <a:off x="1436479" y="2835161"/>
            <a:ext cx="481222" cy="246221"/>
          </a:xfrm>
          <a:prstGeom prst="rect">
            <a:avLst/>
          </a:prstGeom>
          <a:solidFill>
            <a:schemeClr val="bg1"/>
          </a:solidFill>
        </p:spPr>
        <p:txBody>
          <a:bodyPr vert="horz" wrap="none" lIns="91440" tIns="45720" rIns="91440" bIns="45720" rtlCol="0" anchor="t" anchorCtr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>
                    <a:lumMod val="50000"/>
                  </a:schemeClr>
                </a:solidFill>
                <a:ea typeface="Roboto Light" charset="0"/>
                <a:cs typeface="Roboto Light" charset="0"/>
              </a:defRPr>
            </a:lvl1pPr>
          </a:lstStyle>
          <a:p>
            <a:r>
              <a:rPr lang="en-US" altLang="ko-KR" sz="1000" b="1" dirty="0">
                <a:solidFill>
                  <a:schemeClr val="tx1"/>
                </a:solidFill>
              </a:rPr>
              <a:t>Kafka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34809C6-37C9-46AD-8F4F-B2D8AF5B0C56}"/>
              </a:ext>
            </a:extLst>
          </p:cNvPr>
          <p:cNvSpPr/>
          <p:nvPr/>
        </p:nvSpPr>
        <p:spPr>
          <a:xfrm>
            <a:off x="4528032" y="1967262"/>
            <a:ext cx="2673164" cy="17701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 err="1">
              <a:solidFill>
                <a:sysClr val="windowText" lastClr="00000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B33A457-AE96-4587-92D4-77678CB3FFF8}"/>
              </a:ext>
            </a:extLst>
          </p:cNvPr>
          <p:cNvSpPr txBox="1"/>
          <p:nvPr/>
        </p:nvSpPr>
        <p:spPr>
          <a:xfrm>
            <a:off x="5373533" y="1925770"/>
            <a:ext cx="1056701" cy="24622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Clients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25FBD99-278D-4223-9767-10F5F8A4CBBC}"/>
              </a:ext>
            </a:extLst>
          </p:cNvPr>
          <p:cNvSpPr/>
          <p:nvPr/>
        </p:nvSpPr>
        <p:spPr>
          <a:xfrm rot="5400000">
            <a:off x="9956484" y="4336272"/>
            <a:ext cx="973542" cy="17701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 err="1">
              <a:solidFill>
                <a:sysClr val="windowText" lastClr="00000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C5CAFCE-6B73-4442-BE31-FC419221D865}"/>
              </a:ext>
            </a:extLst>
          </p:cNvPr>
          <p:cNvSpPr txBox="1"/>
          <p:nvPr/>
        </p:nvSpPr>
        <p:spPr>
          <a:xfrm rot="16200000">
            <a:off x="9902958" y="4306546"/>
            <a:ext cx="1056701" cy="24622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Clients</a:t>
            </a: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45D1DC79-2EF4-42EE-9FDF-9A8C8CB63B99}"/>
              </a:ext>
            </a:extLst>
          </p:cNvPr>
          <p:cNvCxnSpPr>
            <a:cxnSpLocks/>
          </p:cNvCxnSpPr>
          <p:nvPr/>
        </p:nvCxnSpPr>
        <p:spPr>
          <a:xfrm>
            <a:off x="10053228" y="2667623"/>
            <a:ext cx="67437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822323F6-542A-4F7B-975B-5CF79F94372D}"/>
              </a:ext>
            </a:extLst>
          </p:cNvPr>
          <p:cNvCxnSpPr>
            <a:cxnSpLocks/>
          </p:cNvCxnSpPr>
          <p:nvPr/>
        </p:nvCxnSpPr>
        <p:spPr>
          <a:xfrm>
            <a:off x="10047177" y="3433973"/>
            <a:ext cx="68043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CB95B38C-97FD-4DD9-8F73-89635B99C19E}"/>
              </a:ext>
            </a:extLst>
          </p:cNvPr>
          <p:cNvCxnSpPr>
            <a:cxnSpLocks/>
          </p:cNvCxnSpPr>
          <p:nvPr/>
        </p:nvCxnSpPr>
        <p:spPr>
          <a:xfrm>
            <a:off x="10047177" y="4078167"/>
            <a:ext cx="68043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DBCFE49E-12DB-4AEF-8856-7B1DABD537C7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5897896" y="2171991"/>
            <a:ext cx="3988" cy="4558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94023719-9321-4A3B-AB85-5D9446FEF6FB}"/>
              </a:ext>
            </a:extLst>
          </p:cNvPr>
          <p:cNvCxnSpPr>
            <a:cxnSpLocks/>
          </p:cNvCxnSpPr>
          <p:nvPr/>
        </p:nvCxnSpPr>
        <p:spPr>
          <a:xfrm>
            <a:off x="3814476" y="2144273"/>
            <a:ext cx="0" cy="48358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0DECE9C5-3375-47B8-9814-ACBB2C3510D6}"/>
              </a:ext>
            </a:extLst>
          </p:cNvPr>
          <p:cNvCxnSpPr>
            <a:cxnSpLocks/>
          </p:cNvCxnSpPr>
          <p:nvPr/>
        </p:nvCxnSpPr>
        <p:spPr>
          <a:xfrm>
            <a:off x="8685275" y="2179288"/>
            <a:ext cx="0" cy="44856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41D60DEE-EE1D-48DF-A490-F4B45DA831A3}"/>
              </a:ext>
            </a:extLst>
          </p:cNvPr>
          <p:cNvCxnSpPr>
            <a:cxnSpLocks/>
          </p:cNvCxnSpPr>
          <p:nvPr/>
        </p:nvCxnSpPr>
        <p:spPr>
          <a:xfrm>
            <a:off x="2252306" y="1550764"/>
            <a:ext cx="54065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8DE56E1A-0F92-4A2A-B6E1-D4ED5B5115A7}"/>
              </a:ext>
            </a:extLst>
          </p:cNvPr>
          <p:cNvCxnSpPr>
            <a:cxnSpLocks/>
          </p:cNvCxnSpPr>
          <p:nvPr/>
        </p:nvCxnSpPr>
        <p:spPr>
          <a:xfrm>
            <a:off x="2151529" y="3140968"/>
            <a:ext cx="32071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A9D60DAC-B5E2-4B80-A2D1-28A2C43A9860}"/>
              </a:ext>
            </a:extLst>
          </p:cNvPr>
          <p:cNvCxnSpPr>
            <a:cxnSpLocks/>
          </p:cNvCxnSpPr>
          <p:nvPr/>
        </p:nvCxnSpPr>
        <p:spPr>
          <a:xfrm>
            <a:off x="2151529" y="4094561"/>
            <a:ext cx="11305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041109E0-8340-4378-BD33-8AF0E81A7D71}"/>
              </a:ext>
            </a:extLst>
          </p:cNvPr>
          <p:cNvCxnSpPr>
            <a:cxnSpLocks/>
          </p:cNvCxnSpPr>
          <p:nvPr/>
        </p:nvCxnSpPr>
        <p:spPr>
          <a:xfrm>
            <a:off x="828071" y="3140968"/>
            <a:ext cx="32071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44F7BFC5-C8CD-4954-AB2A-AFBE8A52BB38}"/>
              </a:ext>
            </a:extLst>
          </p:cNvPr>
          <p:cNvCxnSpPr>
            <a:cxnSpLocks/>
          </p:cNvCxnSpPr>
          <p:nvPr/>
        </p:nvCxnSpPr>
        <p:spPr>
          <a:xfrm>
            <a:off x="828071" y="3264918"/>
            <a:ext cx="32071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E4657B50-3424-4B91-8744-6E51BDA4E05C}"/>
              </a:ext>
            </a:extLst>
          </p:cNvPr>
          <p:cNvCxnSpPr>
            <a:cxnSpLocks/>
          </p:cNvCxnSpPr>
          <p:nvPr/>
        </p:nvCxnSpPr>
        <p:spPr>
          <a:xfrm>
            <a:off x="828071" y="3396672"/>
            <a:ext cx="32071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129C4546-50ED-40FE-A9A6-803667C9E95F}"/>
              </a:ext>
            </a:extLst>
          </p:cNvPr>
          <p:cNvCxnSpPr>
            <a:cxnSpLocks/>
          </p:cNvCxnSpPr>
          <p:nvPr/>
        </p:nvCxnSpPr>
        <p:spPr>
          <a:xfrm>
            <a:off x="828071" y="3573463"/>
            <a:ext cx="32071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040F0BBB-D0F5-428B-9593-B2C10D6B3B17}"/>
              </a:ext>
            </a:extLst>
          </p:cNvPr>
          <p:cNvCxnSpPr>
            <a:cxnSpLocks/>
          </p:cNvCxnSpPr>
          <p:nvPr/>
        </p:nvCxnSpPr>
        <p:spPr>
          <a:xfrm>
            <a:off x="828071" y="3729428"/>
            <a:ext cx="32071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94968C9-4D9E-45EE-8893-A1C18F0E65BB}"/>
              </a:ext>
            </a:extLst>
          </p:cNvPr>
          <p:cNvSpPr/>
          <p:nvPr/>
        </p:nvSpPr>
        <p:spPr>
          <a:xfrm>
            <a:off x="10727607" y="2144273"/>
            <a:ext cx="1386248" cy="2347301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ysClr val="windowText" lastClr="00000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99D2D33-6BD5-4667-8864-210E4CC1CF96}"/>
              </a:ext>
            </a:extLst>
          </p:cNvPr>
          <p:cNvSpPr txBox="1"/>
          <p:nvPr/>
        </p:nvSpPr>
        <p:spPr>
          <a:xfrm>
            <a:off x="3285283" y="4794969"/>
            <a:ext cx="671979" cy="24622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  <a:t>Compute</a:t>
            </a:r>
            <a:endParaRPr lang="en-GB" sz="1000" b="1" dirty="0">
              <a:solidFill>
                <a:schemeClr val="bg1"/>
              </a:solidFill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8206422-DA41-460C-8A4B-540FD2558E02}"/>
              </a:ext>
            </a:extLst>
          </p:cNvPr>
          <p:cNvSpPr txBox="1"/>
          <p:nvPr/>
        </p:nvSpPr>
        <p:spPr>
          <a:xfrm>
            <a:off x="10967986" y="4249760"/>
            <a:ext cx="904415" cy="24622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+mn-lt"/>
                <a:ea typeface="Roboto Light" charset="0"/>
                <a:cs typeface="Roboto Light" charset="0"/>
              </a:rPr>
              <a:t>Advanced ML</a:t>
            </a:r>
            <a:endParaRPr lang="en-GB" sz="1000" b="1" dirty="0">
              <a:solidFill>
                <a:schemeClr val="bg1"/>
              </a:solidFill>
              <a:latin typeface="+mn-lt"/>
              <a:ea typeface="Roboto Light" charset="0"/>
              <a:cs typeface="Roboto Light" charset="0"/>
            </a:endParaRPr>
          </a:p>
        </p:txBody>
      </p:sp>
      <p:pic>
        <p:nvPicPr>
          <p:cNvPr id="119" name="그림 118">
            <a:extLst>
              <a:ext uri="{FF2B5EF4-FFF2-40B4-BE49-F238E27FC236}">
                <a16:creationId xmlns:a16="http://schemas.microsoft.com/office/drawing/2014/main" id="{9F53B1F2-3AF8-4B0D-B07B-F3B42AE9EE65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562983" y="3140968"/>
            <a:ext cx="404269" cy="337509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BF4C24D8-4DDE-449F-B8D2-4AEAF740107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135037" y="3140968"/>
            <a:ext cx="404269" cy="337509"/>
          </a:xfrm>
          <a:prstGeom prst="rect">
            <a:avLst/>
          </a:prstGeom>
        </p:spPr>
      </p:pic>
      <p:pic>
        <p:nvPicPr>
          <p:cNvPr id="125" name="그림 124">
            <a:extLst>
              <a:ext uri="{FF2B5EF4-FFF2-40B4-BE49-F238E27FC236}">
                <a16:creationId xmlns:a16="http://schemas.microsoft.com/office/drawing/2014/main" id="{E0682767-552C-4AF5-94A7-CB672C791F5E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539306" y="3140968"/>
            <a:ext cx="404269" cy="337509"/>
          </a:xfrm>
          <a:prstGeom prst="rect">
            <a:avLst/>
          </a:prstGeom>
        </p:spPr>
      </p:pic>
      <p:pic>
        <p:nvPicPr>
          <p:cNvPr id="126" name="그림 125">
            <a:extLst>
              <a:ext uri="{FF2B5EF4-FFF2-40B4-BE49-F238E27FC236}">
                <a16:creationId xmlns:a16="http://schemas.microsoft.com/office/drawing/2014/main" id="{72860FDA-725E-4025-A102-D898BDB9FD11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936633" y="3140968"/>
            <a:ext cx="404269" cy="337509"/>
          </a:xfrm>
          <a:prstGeom prst="rect">
            <a:avLst/>
          </a:prstGeom>
        </p:spPr>
      </p:pic>
      <p:pic>
        <p:nvPicPr>
          <p:cNvPr id="127" name="그림 126">
            <a:extLst>
              <a:ext uri="{FF2B5EF4-FFF2-40B4-BE49-F238E27FC236}">
                <a16:creationId xmlns:a16="http://schemas.microsoft.com/office/drawing/2014/main" id="{676496B3-967C-4A15-AD29-816445AFBA6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349498" y="3140968"/>
            <a:ext cx="404269" cy="337509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637E0C10-C5C3-4430-8108-DC1AE4B2CF43}"/>
              </a:ext>
            </a:extLst>
          </p:cNvPr>
          <p:cNvSpPr txBox="1"/>
          <p:nvPr/>
        </p:nvSpPr>
        <p:spPr>
          <a:xfrm>
            <a:off x="302490" y="4437112"/>
            <a:ext cx="338554" cy="323165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>
                    <a:lumMod val="50000"/>
                  </a:schemeClr>
                </a:solidFill>
                <a:ea typeface="Roboto Light" charset="0"/>
                <a:cs typeface="Roboto Light" charset="0"/>
              </a:defRPr>
            </a:lvl1pPr>
          </a:lstStyle>
          <a:p>
            <a:r>
              <a:rPr lang="en-US" altLang="ko-KR" sz="1500" dirty="0"/>
              <a:t>...</a:t>
            </a:r>
            <a:endParaRPr lang="en-GB" sz="1500" dirty="0"/>
          </a:p>
        </p:txBody>
      </p: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3AC65EE7-C444-4E94-87EF-987BD28E0C90}"/>
              </a:ext>
            </a:extLst>
          </p:cNvPr>
          <p:cNvCxnSpPr/>
          <p:nvPr/>
        </p:nvCxnSpPr>
        <p:spPr>
          <a:xfrm>
            <a:off x="1667798" y="3281502"/>
            <a:ext cx="0" cy="49085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4B03D234-9EFF-4F46-82EA-00B0A935A4A6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1667798" y="4416761"/>
            <a:ext cx="8121" cy="13008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2" name="그림 141">
            <a:extLst>
              <a:ext uri="{FF2B5EF4-FFF2-40B4-BE49-F238E27FC236}">
                <a16:creationId xmlns:a16="http://schemas.microsoft.com/office/drawing/2014/main" id="{758F5CB8-0958-4465-BF08-0513BB23D55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3487709" y="3140968"/>
            <a:ext cx="404269" cy="337509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5446EF8A-6EB5-4C4D-A8E8-8D3B65C16DC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3891978" y="3140968"/>
            <a:ext cx="404269" cy="337509"/>
          </a:xfrm>
          <a:prstGeom prst="rect">
            <a:avLst/>
          </a:prstGeom>
        </p:spPr>
      </p:pic>
      <p:pic>
        <p:nvPicPr>
          <p:cNvPr id="144" name="그림 143">
            <a:extLst>
              <a:ext uri="{FF2B5EF4-FFF2-40B4-BE49-F238E27FC236}">
                <a16:creationId xmlns:a16="http://schemas.microsoft.com/office/drawing/2014/main" id="{D8B0F72E-FE85-46ED-B7C8-922BF88252D3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4289305" y="3140968"/>
            <a:ext cx="404269" cy="337509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8A272638-0CAD-4B25-A732-94B35C737C3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4702170" y="3140968"/>
            <a:ext cx="404269" cy="337509"/>
          </a:xfrm>
          <a:prstGeom prst="rect">
            <a:avLst/>
          </a:prstGeom>
        </p:spPr>
      </p:pic>
      <p:pic>
        <p:nvPicPr>
          <p:cNvPr id="146" name="그림 145">
            <a:extLst>
              <a:ext uri="{FF2B5EF4-FFF2-40B4-BE49-F238E27FC236}">
                <a16:creationId xmlns:a16="http://schemas.microsoft.com/office/drawing/2014/main" id="{D42F0841-7A71-443C-B478-B5D73EBD8A13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3487709" y="3478477"/>
            <a:ext cx="404269" cy="337509"/>
          </a:xfrm>
          <a:prstGeom prst="rect">
            <a:avLst/>
          </a:prstGeom>
        </p:spPr>
      </p:pic>
      <p:pic>
        <p:nvPicPr>
          <p:cNvPr id="147" name="그림 146">
            <a:extLst>
              <a:ext uri="{FF2B5EF4-FFF2-40B4-BE49-F238E27FC236}">
                <a16:creationId xmlns:a16="http://schemas.microsoft.com/office/drawing/2014/main" id="{790E89B2-E65A-4F1F-8EE8-2BB02BAD43F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3891978" y="3478477"/>
            <a:ext cx="404269" cy="337509"/>
          </a:xfrm>
          <a:prstGeom prst="rect">
            <a:avLst/>
          </a:prstGeom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B2E50A6F-03DD-4592-A841-76CA889C074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4289305" y="3478477"/>
            <a:ext cx="404269" cy="337509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0674CD07-2DF5-4DEB-93F1-8DA8E19A156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4702170" y="3478477"/>
            <a:ext cx="404269" cy="337509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EE4AB924-843E-445E-B286-CA0F135CE42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9425552" y="3140939"/>
            <a:ext cx="404269" cy="337509"/>
          </a:xfrm>
          <a:prstGeom prst="rect">
            <a:avLst/>
          </a:prstGeom>
        </p:spPr>
      </p:pic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4A7D9153-6627-4A43-A435-623831DBB92A}"/>
              </a:ext>
            </a:extLst>
          </p:cNvPr>
          <p:cNvSpPr/>
          <p:nvPr/>
        </p:nvSpPr>
        <p:spPr>
          <a:xfrm>
            <a:off x="3706271" y="2605566"/>
            <a:ext cx="5630089" cy="177371"/>
          </a:xfrm>
          <a:prstGeom prst="roundRect">
            <a:avLst>
              <a:gd name="adj" fmla="val 39877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Automatic workload routing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CCC87B6-AC28-4C01-A1A3-B4CA51A0DB02}"/>
              </a:ext>
            </a:extLst>
          </p:cNvPr>
          <p:cNvSpPr txBox="1"/>
          <p:nvPr/>
        </p:nvSpPr>
        <p:spPr>
          <a:xfrm>
            <a:off x="3289299" y="1070107"/>
            <a:ext cx="777777" cy="19351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altLang="ko-KR" sz="10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</a:t>
            </a:r>
            <a:endParaRPr lang="en-GB" sz="1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원통형 160">
            <a:extLst>
              <a:ext uri="{FF2B5EF4-FFF2-40B4-BE49-F238E27FC236}">
                <a16:creationId xmlns:a16="http://schemas.microsoft.com/office/drawing/2014/main" id="{C5E81EC6-D125-4FBE-B37E-94A091566046}"/>
              </a:ext>
            </a:extLst>
          </p:cNvPr>
          <p:cNvSpPr/>
          <p:nvPr/>
        </p:nvSpPr>
        <p:spPr>
          <a:xfrm>
            <a:off x="3282077" y="6400225"/>
            <a:ext cx="4109323" cy="394446"/>
          </a:xfrm>
          <a:prstGeom prst="can">
            <a:avLst>
              <a:gd name="adj" fmla="val 467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 err="1">
              <a:solidFill>
                <a:sysClr val="windowText" lastClr="000000"/>
              </a:solidFill>
            </a:endParaRPr>
          </a:p>
        </p:txBody>
      </p:sp>
      <p:sp>
        <p:nvSpPr>
          <p:cNvPr id="158" name="원통형 157">
            <a:extLst>
              <a:ext uri="{FF2B5EF4-FFF2-40B4-BE49-F238E27FC236}">
                <a16:creationId xmlns:a16="http://schemas.microsoft.com/office/drawing/2014/main" id="{DC1DC14C-9C0B-40C5-94C0-EA93CCC2A8FB}"/>
              </a:ext>
            </a:extLst>
          </p:cNvPr>
          <p:cNvSpPr/>
          <p:nvPr/>
        </p:nvSpPr>
        <p:spPr>
          <a:xfrm>
            <a:off x="3282077" y="6145062"/>
            <a:ext cx="4109323" cy="394446"/>
          </a:xfrm>
          <a:prstGeom prst="can">
            <a:avLst>
              <a:gd name="adj" fmla="val 467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 err="1">
              <a:solidFill>
                <a:sysClr val="windowText" lastClr="000000"/>
              </a:solidFill>
            </a:endParaRPr>
          </a:p>
        </p:txBody>
      </p:sp>
      <p:sp>
        <p:nvSpPr>
          <p:cNvPr id="159" name="원통형 158">
            <a:extLst>
              <a:ext uri="{FF2B5EF4-FFF2-40B4-BE49-F238E27FC236}">
                <a16:creationId xmlns:a16="http://schemas.microsoft.com/office/drawing/2014/main" id="{A5456A45-E43F-4C19-A11D-959FBBD6E596}"/>
              </a:ext>
            </a:extLst>
          </p:cNvPr>
          <p:cNvSpPr/>
          <p:nvPr/>
        </p:nvSpPr>
        <p:spPr>
          <a:xfrm>
            <a:off x="3282077" y="5897157"/>
            <a:ext cx="4109323" cy="394446"/>
          </a:xfrm>
          <a:prstGeom prst="can">
            <a:avLst>
              <a:gd name="adj" fmla="val 467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 err="1">
              <a:solidFill>
                <a:sysClr val="windowText" lastClr="000000"/>
              </a:solidFill>
            </a:endParaRPr>
          </a:p>
        </p:txBody>
      </p:sp>
      <p:sp>
        <p:nvSpPr>
          <p:cNvPr id="13" name="원통형 12">
            <a:extLst>
              <a:ext uri="{FF2B5EF4-FFF2-40B4-BE49-F238E27FC236}">
                <a16:creationId xmlns:a16="http://schemas.microsoft.com/office/drawing/2014/main" id="{0696F681-76BB-4EB3-BF8F-55D1A338F84F}"/>
              </a:ext>
            </a:extLst>
          </p:cNvPr>
          <p:cNvSpPr/>
          <p:nvPr/>
        </p:nvSpPr>
        <p:spPr>
          <a:xfrm>
            <a:off x="3282077" y="5431465"/>
            <a:ext cx="4109323" cy="622807"/>
          </a:xfrm>
          <a:prstGeom prst="can">
            <a:avLst>
              <a:gd name="adj" fmla="val 385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 err="1">
              <a:solidFill>
                <a:sysClr val="windowText" lastClr="00000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6E75B54-723A-4E38-A2B5-6876A7520B79}"/>
              </a:ext>
            </a:extLst>
          </p:cNvPr>
          <p:cNvSpPr txBox="1"/>
          <p:nvPr/>
        </p:nvSpPr>
        <p:spPr>
          <a:xfrm>
            <a:off x="4929978" y="5748520"/>
            <a:ext cx="1071127" cy="24622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bucket</a:t>
            </a:r>
            <a:endParaRPr lang="en-GB" sz="10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78B2864-225E-4276-8210-6EB38A886794}"/>
              </a:ext>
            </a:extLst>
          </p:cNvPr>
          <p:cNvSpPr txBox="1"/>
          <p:nvPr/>
        </p:nvSpPr>
        <p:spPr>
          <a:xfrm>
            <a:off x="4824981" y="6058081"/>
            <a:ext cx="1281120" cy="24622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data bucket</a:t>
            </a:r>
            <a:endParaRPr lang="en-GB" sz="10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1FCEA32-580D-4519-B76F-73BA3F32CC33}"/>
              </a:ext>
            </a:extLst>
          </p:cNvPr>
          <p:cNvSpPr txBox="1"/>
          <p:nvPr/>
        </p:nvSpPr>
        <p:spPr>
          <a:xfrm>
            <a:off x="4985282" y="6303891"/>
            <a:ext cx="960519" cy="24622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Backup bucket</a:t>
            </a:r>
            <a:endParaRPr lang="en-GB" sz="10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B0834C0-FB69-4B25-BB90-55BB76AC3B04}"/>
              </a:ext>
            </a:extLst>
          </p:cNvPr>
          <p:cNvSpPr txBox="1"/>
          <p:nvPr/>
        </p:nvSpPr>
        <p:spPr>
          <a:xfrm>
            <a:off x="5023753" y="6567155"/>
            <a:ext cx="883576" cy="24622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bucket</a:t>
            </a:r>
            <a:endParaRPr lang="en-GB" sz="10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1F624C-3035-438B-BE10-213AA0AE1A43}"/>
              </a:ext>
            </a:extLst>
          </p:cNvPr>
          <p:cNvSpPr txBox="1"/>
          <p:nvPr/>
        </p:nvSpPr>
        <p:spPr>
          <a:xfrm>
            <a:off x="3284607" y="5558072"/>
            <a:ext cx="846707" cy="24622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none" lIns="91440" tIns="45720" rIns="91440" bIns="45720" rtlCol="0" anchor="t" anchorCtr="0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chemeClr val="bg1"/>
                </a:solidFill>
                <a:ea typeface="Roboto Light" charset="0"/>
                <a:cs typeface="Roboto Light" charset="0"/>
              </a:defRPr>
            </a:lvl1pPr>
          </a:lstStyle>
          <a:p>
            <a:r>
              <a:rPr lang="en-US" altLang="ko-KR"/>
              <a:t>Object Store</a:t>
            </a:r>
            <a:endParaRPr lang="en-GB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3C2A452-2CA5-4291-973A-EE4ACCDCD3C1}"/>
              </a:ext>
            </a:extLst>
          </p:cNvPr>
          <p:cNvCxnSpPr>
            <a:cxnSpLocks/>
          </p:cNvCxnSpPr>
          <p:nvPr/>
        </p:nvCxnSpPr>
        <p:spPr>
          <a:xfrm flipV="1">
            <a:off x="7005596" y="5048250"/>
            <a:ext cx="0" cy="111705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4F625561-7914-4A2E-8879-7A05F8C9BE70}"/>
              </a:ext>
            </a:extLst>
          </p:cNvPr>
          <p:cNvCxnSpPr>
            <a:cxnSpLocks/>
          </p:cNvCxnSpPr>
          <p:nvPr/>
        </p:nvCxnSpPr>
        <p:spPr>
          <a:xfrm>
            <a:off x="4862411" y="5048250"/>
            <a:ext cx="0" cy="14224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44E83882-6B13-4DAE-9CFC-C7588FE44DC5}"/>
              </a:ext>
            </a:extLst>
          </p:cNvPr>
          <p:cNvCxnSpPr>
            <a:cxnSpLocks/>
          </p:cNvCxnSpPr>
          <p:nvPr/>
        </p:nvCxnSpPr>
        <p:spPr>
          <a:xfrm>
            <a:off x="5559398" y="5067300"/>
            <a:ext cx="0" cy="80433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7348CC16-EAEE-44FE-AE2E-1160017C5603}"/>
              </a:ext>
            </a:extLst>
          </p:cNvPr>
          <p:cNvCxnSpPr>
            <a:cxnSpLocks/>
          </p:cNvCxnSpPr>
          <p:nvPr/>
        </p:nvCxnSpPr>
        <p:spPr>
          <a:xfrm>
            <a:off x="2151529" y="6146254"/>
            <a:ext cx="15547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E854B84D-1437-4FBC-B1AA-50F26AD523BE}"/>
              </a:ext>
            </a:extLst>
          </p:cNvPr>
          <p:cNvSpPr txBox="1"/>
          <p:nvPr/>
        </p:nvSpPr>
        <p:spPr>
          <a:xfrm>
            <a:off x="5177753" y="5158903"/>
            <a:ext cx="750526" cy="190117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</a:t>
            </a:r>
            <a:endParaRPr lang="en-GB" sz="9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AFE67908-AB01-4922-A794-CBAD7A164333}"/>
              </a:ext>
            </a:extLst>
          </p:cNvPr>
          <p:cNvSpPr txBox="1"/>
          <p:nvPr/>
        </p:nvSpPr>
        <p:spPr>
          <a:xfrm>
            <a:off x="4067076" y="5134377"/>
            <a:ext cx="1119899" cy="308739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ts val="2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Backup &amp;</a:t>
            </a:r>
          </a:p>
          <a:p>
            <a:pPr algn="ctr">
              <a:lnSpc>
                <a:spcPts val="2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Recovery</a:t>
            </a:r>
            <a:endParaRPr lang="en-GB" sz="9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" name="자유형: 도형 173">
            <a:extLst>
              <a:ext uri="{FF2B5EF4-FFF2-40B4-BE49-F238E27FC236}">
                <a16:creationId xmlns:a16="http://schemas.microsoft.com/office/drawing/2014/main" id="{4076F34F-449D-46C9-91DC-C4DA9E6D0A14}"/>
              </a:ext>
            </a:extLst>
          </p:cNvPr>
          <p:cNvSpPr/>
          <p:nvPr/>
        </p:nvSpPr>
        <p:spPr>
          <a:xfrm>
            <a:off x="9534584" y="4582726"/>
            <a:ext cx="1860248" cy="1053942"/>
          </a:xfrm>
          <a:custGeom>
            <a:avLst/>
            <a:gdLst>
              <a:gd name="connsiteX0" fmla="*/ 2762383 w 2762383"/>
              <a:gd name="connsiteY0" fmla="*/ 1425952 h 1425952"/>
              <a:gd name="connsiteX1" fmla="*/ 2762383 w 2762383"/>
              <a:gd name="connsiteY1" fmla="*/ 722568 h 1425952"/>
              <a:gd name="connsiteX2" fmla="*/ 1029499 w 2762383"/>
              <a:gd name="connsiteY2" fmla="*/ 722568 h 1425952"/>
              <a:gd name="connsiteX3" fmla="*/ 1029499 w 2762383"/>
              <a:gd name="connsiteY3" fmla="*/ 0 h 1425952"/>
              <a:gd name="connsiteX4" fmla="*/ 0 w 2762383"/>
              <a:gd name="connsiteY4" fmla="*/ 0 h 1425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2383" h="1425952">
                <a:moveTo>
                  <a:pt x="2762383" y="1425952"/>
                </a:moveTo>
                <a:lnTo>
                  <a:pt x="2762383" y="722568"/>
                </a:lnTo>
                <a:lnTo>
                  <a:pt x="1029499" y="722568"/>
                </a:lnTo>
                <a:lnTo>
                  <a:pt x="1029499" y="0"/>
                </a:lnTo>
                <a:lnTo>
                  <a:pt x="0" y="0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원통형 58">
            <a:extLst>
              <a:ext uri="{FF2B5EF4-FFF2-40B4-BE49-F238E27FC236}">
                <a16:creationId xmlns:a16="http://schemas.microsoft.com/office/drawing/2014/main" id="{80719D84-1BA0-1C7D-E79C-BCD2ADDE1876}"/>
              </a:ext>
            </a:extLst>
          </p:cNvPr>
          <p:cNvSpPr/>
          <p:nvPr/>
        </p:nvSpPr>
        <p:spPr>
          <a:xfrm>
            <a:off x="3282077" y="5435680"/>
            <a:ext cx="4110067" cy="1373746"/>
          </a:xfrm>
          <a:prstGeom prst="can">
            <a:avLst>
              <a:gd name="adj" fmla="val 15912"/>
            </a:avLst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 err="1">
              <a:solidFill>
                <a:sysClr val="windowText" lastClr="000000"/>
              </a:solidFill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6956DBA7-453E-3D90-30F6-0C64C2CDB36F}"/>
              </a:ext>
            </a:extLst>
          </p:cNvPr>
          <p:cNvCxnSpPr>
            <a:cxnSpLocks/>
          </p:cNvCxnSpPr>
          <p:nvPr/>
        </p:nvCxnSpPr>
        <p:spPr>
          <a:xfrm flipV="1">
            <a:off x="7188908" y="5048250"/>
            <a:ext cx="0" cy="159113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원통형 71">
            <a:extLst>
              <a:ext uri="{FF2B5EF4-FFF2-40B4-BE49-F238E27FC236}">
                <a16:creationId xmlns:a16="http://schemas.microsoft.com/office/drawing/2014/main" id="{BE6C9E5C-4DE2-3CB4-5C7A-EA7E7B79053C}"/>
              </a:ext>
            </a:extLst>
          </p:cNvPr>
          <p:cNvSpPr/>
          <p:nvPr/>
        </p:nvSpPr>
        <p:spPr>
          <a:xfrm>
            <a:off x="7820790" y="5897157"/>
            <a:ext cx="2226387" cy="394446"/>
          </a:xfrm>
          <a:prstGeom prst="can">
            <a:avLst>
              <a:gd name="adj" fmla="val 46700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 err="1">
              <a:solidFill>
                <a:sysClr val="windowText" lastClr="000000"/>
              </a:solidFill>
            </a:endParaRPr>
          </a:p>
        </p:txBody>
      </p:sp>
      <p:sp>
        <p:nvSpPr>
          <p:cNvPr id="73" name="원통형 72">
            <a:extLst>
              <a:ext uri="{FF2B5EF4-FFF2-40B4-BE49-F238E27FC236}">
                <a16:creationId xmlns:a16="http://schemas.microsoft.com/office/drawing/2014/main" id="{CC0E47B2-C250-B0DB-5BBA-1CA200309AD8}"/>
              </a:ext>
            </a:extLst>
          </p:cNvPr>
          <p:cNvSpPr/>
          <p:nvPr/>
        </p:nvSpPr>
        <p:spPr>
          <a:xfrm>
            <a:off x="7820790" y="5431465"/>
            <a:ext cx="2226387" cy="622807"/>
          </a:xfrm>
          <a:prstGeom prst="can">
            <a:avLst>
              <a:gd name="adj" fmla="val 38562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 err="1">
              <a:solidFill>
                <a:sysClr val="windowText" lastClr="00000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8328AF6-D8B4-894F-EA61-2BA29CEC919C}"/>
              </a:ext>
            </a:extLst>
          </p:cNvPr>
          <p:cNvSpPr txBox="1"/>
          <p:nvPr/>
        </p:nvSpPr>
        <p:spPr>
          <a:xfrm>
            <a:off x="8461746" y="5748520"/>
            <a:ext cx="1071127" cy="24622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+mn-lt"/>
                <a:ea typeface="Roboto Light" charset="0"/>
                <a:cs typeface="Roboto Light" charset="0"/>
              </a:rPr>
              <a:t>ILM</a:t>
            </a:r>
            <a:endParaRPr lang="en-GB" sz="1000" dirty="0">
              <a:solidFill>
                <a:schemeClr val="bg1">
                  <a:lumMod val="50000"/>
                </a:schemeClr>
              </a:solidFill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455EE63-456B-80B6-68B0-B5C632C891B2}"/>
              </a:ext>
            </a:extLst>
          </p:cNvPr>
          <p:cNvSpPr txBox="1"/>
          <p:nvPr/>
        </p:nvSpPr>
        <p:spPr>
          <a:xfrm>
            <a:off x="8356749" y="6058081"/>
            <a:ext cx="1281120" cy="24622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+mn-lt"/>
                <a:ea typeface="Roboto Light" charset="0"/>
                <a:cs typeface="Roboto Light" charset="0"/>
              </a:rPr>
              <a:t>External data</a:t>
            </a:r>
            <a:endParaRPr lang="en-GB" sz="1000" dirty="0">
              <a:solidFill>
                <a:schemeClr val="bg1">
                  <a:lumMod val="50000"/>
                </a:schemeClr>
              </a:solidFill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16753FB-D690-DA63-474C-0FE95753BFB3}"/>
              </a:ext>
            </a:extLst>
          </p:cNvPr>
          <p:cNvSpPr txBox="1"/>
          <p:nvPr/>
        </p:nvSpPr>
        <p:spPr>
          <a:xfrm>
            <a:off x="7824192" y="5558072"/>
            <a:ext cx="465192" cy="24622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none" lIns="91440" tIns="45720" rIns="91440" bIns="45720" rtlCol="0" anchor="t" anchorCtr="0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chemeClr val="bg1"/>
                </a:solidFill>
                <a:ea typeface="Roboto Light" charset="0"/>
                <a:cs typeface="Roboto Light" charset="0"/>
              </a:defRPr>
            </a:lvl1pPr>
          </a:lstStyle>
          <a:p>
            <a:r>
              <a:rPr lang="en-US" altLang="ko-KR"/>
              <a:t>HDFS</a:t>
            </a:r>
            <a:endParaRPr lang="en-GB" dirty="0"/>
          </a:p>
        </p:txBody>
      </p:sp>
      <p:sp>
        <p:nvSpPr>
          <p:cNvPr id="128" name="원통형 127">
            <a:extLst>
              <a:ext uri="{FF2B5EF4-FFF2-40B4-BE49-F238E27FC236}">
                <a16:creationId xmlns:a16="http://schemas.microsoft.com/office/drawing/2014/main" id="{ACBBCDD0-7A9C-6EAA-CA46-4F9363070D43}"/>
              </a:ext>
            </a:extLst>
          </p:cNvPr>
          <p:cNvSpPr/>
          <p:nvPr/>
        </p:nvSpPr>
        <p:spPr>
          <a:xfrm>
            <a:off x="7820790" y="5435680"/>
            <a:ext cx="2226387" cy="855923"/>
          </a:xfrm>
          <a:prstGeom prst="can">
            <a:avLst>
              <a:gd name="adj" fmla="val 26298"/>
            </a:avLst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 err="1">
              <a:solidFill>
                <a:sysClr val="windowText" lastClr="000000"/>
              </a:solidFill>
            </a:endParaRPr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879F5CF7-0541-8FB8-E96E-2F8156125E08}"/>
              </a:ext>
            </a:extLst>
          </p:cNvPr>
          <p:cNvCxnSpPr>
            <a:cxnSpLocks/>
          </p:cNvCxnSpPr>
          <p:nvPr/>
        </p:nvCxnSpPr>
        <p:spPr>
          <a:xfrm>
            <a:off x="8604008" y="5067300"/>
            <a:ext cx="0" cy="80433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A41348FA-AC67-87DB-39BB-F3AE2091944B}"/>
              </a:ext>
            </a:extLst>
          </p:cNvPr>
          <p:cNvSpPr txBox="1"/>
          <p:nvPr/>
        </p:nvSpPr>
        <p:spPr>
          <a:xfrm>
            <a:off x="8347398" y="5158903"/>
            <a:ext cx="500457" cy="190117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Export</a:t>
            </a:r>
            <a:endParaRPr lang="en-GB" sz="9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349BCD4-21EB-0974-9BB8-90085E7E3B96}"/>
              </a:ext>
            </a:extLst>
          </p:cNvPr>
          <p:cNvSpPr txBox="1"/>
          <p:nvPr/>
        </p:nvSpPr>
        <p:spPr>
          <a:xfrm>
            <a:off x="8971043" y="5134377"/>
            <a:ext cx="944489" cy="308739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ts val="2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data</a:t>
            </a:r>
          </a:p>
          <a:p>
            <a:pPr algn="ctr">
              <a:lnSpc>
                <a:spcPts val="200"/>
              </a:lnSpc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arquet </a:t>
            </a:r>
            <a:r>
              <a:rPr lang="en-US" altLang="ko-KR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 ORC</a:t>
            </a: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9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0CE5A34B-3F00-44F6-E7DB-95EB6118FEBB}"/>
              </a:ext>
            </a:extLst>
          </p:cNvPr>
          <p:cNvCxnSpPr>
            <a:cxnSpLocks/>
          </p:cNvCxnSpPr>
          <p:nvPr/>
        </p:nvCxnSpPr>
        <p:spPr>
          <a:xfrm flipV="1">
            <a:off x="9336088" y="5048250"/>
            <a:ext cx="0" cy="85892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A7F53C64-40B4-1159-0EA8-6ADADB47B196}"/>
              </a:ext>
            </a:extLst>
          </p:cNvPr>
          <p:cNvCxnSpPr>
            <a:cxnSpLocks/>
          </p:cNvCxnSpPr>
          <p:nvPr/>
        </p:nvCxnSpPr>
        <p:spPr>
          <a:xfrm flipV="1">
            <a:off x="9532873" y="5048250"/>
            <a:ext cx="0" cy="113294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0BF3FA9B-5F7C-9D22-CFB7-9600D94CD743}"/>
              </a:ext>
            </a:extLst>
          </p:cNvPr>
          <p:cNvCxnSpPr>
            <a:cxnSpLocks/>
          </p:cNvCxnSpPr>
          <p:nvPr/>
        </p:nvCxnSpPr>
        <p:spPr>
          <a:xfrm>
            <a:off x="6287739" y="5067300"/>
            <a:ext cx="0" cy="11557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46BDDE2F-C033-D9CF-6C41-3F66CC11705A}"/>
              </a:ext>
            </a:extLst>
          </p:cNvPr>
          <p:cNvSpPr txBox="1"/>
          <p:nvPr/>
        </p:nvSpPr>
        <p:spPr>
          <a:xfrm>
            <a:off x="6031129" y="5158903"/>
            <a:ext cx="500457" cy="190117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Export</a:t>
            </a:r>
            <a:endParaRPr lang="en-GB" sz="9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6383395B-8892-899A-5B3D-E48250370246}"/>
              </a:ext>
            </a:extLst>
          </p:cNvPr>
          <p:cNvSpPr txBox="1"/>
          <p:nvPr/>
        </p:nvSpPr>
        <p:spPr>
          <a:xfrm>
            <a:off x="6743129" y="1054867"/>
            <a:ext cx="667170" cy="19351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</a:t>
            </a:r>
            <a:endParaRPr lang="en-GB" sz="1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F08BDFE-8406-9980-BD20-DE35358BB2AB}"/>
              </a:ext>
            </a:extLst>
          </p:cNvPr>
          <p:cNvSpPr txBox="1"/>
          <p:nvPr/>
        </p:nvSpPr>
        <p:spPr>
          <a:xfrm>
            <a:off x="4002270" y="1078692"/>
            <a:ext cx="2529314" cy="69506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ea typeface="Roboto Light" charset="0"/>
              </a:rPr>
              <a:t>Batch / CRM / Closing account</a:t>
            </a:r>
            <a:br>
              <a:rPr lang="en-US" altLang="ko-KR" sz="1000" b="1" dirty="0">
                <a:solidFill>
                  <a:schemeClr val="bg1"/>
                </a:solidFill>
                <a:ea typeface="Roboto Light" charset="0"/>
              </a:rPr>
            </a:br>
            <a:r>
              <a:rPr lang="en-US" altLang="ko-KR" sz="1000" b="1" dirty="0">
                <a:solidFill>
                  <a:schemeClr val="bg1"/>
                </a:solidFill>
                <a:ea typeface="Roboto Light" charset="0"/>
              </a:rPr>
              <a:t>Compliance / Report</a:t>
            </a:r>
          </a:p>
          <a:p>
            <a:endParaRPr lang="en-GB" sz="1000" b="1" dirty="0">
              <a:ea typeface="Roboto Light" charset="0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96B942B8-6B5D-9190-141F-C9A0BCBD40F4}"/>
              </a:ext>
            </a:extLst>
          </p:cNvPr>
          <p:cNvSpPr/>
          <p:nvPr/>
        </p:nvSpPr>
        <p:spPr>
          <a:xfrm>
            <a:off x="6739287" y="1052736"/>
            <a:ext cx="3250800" cy="48074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700"/>
              </a:lnSpc>
            </a:pPr>
            <a:endParaRPr lang="en-GB" sz="100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71AF64D-E9B3-92C6-E94F-F5080F429B62}"/>
              </a:ext>
            </a:extLst>
          </p:cNvPr>
          <p:cNvSpPr txBox="1"/>
          <p:nvPr/>
        </p:nvSpPr>
        <p:spPr>
          <a:xfrm>
            <a:off x="7392144" y="1078692"/>
            <a:ext cx="2674130" cy="424347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>
              <a:lnSpc>
                <a:spcPts val="700"/>
              </a:lnSpc>
            </a:pPr>
            <a:r>
              <a:rPr lang="en-GB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Intelligence / In-DB</a:t>
            </a:r>
            <a:r>
              <a:rPr lang="en-GB" altLang="ko-KR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</a:t>
            </a:r>
            <a:r>
              <a:rPr lang="en-GB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achine Learning</a:t>
            </a:r>
          </a:p>
          <a:p>
            <a:pPr>
              <a:lnSpc>
                <a:spcPts val="7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User Computing(EUC) / </a:t>
            </a:r>
            <a:r>
              <a:rPr lang="en-GB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Discovery</a:t>
            </a:r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49226DF9-95F4-3048-58B8-048C1C8545CF}"/>
              </a:ext>
            </a:extLst>
          </p:cNvPr>
          <p:cNvCxnSpPr>
            <a:cxnSpLocks/>
          </p:cNvCxnSpPr>
          <p:nvPr/>
        </p:nvCxnSpPr>
        <p:spPr>
          <a:xfrm flipH="1">
            <a:off x="4980041" y="1510624"/>
            <a:ext cx="3988" cy="4558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0027A029-8167-9D89-A806-6BFB9FA6E900}"/>
              </a:ext>
            </a:extLst>
          </p:cNvPr>
          <p:cNvCxnSpPr>
            <a:cxnSpLocks/>
          </p:cNvCxnSpPr>
          <p:nvPr/>
        </p:nvCxnSpPr>
        <p:spPr>
          <a:xfrm flipH="1">
            <a:off x="7003500" y="1510624"/>
            <a:ext cx="3988" cy="4558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72A6D22E-2975-603A-7088-9E5C44BDED82}"/>
              </a:ext>
            </a:extLst>
          </p:cNvPr>
          <p:cNvCxnSpPr>
            <a:cxnSpLocks/>
          </p:cNvCxnSpPr>
          <p:nvPr/>
        </p:nvCxnSpPr>
        <p:spPr>
          <a:xfrm flipH="1">
            <a:off x="8688288" y="1510624"/>
            <a:ext cx="3988" cy="4558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90FFBE46-045B-E549-AC38-1C9E2AB9AD06}"/>
              </a:ext>
            </a:extLst>
          </p:cNvPr>
          <p:cNvCxnSpPr>
            <a:cxnSpLocks/>
          </p:cNvCxnSpPr>
          <p:nvPr/>
        </p:nvCxnSpPr>
        <p:spPr>
          <a:xfrm flipH="1">
            <a:off x="3814476" y="1550764"/>
            <a:ext cx="4122157" cy="41669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0" name="Picture 9">
            <a:extLst>
              <a:ext uri="{FF2B5EF4-FFF2-40B4-BE49-F238E27FC236}">
                <a16:creationId xmlns:a16="http://schemas.microsoft.com/office/drawing/2014/main" id="{32C58985-CE4F-EB5B-C4C1-C3AC56AA68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633" y="4460945"/>
            <a:ext cx="968356" cy="209165"/>
          </a:xfrm>
          <a:prstGeom prst="rect">
            <a:avLst/>
          </a:prstGeom>
        </p:spPr>
      </p:pic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9D0BE209-9765-6A4B-DB4A-9CEB46F2B851}"/>
              </a:ext>
            </a:extLst>
          </p:cNvPr>
          <p:cNvSpPr/>
          <p:nvPr/>
        </p:nvSpPr>
        <p:spPr>
          <a:xfrm rot="5400000">
            <a:off x="9956484" y="3280743"/>
            <a:ext cx="973542" cy="17701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 err="1">
              <a:solidFill>
                <a:sysClr val="windowText" lastClr="000000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119CEE6-B1EA-C66B-B4ED-5661CAF205D8}"/>
              </a:ext>
            </a:extLst>
          </p:cNvPr>
          <p:cNvSpPr txBox="1"/>
          <p:nvPr/>
        </p:nvSpPr>
        <p:spPr>
          <a:xfrm rot="16200000">
            <a:off x="9900557" y="3251017"/>
            <a:ext cx="1061509" cy="24622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Spark Connector</a:t>
            </a:r>
            <a:endParaRPr lang="en-GB" sz="1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94433-8089-D05A-3F4A-0BDBC67752A5}"/>
              </a:ext>
            </a:extLst>
          </p:cNvPr>
          <p:cNvSpPr txBox="1"/>
          <p:nvPr/>
        </p:nvSpPr>
        <p:spPr>
          <a:xfrm>
            <a:off x="5261721" y="4651380"/>
            <a:ext cx="3175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2"/>
                </a:solidFill>
              </a:rPr>
              <a:t>Single Source of Truth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35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  <p:bldP spid="43" grpId="0" animBg="1"/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6595-7E3A-ECFA-D77A-6B2CF28D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8084E-FA1E-81F3-1718-1F1CD7129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447215"/>
            <a:ext cx="10980421" cy="1298575"/>
          </a:xfrm>
        </p:spPr>
        <p:txBody>
          <a:bodyPr/>
          <a:lstStyle/>
          <a:p>
            <a:r>
              <a:rPr lang="en-GB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Real-World Challenges and Solutions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112AC-8EEF-22F6-F595-71A921362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버티카 </a:t>
            </a:r>
            <a:r>
              <a:rPr lang="en-GB" altLang="ko-KR" dirty="0"/>
              <a:t>C/S </a:t>
            </a:r>
            <a:r>
              <a:rPr lang="ko-KR" altLang="en-US" dirty="0"/>
              <a:t>분리 아키텍처의 </a:t>
            </a:r>
            <a:r>
              <a:rPr lang="en-GB" altLang="ko-KR" dirty="0"/>
              <a:t>Use Cases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284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3D41B4C-EF0C-8EA2-BCB6-35D9B1B19E2B}"/>
              </a:ext>
            </a:extLst>
          </p:cNvPr>
          <p:cNvSpPr txBox="1">
            <a:spLocks/>
          </p:cNvSpPr>
          <p:nvPr/>
        </p:nvSpPr>
        <p:spPr bwMode="auto">
          <a:xfrm>
            <a:off x="4348733" y="1955272"/>
            <a:ext cx="1092200" cy="131286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16600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GB" sz="10000" dirty="0"/>
              <a:t>“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7CA129A-ED29-1D2D-3B2C-85CE8063B4BA}"/>
              </a:ext>
            </a:extLst>
          </p:cNvPr>
          <p:cNvSpPr txBox="1">
            <a:spLocks/>
          </p:cNvSpPr>
          <p:nvPr/>
        </p:nvSpPr>
        <p:spPr bwMode="auto">
          <a:xfrm>
            <a:off x="5066284" y="2060575"/>
            <a:ext cx="6849005" cy="531283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16000" rIns="91440" bIns="45720" numCol="1" anchor="t" anchorCtr="0" compatLnSpc="1">
            <a:prstTxWarp prst="textNoShape">
              <a:avLst/>
            </a:prstTxWarp>
            <a:normAutofit fontScale="97500"/>
          </a:bodyPr>
          <a:lstStyle>
            <a:lvl1pPr algn="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1" i="0" kern="1200" baseline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5pPr>
            <a:lvl6pPr marL="609562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6pPr>
            <a:lvl7pPr marL="1219124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7pPr>
            <a:lvl8pPr marL="1828686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8pPr>
            <a:lvl9pPr marL="2438248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9pPr>
          </a:lstStyle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ko-KR" altLang="en-US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데이터가 급증하고 있는데 기존 데이터 플랫폼을 확장할 때 마다 </a:t>
            </a:r>
            <a:r>
              <a:rPr lang="ko-KR" altLang="en-US" sz="2500" u="sng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많은 시간이 소요</a:t>
            </a:r>
            <a:r>
              <a:rPr lang="ko-KR" altLang="en-US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될 뿐만 아니라 심지어 </a:t>
            </a:r>
            <a:r>
              <a:rPr lang="ko-KR" altLang="en-US" sz="2500" u="sng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중단</a:t>
            </a:r>
            <a:r>
              <a:rPr lang="ko-KR" altLang="en-US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도 필요하기 때문에 </a:t>
            </a:r>
            <a:br>
              <a:rPr lang="ko-KR" altLang="en-US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운영 측면에서 큰 부담이 되고 있어요</a:t>
            </a:r>
            <a:r>
              <a:rPr lang="en-GB" altLang="ko-KR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...</a:t>
            </a:r>
            <a:r>
              <a:rPr lang="en-GB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9422411-64F2-74A7-ACE2-AF4CA4F1B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55167" y="4204372"/>
            <a:ext cx="615557" cy="937013"/>
          </a:xfrm>
        </p:spPr>
        <p:txBody>
          <a:bodyPr/>
          <a:lstStyle/>
          <a:p>
            <a:r>
              <a:rPr lang="en-US" sz="10000" dirty="0"/>
              <a:t>”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9277E4F-2E5C-DD3A-0173-73D69503752E}"/>
              </a:ext>
            </a:extLst>
          </p:cNvPr>
          <p:cNvSpPr txBox="1">
            <a:spLocks/>
          </p:cNvSpPr>
          <p:nvPr/>
        </p:nvSpPr>
        <p:spPr bwMode="auto">
          <a:xfrm>
            <a:off x="815077" y="324589"/>
            <a:ext cx="10938773" cy="105177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1600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1" i="0" kern="1200" baseline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5pPr>
            <a:lvl6pPr marL="609562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6pPr>
            <a:lvl7pPr marL="1219124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7pPr>
            <a:lvl8pPr marL="1828686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8pPr>
            <a:lvl9pPr marL="2438248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9pPr>
          </a:lstStyle>
          <a:p>
            <a:pPr algn="l">
              <a:buClrTx/>
              <a:buSzTx/>
              <a:buFontTx/>
            </a:pPr>
            <a:r>
              <a:rPr lang="en-GB" sz="4000" dirty="0"/>
              <a:t>Challenge: Flexible Scaling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0CA9D15-64EE-B255-0D16-4C40DEFB730E}"/>
              </a:ext>
            </a:extLst>
          </p:cNvPr>
          <p:cNvGrpSpPr/>
          <p:nvPr/>
        </p:nvGrpSpPr>
        <p:grpSpPr>
          <a:xfrm>
            <a:off x="129276" y="517500"/>
            <a:ext cx="546100" cy="646331"/>
            <a:chOff x="129276" y="178156"/>
            <a:chExt cx="546100" cy="646331"/>
          </a:xfrm>
        </p:grpSpPr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6072C034-7319-7A94-F980-D6AEFCC1C0A2}"/>
                </a:ext>
              </a:extLst>
            </p:cNvPr>
            <p:cNvSpPr/>
            <p:nvPr/>
          </p:nvSpPr>
          <p:spPr>
            <a:xfrm>
              <a:off x="129276" y="234490"/>
              <a:ext cx="546100" cy="470776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834409-8E38-A509-AE86-5A66D0559DA4}"/>
                </a:ext>
              </a:extLst>
            </p:cNvPr>
            <p:cNvSpPr txBox="1"/>
            <p:nvPr/>
          </p:nvSpPr>
          <p:spPr>
            <a:xfrm>
              <a:off x="212210" y="178156"/>
              <a:ext cx="3802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GB" sz="3600" dirty="0">
                  <a:solidFill>
                    <a:srgbClr val="041042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918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3D41B4C-EF0C-8EA2-BCB6-35D9B1B19E2B}"/>
              </a:ext>
            </a:extLst>
          </p:cNvPr>
          <p:cNvSpPr txBox="1">
            <a:spLocks/>
          </p:cNvSpPr>
          <p:nvPr/>
        </p:nvSpPr>
        <p:spPr bwMode="auto">
          <a:xfrm>
            <a:off x="4348733" y="1955272"/>
            <a:ext cx="1092200" cy="131286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16600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GB" sz="10000" dirty="0"/>
              <a:t>“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7CA129A-ED29-1D2D-3B2C-85CE8063B4BA}"/>
              </a:ext>
            </a:extLst>
          </p:cNvPr>
          <p:cNvSpPr txBox="1">
            <a:spLocks/>
          </p:cNvSpPr>
          <p:nvPr/>
        </p:nvSpPr>
        <p:spPr bwMode="auto">
          <a:xfrm>
            <a:off x="5066284" y="2060575"/>
            <a:ext cx="6849005" cy="531283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16000" rIns="91440" bIns="45720" numCol="1" anchor="t" anchorCtr="0" compatLnSpc="1">
            <a:prstTxWarp prst="textNoShape">
              <a:avLst/>
            </a:prstTxWarp>
            <a:normAutofit fontScale="97500"/>
          </a:bodyPr>
          <a:lstStyle>
            <a:lvl1pPr algn="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1" i="0" kern="1200" baseline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5pPr>
            <a:lvl6pPr marL="609562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6pPr>
            <a:lvl7pPr marL="1219124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7pPr>
            <a:lvl8pPr marL="1828686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8pPr>
            <a:lvl9pPr marL="2438248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9pPr>
          </a:lstStyle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ko-KR" altLang="en-US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운영 업무 </a:t>
            </a:r>
            <a:r>
              <a:rPr lang="en-US" altLang="ko-KR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SLA </a:t>
            </a:r>
            <a:r>
              <a:rPr lang="ko-KR" altLang="en-US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준수를 위해 </a:t>
            </a:r>
            <a:br>
              <a:rPr lang="ko-KR" altLang="en-US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소요 자원 예측이 힘든 </a:t>
            </a:r>
            <a:r>
              <a:rPr lang="ko-KR" altLang="en-US" sz="2500" u="sng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분석 업무 자원을 제약</a:t>
            </a:r>
            <a:r>
              <a:rPr lang="ko-KR" altLang="en-US" sz="2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할 수 밖에 없어 현업 사용자들의 불만이 너무 많아요</a:t>
            </a:r>
            <a:r>
              <a:rPr lang="en-GB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...</a:t>
            </a:r>
            <a:r>
              <a:rPr lang="en-GB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9422411-64F2-74A7-ACE2-AF4CA4F1B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97740" y="3429000"/>
            <a:ext cx="905360" cy="937013"/>
          </a:xfrm>
        </p:spPr>
        <p:txBody>
          <a:bodyPr/>
          <a:lstStyle/>
          <a:p>
            <a:r>
              <a:rPr lang="en-US" sz="10000" dirty="0"/>
              <a:t>”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A839CF88-A80F-591F-BDB6-92C54190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77" y="324589"/>
            <a:ext cx="9243323" cy="1051774"/>
          </a:xfrm>
        </p:spPr>
        <p:txBody>
          <a:bodyPr wrap="square" anchor="t" anchorCtr="0">
            <a:normAutofit/>
          </a:bodyPr>
          <a:lstStyle/>
          <a:p>
            <a:pPr algn="l"/>
            <a:r>
              <a:rPr lang="en-GB" sz="4000" dirty="0"/>
              <a:t>Challenge: Concurrency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064D0F3-B6F4-DB25-842C-B8A7D491DF09}"/>
              </a:ext>
            </a:extLst>
          </p:cNvPr>
          <p:cNvGrpSpPr/>
          <p:nvPr/>
        </p:nvGrpSpPr>
        <p:grpSpPr>
          <a:xfrm>
            <a:off x="129276" y="517500"/>
            <a:ext cx="546100" cy="646331"/>
            <a:chOff x="129276" y="178156"/>
            <a:chExt cx="546100" cy="646331"/>
          </a:xfrm>
        </p:grpSpPr>
        <p:sp>
          <p:nvSpPr>
            <p:cNvPr id="3" name="이등변 삼각형 2">
              <a:extLst>
                <a:ext uri="{FF2B5EF4-FFF2-40B4-BE49-F238E27FC236}">
                  <a16:creationId xmlns:a16="http://schemas.microsoft.com/office/drawing/2014/main" id="{EDF4DAC7-FCD4-62E1-9772-1E53F164A752}"/>
                </a:ext>
              </a:extLst>
            </p:cNvPr>
            <p:cNvSpPr/>
            <p:nvPr/>
          </p:nvSpPr>
          <p:spPr>
            <a:xfrm>
              <a:off x="129276" y="234490"/>
              <a:ext cx="546100" cy="470776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EC2F304-5031-211C-EC74-EB8D510AF876}"/>
                </a:ext>
              </a:extLst>
            </p:cNvPr>
            <p:cNvSpPr txBox="1"/>
            <p:nvPr/>
          </p:nvSpPr>
          <p:spPr>
            <a:xfrm>
              <a:off x="212210" y="178156"/>
              <a:ext cx="3802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GB" sz="3600" dirty="0">
                  <a:solidFill>
                    <a:srgbClr val="041042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922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B7F9E04A-EA59-1803-C51F-774BFEAB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컴퓨팅 확장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내용 개체 틀 6">
            <a:extLst>
              <a:ext uri="{FF2B5EF4-FFF2-40B4-BE49-F238E27FC236}">
                <a16:creationId xmlns:a16="http://schemas.microsoft.com/office/drawing/2014/main" id="{EA6AAE12-44D1-F146-E9F9-19750FA9D907}"/>
              </a:ext>
            </a:extLst>
          </p:cNvPr>
          <p:cNvSpPr txBox="1">
            <a:spLocks/>
          </p:cNvSpPr>
          <p:nvPr/>
        </p:nvSpPr>
        <p:spPr>
          <a:xfrm>
            <a:off x="384661" y="2035761"/>
            <a:ext cx="5442471" cy="3894126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sz="1200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643370BC-A4E7-11C6-CD78-242EBE32B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410" y="2106557"/>
            <a:ext cx="2207064" cy="94651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0F334DF-BA1C-630E-3108-5CD815ADE463}"/>
              </a:ext>
            </a:extLst>
          </p:cNvPr>
          <p:cNvSpPr txBox="1"/>
          <p:nvPr/>
        </p:nvSpPr>
        <p:spPr>
          <a:xfrm>
            <a:off x="4273926" y="3153506"/>
            <a:ext cx="1324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Scale out</a:t>
            </a:r>
            <a:endParaRPr lang="ko-KR" altLang="en-US" b="1" dirty="0" err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0B8631E5-180B-ACF0-2181-AC33C3A08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650" y="2105916"/>
            <a:ext cx="2214486" cy="9478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4BB882C1-D0EC-8056-0633-E6FBAA873E1D}"/>
              </a:ext>
            </a:extLst>
          </p:cNvPr>
          <p:cNvSpPr txBox="1"/>
          <p:nvPr/>
        </p:nvSpPr>
        <p:spPr>
          <a:xfrm>
            <a:off x="8138738" y="3153506"/>
            <a:ext cx="18213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Scale out </a:t>
            </a:r>
            <a:b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w/ subcluster</a:t>
            </a:r>
            <a:endParaRPr lang="ko-KR" altLang="en-US" b="1" dirty="0" err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9030C0-CC8D-3903-6689-E9F3AA9D7F7D}"/>
              </a:ext>
            </a:extLst>
          </p:cNvPr>
          <p:cNvSpPr txBox="1"/>
          <p:nvPr/>
        </p:nvSpPr>
        <p:spPr>
          <a:xfrm>
            <a:off x="723162" y="3153506"/>
            <a:ext cx="1239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Scale up</a:t>
            </a:r>
            <a:endParaRPr lang="ko-KR" altLang="en-US" b="1" dirty="0" err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480D5021-2463-D2A7-6009-1B2B7212C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25" y="2035761"/>
            <a:ext cx="2171156" cy="108172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E6B9517-4D42-B720-7523-5BBA52FF980A}"/>
              </a:ext>
            </a:extLst>
          </p:cNvPr>
          <p:cNvCxnSpPr/>
          <p:nvPr/>
        </p:nvCxnSpPr>
        <p:spPr>
          <a:xfrm>
            <a:off x="213471" y="4099483"/>
            <a:ext cx="5866327" cy="0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CDD7B9A-9C5C-F437-FFD2-B83150F098AF}"/>
              </a:ext>
            </a:extLst>
          </p:cNvPr>
          <p:cNvCxnSpPr/>
          <p:nvPr/>
        </p:nvCxnSpPr>
        <p:spPr>
          <a:xfrm>
            <a:off x="7685204" y="4099483"/>
            <a:ext cx="2880000" cy="0"/>
          </a:xfrm>
          <a:prstGeom prst="line">
            <a:avLst/>
          </a:prstGeom>
          <a:ln w="762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F908FBE-B678-3DC7-EABF-DB9752900782}"/>
              </a:ext>
            </a:extLst>
          </p:cNvPr>
          <p:cNvSpPr txBox="1"/>
          <p:nvPr/>
        </p:nvSpPr>
        <p:spPr>
          <a:xfrm>
            <a:off x="1884910" y="4245861"/>
            <a:ext cx="25234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approach</a:t>
            </a:r>
            <a:endParaRPr lang="ko-KR" altLang="en-US" b="1" dirty="0" err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4091C-9E9F-FF93-FCA6-002D8A2EBE2A}"/>
              </a:ext>
            </a:extLst>
          </p:cNvPr>
          <p:cNvSpPr txBox="1"/>
          <p:nvPr/>
        </p:nvSpPr>
        <p:spPr>
          <a:xfrm>
            <a:off x="7998937" y="4245861"/>
            <a:ext cx="22525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Vertica’s</a:t>
            </a:r>
            <a:b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unique approach</a:t>
            </a:r>
            <a:endParaRPr lang="ko-KR" altLang="en-US" b="1" dirty="0" err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185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1486CA-32BE-CAA3-8ED8-F7F47675A837}"/>
              </a:ext>
            </a:extLst>
          </p:cNvPr>
          <p:cNvSpPr/>
          <p:nvPr/>
        </p:nvSpPr>
        <p:spPr>
          <a:xfrm>
            <a:off x="-101600" y="4575350"/>
            <a:ext cx="12433300" cy="17634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Vertica Eon Mode</a:t>
            </a:r>
          </a:p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성능과 동시성을 각각 확장할 수 있는 방안을 제공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B7F9E04A-EA59-1803-C51F-774BFEAB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유연한 </a:t>
            </a:r>
            <a:r>
              <a:rPr lang="ko-KR" altLang="en-US" dirty="0"/>
              <a:t>성능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확장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내용 개체 틀 6">
            <a:extLst>
              <a:ext uri="{FF2B5EF4-FFF2-40B4-BE49-F238E27FC236}">
                <a16:creationId xmlns:a16="http://schemas.microsoft.com/office/drawing/2014/main" id="{EA6AAE12-44D1-F146-E9F9-19750FA9D907}"/>
              </a:ext>
            </a:extLst>
          </p:cNvPr>
          <p:cNvSpPr txBox="1">
            <a:spLocks/>
          </p:cNvSpPr>
          <p:nvPr/>
        </p:nvSpPr>
        <p:spPr>
          <a:xfrm>
            <a:off x="384661" y="2035761"/>
            <a:ext cx="5442471" cy="3894126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sz="1200" dirty="0"/>
          </a:p>
        </p:txBody>
      </p:sp>
      <p:sp>
        <p:nvSpPr>
          <p:cNvPr id="20" name="Rounded Rectangle 89">
            <a:extLst>
              <a:ext uri="{FF2B5EF4-FFF2-40B4-BE49-F238E27FC236}">
                <a16:creationId xmlns:a16="http://schemas.microsoft.com/office/drawing/2014/main" id="{EBBD9E0D-5AF2-BCD7-3929-BCC0B83DC339}"/>
              </a:ext>
            </a:extLst>
          </p:cNvPr>
          <p:cNvSpPr/>
          <p:nvPr/>
        </p:nvSpPr>
        <p:spPr bwMode="ltGray">
          <a:xfrm>
            <a:off x="1179305" y="1770174"/>
            <a:ext cx="455034" cy="590192"/>
          </a:xfrm>
          <a:prstGeom prst="roundRect">
            <a:avLst>
              <a:gd name="adj" fmla="val 7669"/>
            </a:avLst>
          </a:prstGeom>
          <a:solidFill>
            <a:schemeClr val="tx2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 err="1">
                <a:solidFill>
                  <a:prstClr val="white"/>
                </a:solidFill>
                <a:latin typeface="Calibri" panose="020F0502020204030204"/>
              </a:rPr>
              <a:t>ComputeNode</a:t>
            </a: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  <a:p>
            <a:pPr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ounded Rectangle 95">
            <a:extLst>
              <a:ext uri="{FF2B5EF4-FFF2-40B4-BE49-F238E27FC236}">
                <a16:creationId xmlns:a16="http://schemas.microsoft.com/office/drawing/2014/main" id="{4FFBDC5A-C598-5567-4678-BEE1964B00E0}"/>
              </a:ext>
            </a:extLst>
          </p:cNvPr>
          <p:cNvSpPr/>
          <p:nvPr/>
        </p:nvSpPr>
        <p:spPr bwMode="ltGray">
          <a:xfrm>
            <a:off x="1682972" y="1774908"/>
            <a:ext cx="455034" cy="590192"/>
          </a:xfrm>
          <a:prstGeom prst="roundRect">
            <a:avLst>
              <a:gd name="adj" fmla="val 7669"/>
            </a:avLst>
          </a:prstGeom>
          <a:solidFill>
            <a:schemeClr val="tx2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 err="1">
                <a:solidFill>
                  <a:prstClr val="white"/>
                </a:solidFill>
                <a:latin typeface="Calibri" panose="020F0502020204030204"/>
              </a:rPr>
              <a:t>ComputeNode</a:t>
            </a: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  <a:p>
            <a:pPr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ounded Rectangle 100">
            <a:extLst>
              <a:ext uri="{FF2B5EF4-FFF2-40B4-BE49-F238E27FC236}">
                <a16:creationId xmlns:a16="http://schemas.microsoft.com/office/drawing/2014/main" id="{B7D66577-AB5E-5959-2985-147967E4613A}"/>
              </a:ext>
            </a:extLst>
          </p:cNvPr>
          <p:cNvSpPr/>
          <p:nvPr/>
        </p:nvSpPr>
        <p:spPr bwMode="ltGray">
          <a:xfrm>
            <a:off x="2212927" y="1772797"/>
            <a:ext cx="455034" cy="590192"/>
          </a:xfrm>
          <a:prstGeom prst="roundRect">
            <a:avLst>
              <a:gd name="adj" fmla="val 7669"/>
            </a:avLst>
          </a:prstGeom>
          <a:solidFill>
            <a:schemeClr val="tx2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 err="1">
                <a:solidFill>
                  <a:prstClr val="white"/>
                </a:solidFill>
                <a:latin typeface="Calibri" panose="020F0502020204030204"/>
              </a:rPr>
              <a:t>ComputeNode</a:t>
            </a: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ounded Rectangle 107">
            <a:extLst>
              <a:ext uri="{FF2B5EF4-FFF2-40B4-BE49-F238E27FC236}">
                <a16:creationId xmlns:a16="http://schemas.microsoft.com/office/drawing/2014/main" id="{27729CE2-5ACC-143A-732A-12CE14FF6B5E}"/>
              </a:ext>
            </a:extLst>
          </p:cNvPr>
          <p:cNvSpPr/>
          <p:nvPr/>
        </p:nvSpPr>
        <p:spPr bwMode="ltGray">
          <a:xfrm>
            <a:off x="666586" y="1770174"/>
            <a:ext cx="455034" cy="590192"/>
          </a:xfrm>
          <a:prstGeom prst="roundRect">
            <a:avLst>
              <a:gd name="adj" fmla="val 7669"/>
            </a:avLst>
          </a:prstGeom>
          <a:solidFill>
            <a:schemeClr val="tx2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 err="1">
                <a:solidFill>
                  <a:prstClr val="white"/>
                </a:solidFill>
                <a:latin typeface="Calibri" panose="020F0502020204030204"/>
              </a:rPr>
              <a:t>ComputeNode</a:t>
            </a: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Flowchart: Magnetic Disk 90">
            <a:extLst>
              <a:ext uri="{FF2B5EF4-FFF2-40B4-BE49-F238E27FC236}">
                <a16:creationId xmlns:a16="http://schemas.microsoft.com/office/drawing/2014/main" id="{66C31A0A-5251-50CE-3A86-9E04F58F649A}"/>
              </a:ext>
            </a:extLst>
          </p:cNvPr>
          <p:cNvSpPr/>
          <p:nvPr/>
        </p:nvSpPr>
        <p:spPr bwMode="ltGray">
          <a:xfrm>
            <a:off x="1281454" y="2166259"/>
            <a:ext cx="270261" cy="310609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Flowchart: Magnetic Disk 96">
            <a:extLst>
              <a:ext uri="{FF2B5EF4-FFF2-40B4-BE49-F238E27FC236}">
                <a16:creationId xmlns:a16="http://schemas.microsoft.com/office/drawing/2014/main" id="{CA4ACCCD-A16F-4F57-C696-E40F8E6BB756}"/>
              </a:ext>
            </a:extLst>
          </p:cNvPr>
          <p:cNvSpPr/>
          <p:nvPr/>
        </p:nvSpPr>
        <p:spPr bwMode="ltGray">
          <a:xfrm>
            <a:off x="1777869" y="2166259"/>
            <a:ext cx="266385" cy="310609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Flowchart: Magnetic Disk 101">
            <a:extLst>
              <a:ext uri="{FF2B5EF4-FFF2-40B4-BE49-F238E27FC236}">
                <a16:creationId xmlns:a16="http://schemas.microsoft.com/office/drawing/2014/main" id="{42960293-1691-94DF-6A5C-03C08C648EF6}"/>
              </a:ext>
            </a:extLst>
          </p:cNvPr>
          <p:cNvSpPr/>
          <p:nvPr/>
        </p:nvSpPr>
        <p:spPr bwMode="ltGray">
          <a:xfrm>
            <a:off x="2319593" y="2166259"/>
            <a:ext cx="246843" cy="310609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Flowchart: Magnetic Disk 108">
            <a:extLst>
              <a:ext uri="{FF2B5EF4-FFF2-40B4-BE49-F238E27FC236}">
                <a16:creationId xmlns:a16="http://schemas.microsoft.com/office/drawing/2014/main" id="{F07DCB15-938D-4743-C062-2EEFA2010AEC}"/>
              </a:ext>
            </a:extLst>
          </p:cNvPr>
          <p:cNvSpPr/>
          <p:nvPr/>
        </p:nvSpPr>
        <p:spPr bwMode="ltGray">
          <a:xfrm>
            <a:off x="768733" y="2166259"/>
            <a:ext cx="270261" cy="310609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Freeform 119">
            <a:extLst>
              <a:ext uri="{FF2B5EF4-FFF2-40B4-BE49-F238E27FC236}">
                <a16:creationId xmlns:a16="http://schemas.microsoft.com/office/drawing/2014/main" id="{5928426A-9ADC-C4E8-5780-42BA2B535B80}"/>
              </a:ext>
            </a:extLst>
          </p:cNvPr>
          <p:cNvSpPr/>
          <p:nvPr/>
        </p:nvSpPr>
        <p:spPr bwMode="ltGray">
          <a:xfrm rot="16200000">
            <a:off x="1849733" y="2266653"/>
            <a:ext cx="130155" cy="131877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0000"/>
          </a:solidFill>
          <a:ln w="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Freeform 120">
            <a:extLst>
              <a:ext uri="{FF2B5EF4-FFF2-40B4-BE49-F238E27FC236}">
                <a16:creationId xmlns:a16="http://schemas.microsoft.com/office/drawing/2014/main" id="{5E8B7402-E034-BD8A-36C4-8C6F83274E7F}"/>
              </a:ext>
            </a:extLst>
          </p:cNvPr>
          <p:cNvSpPr/>
          <p:nvPr/>
        </p:nvSpPr>
        <p:spPr bwMode="ltGray">
          <a:xfrm rot="10800000">
            <a:off x="2388991" y="2271214"/>
            <a:ext cx="130155" cy="131877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00FF"/>
          </a:solidFill>
          <a:ln w="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Freeform 121">
            <a:extLst>
              <a:ext uri="{FF2B5EF4-FFF2-40B4-BE49-F238E27FC236}">
                <a16:creationId xmlns:a16="http://schemas.microsoft.com/office/drawing/2014/main" id="{DA012437-8603-689B-6A22-04E201470BF5}"/>
              </a:ext>
            </a:extLst>
          </p:cNvPr>
          <p:cNvSpPr/>
          <p:nvPr/>
        </p:nvSpPr>
        <p:spPr bwMode="ltGray">
          <a:xfrm>
            <a:off x="816858" y="2271214"/>
            <a:ext cx="130155" cy="131877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C000"/>
          </a:solidFill>
          <a:ln w="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Freeform 122">
            <a:extLst>
              <a:ext uri="{FF2B5EF4-FFF2-40B4-BE49-F238E27FC236}">
                <a16:creationId xmlns:a16="http://schemas.microsoft.com/office/drawing/2014/main" id="{A4EFE29F-9B05-12B4-5EF0-8F096769A1D5}"/>
              </a:ext>
            </a:extLst>
          </p:cNvPr>
          <p:cNvSpPr/>
          <p:nvPr/>
        </p:nvSpPr>
        <p:spPr bwMode="ltGray">
          <a:xfrm rot="5400000">
            <a:off x="1367099" y="2266653"/>
            <a:ext cx="130155" cy="131877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CC00"/>
          </a:solidFill>
          <a:ln w="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Rectangle: Rounded Corners 58">
            <a:extLst>
              <a:ext uri="{FF2B5EF4-FFF2-40B4-BE49-F238E27FC236}">
                <a16:creationId xmlns:a16="http://schemas.microsoft.com/office/drawing/2014/main" id="{FAAE6B51-60B5-7A51-937B-ED86B7D72A66}"/>
              </a:ext>
            </a:extLst>
          </p:cNvPr>
          <p:cNvSpPr/>
          <p:nvPr/>
        </p:nvSpPr>
        <p:spPr>
          <a:xfrm>
            <a:off x="497226" y="1722916"/>
            <a:ext cx="5281760" cy="815185"/>
          </a:xfrm>
          <a:prstGeom prst="roundRect">
            <a:avLst>
              <a:gd name="adj" fmla="val 9621"/>
            </a:avLst>
          </a:prstGeom>
          <a:noFill/>
          <a:ln>
            <a:solidFill>
              <a:schemeClr val="tx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CD81318-013B-3922-7434-3CC2F2A7A180}"/>
              </a:ext>
            </a:extLst>
          </p:cNvPr>
          <p:cNvGrpSpPr/>
          <p:nvPr/>
        </p:nvGrpSpPr>
        <p:grpSpPr>
          <a:xfrm>
            <a:off x="1366238" y="3629988"/>
            <a:ext cx="924714" cy="825540"/>
            <a:chOff x="5698412" y="4253074"/>
            <a:chExt cx="1489400" cy="1329666"/>
          </a:xfr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53B4628-8C36-F628-ECCC-073BCAE1C75C}"/>
                </a:ext>
              </a:extLst>
            </p:cNvPr>
            <p:cNvGrpSpPr/>
            <p:nvPr/>
          </p:nvGrpSpPr>
          <p:grpSpPr>
            <a:xfrm>
              <a:off x="5698412" y="4253074"/>
              <a:ext cx="1489400" cy="1329666"/>
              <a:chOff x="4954101" y="4260416"/>
              <a:chExt cx="1268314" cy="1132291"/>
            </a:xfrm>
          </p:grpSpPr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CF96104-572D-66AE-BDD6-CF888793D713}"/>
                  </a:ext>
                </a:extLst>
              </p:cNvPr>
              <p:cNvSpPr/>
              <p:nvPr/>
            </p:nvSpPr>
            <p:spPr>
              <a:xfrm>
                <a:off x="5160245" y="5103145"/>
                <a:ext cx="856196" cy="28956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1" name="사다리꼴 120">
                <a:extLst>
                  <a:ext uri="{FF2B5EF4-FFF2-40B4-BE49-F238E27FC236}">
                    <a16:creationId xmlns:a16="http://schemas.microsoft.com/office/drawing/2014/main" id="{818E5465-8839-7507-F4ED-45DC50A038EF}"/>
                  </a:ext>
                </a:extLst>
              </p:cNvPr>
              <p:cNvSpPr/>
              <p:nvPr/>
            </p:nvSpPr>
            <p:spPr>
              <a:xfrm rot="10800000">
                <a:off x="4954101" y="4405196"/>
                <a:ext cx="1268314" cy="863331"/>
              </a:xfrm>
              <a:prstGeom prst="trapezoid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9F08ED98-0533-493C-9E0D-3D664C0379F6}"/>
                  </a:ext>
                </a:extLst>
              </p:cNvPr>
              <p:cNvSpPr/>
              <p:nvPr/>
            </p:nvSpPr>
            <p:spPr>
              <a:xfrm>
                <a:off x="4962812" y="4260416"/>
                <a:ext cx="1234417" cy="28956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2C32CD0C-E274-110E-8A26-85E336ECB39E}"/>
                </a:ext>
              </a:extLst>
            </p:cNvPr>
            <p:cNvGrpSpPr/>
            <p:nvPr/>
          </p:nvGrpSpPr>
          <p:grpSpPr>
            <a:xfrm>
              <a:off x="6125065" y="4740122"/>
              <a:ext cx="676588" cy="675733"/>
              <a:chOff x="3511165" y="4273053"/>
              <a:chExt cx="676588" cy="675733"/>
            </a:xfrm>
          </p:grpSpPr>
          <p:sp>
            <p:nvSpPr>
              <p:cNvPr id="12" name="Freeform 119">
                <a:extLst>
                  <a:ext uri="{FF2B5EF4-FFF2-40B4-BE49-F238E27FC236}">
                    <a16:creationId xmlns:a16="http://schemas.microsoft.com/office/drawing/2014/main" id="{DAE41259-18F5-F737-E0BD-67002882A96A}"/>
                  </a:ext>
                </a:extLst>
              </p:cNvPr>
              <p:cNvSpPr/>
              <p:nvPr/>
            </p:nvSpPr>
            <p:spPr bwMode="ltGray">
              <a:xfrm rot="16200000">
                <a:off x="3511165" y="4624783"/>
                <a:ext cx="324001" cy="324000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00CC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" name="Freeform 120">
                <a:extLst>
                  <a:ext uri="{FF2B5EF4-FFF2-40B4-BE49-F238E27FC236}">
                    <a16:creationId xmlns:a16="http://schemas.microsoft.com/office/drawing/2014/main" id="{7DB5399C-260A-5FA0-19FD-BC3800879E8F}"/>
                  </a:ext>
                </a:extLst>
              </p:cNvPr>
              <p:cNvSpPr/>
              <p:nvPr/>
            </p:nvSpPr>
            <p:spPr bwMode="ltGray">
              <a:xfrm rot="10800000">
                <a:off x="3863753" y="4624785"/>
                <a:ext cx="324000" cy="324001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" name="Freeform 121">
                <a:extLst>
                  <a:ext uri="{FF2B5EF4-FFF2-40B4-BE49-F238E27FC236}">
                    <a16:creationId xmlns:a16="http://schemas.microsoft.com/office/drawing/2014/main" id="{05CA6D4C-D27B-5698-8399-5C9F8A6AC1A2}"/>
                  </a:ext>
                </a:extLst>
              </p:cNvPr>
              <p:cNvSpPr/>
              <p:nvPr/>
            </p:nvSpPr>
            <p:spPr bwMode="ltGray">
              <a:xfrm>
                <a:off x="3511165" y="4273055"/>
                <a:ext cx="324000" cy="323999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FFC0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9" name="Freeform 122">
                <a:extLst>
                  <a:ext uri="{FF2B5EF4-FFF2-40B4-BE49-F238E27FC236}">
                    <a16:creationId xmlns:a16="http://schemas.microsoft.com/office/drawing/2014/main" id="{EAD2F844-D022-614D-B166-DE63D996DDF5}"/>
                  </a:ext>
                </a:extLst>
              </p:cNvPr>
              <p:cNvSpPr/>
              <p:nvPr/>
            </p:nvSpPr>
            <p:spPr bwMode="ltGray">
              <a:xfrm rot="5400000">
                <a:off x="3863752" y="4273053"/>
                <a:ext cx="323999" cy="324000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35" name="Straight Arrow Connector 110">
            <a:extLst>
              <a:ext uri="{FF2B5EF4-FFF2-40B4-BE49-F238E27FC236}">
                <a16:creationId xmlns:a16="http://schemas.microsoft.com/office/drawing/2014/main" id="{821EDB2D-6574-90ED-AEE7-D0F27A8A2FCB}"/>
              </a:ext>
            </a:extLst>
          </p:cNvPr>
          <p:cNvCxnSpPr>
            <a:cxnSpLocks/>
          </p:cNvCxnSpPr>
          <p:nvPr/>
        </p:nvCxnSpPr>
        <p:spPr>
          <a:xfrm>
            <a:off x="954881" y="2407444"/>
            <a:ext cx="718344" cy="1361281"/>
          </a:xfrm>
          <a:prstGeom prst="straightConnector1">
            <a:avLst/>
          </a:prstGeom>
          <a:ln w="127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103">
            <a:extLst>
              <a:ext uri="{FF2B5EF4-FFF2-40B4-BE49-F238E27FC236}">
                <a16:creationId xmlns:a16="http://schemas.microsoft.com/office/drawing/2014/main" id="{1DFDA319-9801-C2F9-5AB4-5976C7C2A494}"/>
              </a:ext>
            </a:extLst>
          </p:cNvPr>
          <p:cNvCxnSpPr>
            <a:cxnSpLocks/>
          </p:cNvCxnSpPr>
          <p:nvPr/>
        </p:nvCxnSpPr>
        <p:spPr>
          <a:xfrm flipH="1">
            <a:off x="1806575" y="2386013"/>
            <a:ext cx="93663" cy="1373187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04">
            <a:extLst>
              <a:ext uri="{FF2B5EF4-FFF2-40B4-BE49-F238E27FC236}">
                <a16:creationId xmlns:a16="http://schemas.microsoft.com/office/drawing/2014/main" id="{C76A77E4-8E05-A1B2-306B-A1822872D136}"/>
              </a:ext>
            </a:extLst>
          </p:cNvPr>
          <p:cNvCxnSpPr>
            <a:cxnSpLocks/>
          </p:cNvCxnSpPr>
          <p:nvPr/>
        </p:nvCxnSpPr>
        <p:spPr>
          <a:xfrm>
            <a:off x="1423988" y="2395538"/>
            <a:ext cx="312737" cy="1373187"/>
          </a:xfrm>
          <a:prstGeom prst="straightConnector1">
            <a:avLst/>
          </a:prstGeom>
          <a:ln w="12700">
            <a:solidFill>
              <a:srgbClr val="00CC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05">
            <a:extLst>
              <a:ext uri="{FF2B5EF4-FFF2-40B4-BE49-F238E27FC236}">
                <a16:creationId xmlns:a16="http://schemas.microsoft.com/office/drawing/2014/main" id="{284380B5-A85C-AF3E-935B-1D0B32AF1EE3}"/>
              </a:ext>
            </a:extLst>
          </p:cNvPr>
          <p:cNvCxnSpPr>
            <a:cxnSpLocks/>
          </p:cNvCxnSpPr>
          <p:nvPr/>
        </p:nvCxnSpPr>
        <p:spPr>
          <a:xfrm flipH="1">
            <a:off x="1819275" y="2390775"/>
            <a:ext cx="623888" cy="1381125"/>
          </a:xfrm>
          <a:prstGeom prst="straightConnector1">
            <a:avLst/>
          </a:prstGeom>
          <a:ln w="127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840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1486CA-32BE-CAA3-8ED8-F7F47675A837}"/>
              </a:ext>
            </a:extLst>
          </p:cNvPr>
          <p:cNvSpPr/>
          <p:nvPr/>
        </p:nvSpPr>
        <p:spPr>
          <a:xfrm>
            <a:off x="-101600" y="4575350"/>
            <a:ext cx="12433300" cy="17634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Vertica Eon Mode</a:t>
            </a:r>
          </a:p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성능과 동시성을 각각 확장할 수 있는 방안을 제공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B7F9E04A-EA59-1803-C51F-774BFEAB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유연한 </a:t>
            </a:r>
            <a:r>
              <a:rPr lang="ko-KR" altLang="en-US" dirty="0"/>
              <a:t>성능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확장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내용 개체 틀 6">
            <a:extLst>
              <a:ext uri="{FF2B5EF4-FFF2-40B4-BE49-F238E27FC236}">
                <a16:creationId xmlns:a16="http://schemas.microsoft.com/office/drawing/2014/main" id="{EA6AAE12-44D1-F146-E9F9-19750FA9D907}"/>
              </a:ext>
            </a:extLst>
          </p:cNvPr>
          <p:cNvSpPr txBox="1">
            <a:spLocks/>
          </p:cNvSpPr>
          <p:nvPr/>
        </p:nvSpPr>
        <p:spPr>
          <a:xfrm>
            <a:off x="384661" y="2035761"/>
            <a:ext cx="5442471" cy="3894126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sz="1200" dirty="0"/>
          </a:p>
        </p:txBody>
      </p:sp>
      <p:sp>
        <p:nvSpPr>
          <p:cNvPr id="20" name="Rounded Rectangle 89">
            <a:extLst>
              <a:ext uri="{FF2B5EF4-FFF2-40B4-BE49-F238E27FC236}">
                <a16:creationId xmlns:a16="http://schemas.microsoft.com/office/drawing/2014/main" id="{EBBD9E0D-5AF2-BCD7-3929-BCC0B83DC339}"/>
              </a:ext>
            </a:extLst>
          </p:cNvPr>
          <p:cNvSpPr/>
          <p:nvPr/>
        </p:nvSpPr>
        <p:spPr bwMode="ltGray">
          <a:xfrm>
            <a:off x="1179305" y="1770174"/>
            <a:ext cx="455034" cy="590192"/>
          </a:xfrm>
          <a:prstGeom prst="roundRect">
            <a:avLst>
              <a:gd name="adj" fmla="val 7669"/>
            </a:avLst>
          </a:prstGeom>
          <a:solidFill>
            <a:schemeClr val="tx2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 err="1">
                <a:solidFill>
                  <a:prstClr val="white"/>
                </a:solidFill>
                <a:latin typeface="Calibri" panose="020F0502020204030204"/>
              </a:rPr>
              <a:t>ComputeNode</a:t>
            </a: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  <a:p>
            <a:pPr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ounded Rectangle 95">
            <a:extLst>
              <a:ext uri="{FF2B5EF4-FFF2-40B4-BE49-F238E27FC236}">
                <a16:creationId xmlns:a16="http://schemas.microsoft.com/office/drawing/2014/main" id="{4FFBDC5A-C598-5567-4678-BEE1964B00E0}"/>
              </a:ext>
            </a:extLst>
          </p:cNvPr>
          <p:cNvSpPr/>
          <p:nvPr/>
        </p:nvSpPr>
        <p:spPr bwMode="ltGray">
          <a:xfrm>
            <a:off x="1682972" y="1774908"/>
            <a:ext cx="455034" cy="590192"/>
          </a:xfrm>
          <a:prstGeom prst="roundRect">
            <a:avLst>
              <a:gd name="adj" fmla="val 7669"/>
            </a:avLst>
          </a:prstGeom>
          <a:solidFill>
            <a:schemeClr val="tx2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 err="1">
                <a:solidFill>
                  <a:prstClr val="white"/>
                </a:solidFill>
                <a:latin typeface="Calibri" panose="020F0502020204030204"/>
              </a:rPr>
              <a:t>ComputeNode</a:t>
            </a: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  <a:p>
            <a:pPr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ounded Rectangle 100">
            <a:extLst>
              <a:ext uri="{FF2B5EF4-FFF2-40B4-BE49-F238E27FC236}">
                <a16:creationId xmlns:a16="http://schemas.microsoft.com/office/drawing/2014/main" id="{B7D66577-AB5E-5959-2985-147967E4613A}"/>
              </a:ext>
            </a:extLst>
          </p:cNvPr>
          <p:cNvSpPr/>
          <p:nvPr/>
        </p:nvSpPr>
        <p:spPr bwMode="ltGray">
          <a:xfrm>
            <a:off x="2212927" y="1772797"/>
            <a:ext cx="455034" cy="590192"/>
          </a:xfrm>
          <a:prstGeom prst="roundRect">
            <a:avLst>
              <a:gd name="adj" fmla="val 7669"/>
            </a:avLst>
          </a:prstGeom>
          <a:solidFill>
            <a:schemeClr val="tx2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 err="1">
                <a:solidFill>
                  <a:prstClr val="white"/>
                </a:solidFill>
                <a:latin typeface="Calibri" panose="020F0502020204030204"/>
              </a:rPr>
              <a:t>ComputeNode</a:t>
            </a: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ounded Rectangle 107">
            <a:extLst>
              <a:ext uri="{FF2B5EF4-FFF2-40B4-BE49-F238E27FC236}">
                <a16:creationId xmlns:a16="http://schemas.microsoft.com/office/drawing/2014/main" id="{27729CE2-5ACC-143A-732A-12CE14FF6B5E}"/>
              </a:ext>
            </a:extLst>
          </p:cNvPr>
          <p:cNvSpPr/>
          <p:nvPr/>
        </p:nvSpPr>
        <p:spPr bwMode="ltGray">
          <a:xfrm>
            <a:off x="666586" y="1770174"/>
            <a:ext cx="455034" cy="590192"/>
          </a:xfrm>
          <a:prstGeom prst="roundRect">
            <a:avLst>
              <a:gd name="adj" fmla="val 7669"/>
            </a:avLst>
          </a:prstGeom>
          <a:solidFill>
            <a:schemeClr val="tx2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 defTabSz="914217">
              <a:lnSpc>
                <a:spcPct val="90000"/>
              </a:lnSpc>
            </a:pPr>
            <a:r>
              <a:rPr lang="en-US" sz="800" b="1" dirty="0" err="1">
                <a:solidFill>
                  <a:prstClr val="white"/>
                </a:solidFill>
                <a:latin typeface="Calibri" panose="020F0502020204030204"/>
              </a:rPr>
              <a:t>ComputeNode</a:t>
            </a: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Flowchart: Magnetic Disk 90">
            <a:extLst>
              <a:ext uri="{FF2B5EF4-FFF2-40B4-BE49-F238E27FC236}">
                <a16:creationId xmlns:a16="http://schemas.microsoft.com/office/drawing/2014/main" id="{66C31A0A-5251-50CE-3A86-9E04F58F649A}"/>
              </a:ext>
            </a:extLst>
          </p:cNvPr>
          <p:cNvSpPr/>
          <p:nvPr/>
        </p:nvSpPr>
        <p:spPr bwMode="ltGray">
          <a:xfrm>
            <a:off x="1281454" y="2166259"/>
            <a:ext cx="270261" cy="310609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Flowchart: Magnetic Disk 96">
            <a:extLst>
              <a:ext uri="{FF2B5EF4-FFF2-40B4-BE49-F238E27FC236}">
                <a16:creationId xmlns:a16="http://schemas.microsoft.com/office/drawing/2014/main" id="{CA4ACCCD-A16F-4F57-C696-E40F8E6BB756}"/>
              </a:ext>
            </a:extLst>
          </p:cNvPr>
          <p:cNvSpPr/>
          <p:nvPr/>
        </p:nvSpPr>
        <p:spPr bwMode="ltGray">
          <a:xfrm>
            <a:off x="1777869" y="2166259"/>
            <a:ext cx="266385" cy="310609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Flowchart: Magnetic Disk 101">
            <a:extLst>
              <a:ext uri="{FF2B5EF4-FFF2-40B4-BE49-F238E27FC236}">
                <a16:creationId xmlns:a16="http://schemas.microsoft.com/office/drawing/2014/main" id="{42960293-1691-94DF-6A5C-03C08C648EF6}"/>
              </a:ext>
            </a:extLst>
          </p:cNvPr>
          <p:cNvSpPr/>
          <p:nvPr/>
        </p:nvSpPr>
        <p:spPr bwMode="ltGray">
          <a:xfrm>
            <a:off x="2319593" y="2166259"/>
            <a:ext cx="246843" cy="310609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Flowchart: Magnetic Disk 108">
            <a:extLst>
              <a:ext uri="{FF2B5EF4-FFF2-40B4-BE49-F238E27FC236}">
                <a16:creationId xmlns:a16="http://schemas.microsoft.com/office/drawing/2014/main" id="{F07DCB15-938D-4743-C062-2EEFA2010AEC}"/>
              </a:ext>
            </a:extLst>
          </p:cNvPr>
          <p:cNvSpPr/>
          <p:nvPr/>
        </p:nvSpPr>
        <p:spPr bwMode="ltGray">
          <a:xfrm>
            <a:off x="768733" y="2166259"/>
            <a:ext cx="270261" cy="310609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Freeform 119">
            <a:extLst>
              <a:ext uri="{FF2B5EF4-FFF2-40B4-BE49-F238E27FC236}">
                <a16:creationId xmlns:a16="http://schemas.microsoft.com/office/drawing/2014/main" id="{5928426A-9ADC-C4E8-5780-42BA2B535B80}"/>
              </a:ext>
            </a:extLst>
          </p:cNvPr>
          <p:cNvSpPr/>
          <p:nvPr/>
        </p:nvSpPr>
        <p:spPr bwMode="ltGray">
          <a:xfrm rot="16200000">
            <a:off x="1849733" y="2266653"/>
            <a:ext cx="130155" cy="131877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0000"/>
          </a:solidFill>
          <a:ln w="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Freeform 120">
            <a:extLst>
              <a:ext uri="{FF2B5EF4-FFF2-40B4-BE49-F238E27FC236}">
                <a16:creationId xmlns:a16="http://schemas.microsoft.com/office/drawing/2014/main" id="{5E8B7402-E034-BD8A-36C4-8C6F83274E7F}"/>
              </a:ext>
            </a:extLst>
          </p:cNvPr>
          <p:cNvSpPr/>
          <p:nvPr/>
        </p:nvSpPr>
        <p:spPr bwMode="ltGray">
          <a:xfrm rot="10800000">
            <a:off x="2388991" y="2271214"/>
            <a:ext cx="130155" cy="131877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00FF"/>
          </a:solidFill>
          <a:ln w="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Freeform 121">
            <a:extLst>
              <a:ext uri="{FF2B5EF4-FFF2-40B4-BE49-F238E27FC236}">
                <a16:creationId xmlns:a16="http://schemas.microsoft.com/office/drawing/2014/main" id="{DA012437-8603-689B-6A22-04E201470BF5}"/>
              </a:ext>
            </a:extLst>
          </p:cNvPr>
          <p:cNvSpPr/>
          <p:nvPr/>
        </p:nvSpPr>
        <p:spPr bwMode="ltGray">
          <a:xfrm>
            <a:off x="816858" y="2271214"/>
            <a:ext cx="130155" cy="131877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C000"/>
          </a:solidFill>
          <a:ln w="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Freeform 122">
            <a:extLst>
              <a:ext uri="{FF2B5EF4-FFF2-40B4-BE49-F238E27FC236}">
                <a16:creationId xmlns:a16="http://schemas.microsoft.com/office/drawing/2014/main" id="{A4EFE29F-9B05-12B4-5EF0-8F096769A1D5}"/>
              </a:ext>
            </a:extLst>
          </p:cNvPr>
          <p:cNvSpPr/>
          <p:nvPr/>
        </p:nvSpPr>
        <p:spPr bwMode="ltGray">
          <a:xfrm rot="5400000">
            <a:off x="1367099" y="2266653"/>
            <a:ext cx="130155" cy="131877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CC00"/>
          </a:solidFill>
          <a:ln w="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>
              <a:lnSpc>
                <a:spcPct val="90000"/>
              </a:lnSpc>
            </a:pPr>
            <a:endParaRPr lang="en-US" sz="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39C6768-A41A-C454-10AA-E782E55AFEA4}"/>
              </a:ext>
            </a:extLst>
          </p:cNvPr>
          <p:cNvGrpSpPr/>
          <p:nvPr/>
        </p:nvGrpSpPr>
        <p:grpSpPr>
          <a:xfrm>
            <a:off x="3001241" y="1733934"/>
            <a:ext cx="2646181" cy="742934"/>
            <a:chOff x="5947530" y="3224578"/>
            <a:chExt cx="2646181" cy="74293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ounded Rectangle 124">
              <a:extLst>
                <a:ext uri="{FF2B5EF4-FFF2-40B4-BE49-F238E27FC236}">
                  <a16:creationId xmlns:a16="http://schemas.microsoft.com/office/drawing/2014/main" id="{C5F5E78C-8904-A54A-4789-751E66CAE706}"/>
                </a:ext>
              </a:extLst>
            </p:cNvPr>
            <p:cNvSpPr/>
            <p:nvPr/>
          </p:nvSpPr>
          <p:spPr bwMode="ltGray">
            <a:xfrm>
              <a:off x="7105056" y="3260818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rgbClr val="0049D3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5" name="Rounded Rectangle 130">
              <a:extLst>
                <a:ext uri="{FF2B5EF4-FFF2-40B4-BE49-F238E27FC236}">
                  <a16:creationId xmlns:a16="http://schemas.microsoft.com/office/drawing/2014/main" id="{2E86F079-EEDE-105E-0338-A743479EBBC6}"/>
                </a:ext>
              </a:extLst>
            </p:cNvPr>
            <p:cNvSpPr/>
            <p:nvPr/>
          </p:nvSpPr>
          <p:spPr bwMode="ltGray">
            <a:xfrm>
              <a:off x="7608724" y="3265552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rgbClr val="0049D3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6" name="Rounded Rectangle 135">
              <a:extLst>
                <a:ext uri="{FF2B5EF4-FFF2-40B4-BE49-F238E27FC236}">
                  <a16:creationId xmlns:a16="http://schemas.microsoft.com/office/drawing/2014/main" id="{1ECEF0B9-B4EE-E06B-8234-7D568844417A}"/>
                </a:ext>
              </a:extLst>
            </p:cNvPr>
            <p:cNvSpPr/>
            <p:nvPr/>
          </p:nvSpPr>
          <p:spPr bwMode="ltGray">
            <a:xfrm>
              <a:off x="8138677" y="3263441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rgbClr val="0049D3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Rounded Rectangle 138">
              <a:extLst>
                <a:ext uri="{FF2B5EF4-FFF2-40B4-BE49-F238E27FC236}">
                  <a16:creationId xmlns:a16="http://schemas.microsoft.com/office/drawing/2014/main" id="{878D68FA-96A7-A47F-8630-DC420C5C1886}"/>
                </a:ext>
              </a:extLst>
            </p:cNvPr>
            <p:cNvSpPr/>
            <p:nvPr/>
          </p:nvSpPr>
          <p:spPr bwMode="ltGray">
            <a:xfrm>
              <a:off x="6592336" y="3260818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rgbClr val="0049D3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0" name="Flowchart: Magnetic Disk 125">
              <a:extLst>
                <a:ext uri="{FF2B5EF4-FFF2-40B4-BE49-F238E27FC236}">
                  <a16:creationId xmlns:a16="http://schemas.microsoft.com/office/drawing/2014/main" id="{DA68C29B-EC51-D744-269B-F90815DE37E1}"/>
                </a:ext>
              </a:extLst>
            </p:cNvPr>
            <p:cNvSpPr/>
            <p:nvPr/>
          </p:nvSpPr>
          <p:spPr bwMode="ltGray">
            <a:xfrm>
              <a:off x="7206880" y="3656903"/>
              <a:ext cx="270261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1" name="Flowchart: Magnetic Disk 131">
              <a:extLst>
                <a:ext uri="{FF2B5EF4-FFF2-40B4-BE49-F238E27FC236}">
                  <a16:creationId xmlns:a16="http://schemas.microsoft.com/office/drawing/2014/main" id="{00094276-DB8F-65CC-0564-9C804C893369}"/>
                </a:ext>
              </a:extLst>
            </p:cNvPr>
            <p:cNvSpPr/>
            <p:nvPr/>
          </p:nvSpPr>
          <p:spPr bwMode="ltGray">
            <a:xfrm>
              <a:off x="7703295" y="3656903"/>
              <a:ext cx="266385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2" name="Flowchart: Magnetic Disk 136">
              <a:extLst>
                <a:ext uri="{FF2B5EF4-FFF2-40B4-BE49-F238E27FC236}">
                  <a16:creationId xmlns:a16="http://schemas.microsoft.com/office/drawing/2014/main" id="{CE660328-4E56-CFB2-5B75-3E5D56798FAB}"/>
                </a:ext>
              </a:extLst>
            </p:cNvPr>
            <p:cNvSpPr/>
            <p:nvPr/>
          </p:nvSpPr>
          <p:spPr bwMode="ltGray">
            <a:xfrm>
              <a:off x="8245021" y="3656903"/>
              <a:ext cx="246843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3" name="Flowchart: Magnetic Disk 139">
              <a:extLst>
                <a:ext uri="{FF2B5EF4-FFF2-40B4-BE49-F238E27FC236}">
                  <a16:creationId xmlns:a16="http://schemas.microsoft.com/office/drawing/2014/main" id="{2D9C5043-6582-CF30-A1A8-D29FC48ECE04}"/>
                </a:ext>
              </a:extLst>
            </p:cNvPr>
            <p:cNvSpPr/>
            <p:nvPr/>
          </p:nvSpPr>
          <p:spPr bwMode="ltGray">
            <a:xfrm>
              <a:off x="6694161" y="3656903"/>
              <a:ext cx="270261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4" name="Freeform 141">
              <a:extLst>
                <a:ext uri="{FF2B5EF4-FFF2-40B4-BE49-F238E27FC236}">
                  <a16:creationId xmlns:a16="http://schemas.microsoft.com/office/drawing/2014/main" id="{C361BEF7-A15A-88F8-8933-451B934CAA22}"/>
                </a:ext>
              </a:extLst>
            </p:cNvPr>
            <p:cNvSpPr/>
            <p:nvPr/>
          </p:nvSpPr>
          <p:spPr bwMode="ltGray">
            <a:xfrm rot="16200000">
              <a:off x="7775161" y="3757297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5" name="Freeform 142">
              <a:extLst>
                <a:ext uri="{FF2B5EF4-FFF2-40B4-BE49-F238E27FC236}">
                  <a16:creationId xmlns:a16="http://schemas.microsoft.com/office/drawing/2014/main" id="{949C4E66-54F2-F68E-CD67-6767143AE06C}"/>
                </a:ext>
              </a:extLst>
            </p:cNvPr>
            <p:cNvSpPr/>
            <p:nvPr/>
          </p:nvSpPr>
          <p:spPr bwMode="ltGray">
            <a:xfrm rot="10800000">
              <a:off x="8314418" y="3761858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00FF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6" name="Freeform 143">
              <a:extLst>
                <a:ext uri="{FF2B5EF4-FFF2-40B4-BE49-F238E27FC236}">
                  <a16:creationId xmlns:a16="http://schemas.microsoft.com/office/drawing/2014/main" id="{1AE1360A-2BBD-EC06-3AFD-87F0DAA71478}"/>
                </a:ext>
              </a:extLst>
            </p:cNvPr>
            <p:cNvSpPr/>
            <p:nvPr/>
          </p:nvSpPr>
          <p:spPr bwMode="ltGray">
            <a:xfrm>
              <a:off x="6742284" y="3761858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C0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7" name="Freeform 144">
              <a:extLst>
                <a:ext uri="{FF2B5EF4-FFF2-40B4-BE49-F238E27FC236}">
                  <a16:creationId xmlns:a16="http://schemas.microsoft.com/office/drawing/2014/main" id="{6EBA0F4A-C31B-C2C4-2048-110B1E243BB7}"/>
                </a:ext>
              </a:extLst>
            </p:cNvPr>
            <p:cNvSpPr/>
            <p:nvPr/>
          </p:nvSpPr>
          <p:spPr bwMode="ltGray">
            <a:xfrm rot="5400000">
              <a:off x="7292527" y="3757297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CC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572C68-202F-BDDC-0B55-CD6F33CD4658}"/>
                </a:ext>
              </a:extLst>
            </p:cNvPr>
            <p:cNvSpPr txBox="1"/>
            <p:nvPr/>
          </p:nvSpPr>
          <p:spPr>
            <a:xfrm>
              <a:off x="5947530" y="3224578"/>
              <a:ext cx="400097" cy="661714"/>
            </a:xfrm>
            <a:prstGeom prst="rect">
              <a:avLst/>
            </a:prstGeom>
            <a:noFill/>
          </p:spPr>
          <p:txBody>
            <a:bodyPr vert="horz" wrap="none" lIns="45714" tIns="22857" rIns="45714" bIns="22857" rtlCol="0" anchor="t" anchorCtr="0">
              <a:spAutoFit/>
            </a:bodyPr>
            <a:lstStyle/>
            <a:p>
              <a:pPr algn="ctr" defTabSz="1088421"/>
              <a:r>
                <a:rPr lang="en-US" sz="4000" b="1" dirty="0">
                  <a:solidFill>
                    <a:srgbClr val="FF0000"/>
                  </a:solidFill>
                  <a:latin typeface="Century Gothic" panose="020B0502020202020204" pitchFamily="34" charset="0"/>
                  <a:ea typeface="Roboto Light" charset="0"/>
                  <a:cs typeface="Roboto Light" charset="0"/>
                </a:rPr>
                <a:t>+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00C14-E250-5E9F-99B5-1ED896F81906}"/>
              </a:ext>
            </a:extLst>
          </p:cNvPr>
          <p:cNvSpPr txBox="1"/>
          <p:nvPr/>
        </p:nvSpPr>
        <p:spPr>
          <a:xfrm>
            <a:off x="6288896" y="1376363"/>
            <a:ext cx="5401467" cy="1442055"/>
          </a:xfrm>
          <a:prstGeom prst="rect">
            <a:avLst/>
          </a:prstGeom>
        </p:spPr>
        <p:txBody>
          <a:bodyPr vert="horz" wrap="none" lIns="45714" tIns="22857" rIns="45714" bIns="22857" rtlCol="0" anchor="t" anchorCtr="0">
            <a:spAutoFit/>
          </a:bodyPr>
          <a:lstStyle/>
          <a:p>
            <a:pPr marL="285750" indent="-285750" defTabSz="108842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클러스터 내 노드를 추가하는 형태의 확장</a:t>
            </a:r>
            <a:endParaRPr lang="en-US" altLang="ko-KR" sz="1500" b="1" dirty="0">
              <a:solidFill>
                <a:srgbClr val="212E35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  <a:p>
            <a:pPr marL="285750" indent="-285750" defTabSz="108842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기존 워크로드를 위한 </a:t>
            </a:r>
            <a:r>
              <a:rPr lang="ko-KR" altLang="en-US" dirty="0">
                <a:solidFill>
                  <a:srgbClr val="0049D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성능 확장</a:t>
            </a:r>
            <a:endParaRPr lang="en-US" altLang="ko-KR" dirty="0">
              <a:solidFill>
                <a:srgbClr val="0049D3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285750" indent="-285750" defTabSz="108842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확장 시 가장 많은 시간이 소요되는 </a:t>
            </a:r>
            <a:r>
              <a:rPr 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Data Rebalancing </a:t>
            </a:r>
            <a:r>
              <a:rPr lang="ko-KR" alt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불필요</a:t>
            </a:r>
            <a:endParaRPr lang="en-US" sz="1500" b="1" dirty="0">
              <a:solidFill>
                <a:srgbClr val="212E35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</p:txBody>
      </p:sp>
      <p:sp>
        <p:nvSpPr>
          <p:cNvPr id="54" name="Rectangle: Rounded Corners 58">
            <a:extLst>
              <a:ext uri="{FF2B5EF4-FFF2-40B4-BE49-F238E27FC236}">
                <a16:creationId xmlns:a16="http://schemas.microsoft.com/office/drawing/2014/main" id="{FAAE6B51-60B5-7A51-937B-ED86B7D72A66}"/>
              </a:ext>
            </a:extLst>
          </p:cNvPr>
          <p:cNvSpPr/>
          <p:nvPr/>
        </p:nvSpPr>
        <p:spPr>
          <a:xfrm>
            <a:off x="497226" y="1722916"/>
            <a:ext cx="5281760" cy="815185"/>
          </a:xfrm>
          <a:prstGeom prst="roundRect">
            <a:avLst>
              <a:gd name="adj" fmla="val 9621"/>
            </a:avLst>
          </a:prstGeom>
          <a:noFill/>
          <a:ln>
            <a:solidFill>
              <a:schemeClr val="tx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CD81318-013B-3922-7434-3CC2F2A7A180}"/>
              </a:ext>
            </a:extLst>
          </p:cNvPr>
          <p:cNvGrpSpPr/>
          <p:nvPr/>
        </p:nvGrpSpPr>
        <p:grpSpPr>
          <a:xfrm>
            <a:off x="1366238" y="3629988"/>
            <a:ext cx="924714" cy="825540"/>
            <a:chOff x="5698412" y="4253074"/>
            <a:chExt cx="1489400" cy="1329666"/>
          </a:xfr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53B4628-8C36-F628-ECCC-073BCAE1C75C}"/>
                </a:ext>
              </a:extLst>
            </p:cNvPr>
            <p:cNvGrpSpPr/>
            <p:nvPr/>
          </p:nvGrpSpPr>
          <p:grpSpPr>
            <a:xfrm>
              <a:off x="5698412" y="4253074"/>
              <a:ext cx="1489400" cy="1329666"/>
              <a:chOff x="4954101" y="4260416"/>
              <a:chExt cx="1268314" cy="1132291"/>
            </a:xfrm>
          </p:grpSpPr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CF96104-572D-66AE-BDD6-CF888793D713}"/>
                  </a:ext>
                </a:extLst>
              </p:cNvPr>
              <p:cNvSpPr/>
              <p:nvPr/>
            </p:nvSpPr>
            <p:spPr>
              <a:xfrm>
                <a:off x="5160245" y="5103145"/>
                <a:ext cx="856196" cy="28956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1" name="사다리꼴 120">
                <a:extLst>
                  <a:ext uri="{FF2B5EF4-FFF2-40B4-BE49-F238E27FC236}">
                    <a16:creationId xmlns:a16="http://schemas.microsoft.com/office/drawing/2014/main" id="{818E5465-8839-7507-F4ED-45DC50A038EF}"/>
                  </a:ext>
                </a:extLst>
              </p:cNvPr>
              <p:cNvSpPr/>
              <p:nvPr/>
            </p:nvSpPr>
            <p:spPr>
              <a:xfrm rot="10800000">
                <a:off x="4954101" y="4405196"/>
                <a:ext cx="1268314" cy="863331"/>
              </a:xfrm>
              <a:prstGeom prst="trapezoid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9F08ED98-0533-493C-9E0D-3D664C0379F6}"/>
                  </a:ext>
                </a:extLst>
              </p:cNvPr>
              <p:cNvSpPr/>
              <p:nvPr/>
            </p:nvSpPr>
            <p:spPr>
              <a:xfrm>
                <a:off x="4962812" y="4260416"/>
                <a:ext cx="1234417" cy="28956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2C32CD0C-E274-110E-8A26-85E336ECB39E}"/>
                </a:ext>
              </a:extLst>
            </p:cNvPr>
            <p:cNvGrpSpPr/>
            <p:nvPr/>
          </p:nvGrpSpPr>
          <p:grpSpPr>
            <a:xfrm>
              <a:off x="6125065" y="4740122"/>
              <a:ext cx="676588" cy="675733"/>
              <a:chOff x="3511165" y="4273053"/>
              <a:chExt cx="676588" cy="675733"/>
            </a:xfrm>
          </p:grpSpPr>
          <p:sp>
            <p:nvSpPr>
              <p:cNvPr id="12" name="Freeform 119">
                <a:extLst>
                  <a:ext uri="{FF2B5EF4-FFF2-40B4-BE49-F238E27FC236}">
                    <a16:creationId xmlns:a16="http://schemas.microsoft.com/office/drawing/2014/main" id="{DAE41259-18F5-F737-E0BD-67002882A96A}"/>
                  </a:ext>
                </a:extLst>
              </p:cNvPr>
              <p:cNvSpPr/>
              <p:nvPr/>
            </p:nvSpPr>
            <p:spPr bwMode="ltGray">
              <a:xfrm rot="16200000">
                <a:off x="3511165" y="4624783"/>
                <a:ext cx="324001" cy="324000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00CC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" name="Freeform 120">
                <a:extLst>
                  <a:ext uri="{FF2B5EF4-FFF2-40B4-BE49-F238E27FC236}">
                    <a16:creationId xmlns:a16="http://schemas.microsoft.com/office/drawing/2014/main" id="{7DB5399C-260A-5FA0-19FD-BC3800879E8F}"/>
                  </a:ext>
                </a:extLst>
              </p:cNvPr>
              <p:cNvSpPr/>
              <p:nvPr/>
            </p:nvSpPr>
            <p:spPr bwMode="ltGray">
              <a:xfrm rot="10800000">
                <a:off x="3863753" y="4624785"/>
                <a:ext cx="324000" cy="324001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" name="Freeform 121">
                <a:extLst>
                  <a:ext uri="{FF2B5EF4-FFF2-40B4-BE49-F238E27FC236}">
                    <a16:creationId xmlns:a16="http://schemas.microsoft.com/office/drawing/2014/main" id="{05CA6D4C-D27B-5698-8399-5C9F8A6AC1A2}"/>
                  </a:ext>
                </a:extLst>
              </p:cNvPr>
              <p:cNvSpPr/>
              <p:nvPr/>
            </p:nvSpPr>
            <p:spPr bwMode="ltGray">
              <a:xfrm>
                <a:off x="3511165" y="4273055"/>
                <a:ext cx="324000" cy="323999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FFC0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9" name="Freeform 122">
                <a:extLst>
                  <a:ext uri="{FF2B5EF4-FFF2-40B4-BE49-F238E27FC236}">
                    <a16:creationId xmlns:a16="http://schemas.microsoft.com/office/drawing/2014/main" id="{EAD2F844-D022-614D-B166-DE63D996DDF5}"/>
                  </a:ext>
                </a:extLst>
              </p:cNvPr>
              <p:cNvSpPr/>
              <p:nvPr/>
            </p:nvSpPr>
            <p:spPr bwMode="ltGray">
              <a:xfrm rot="5400000">
                <a:off x="3863752" y="4273053"/>
                <a:ext cx="323999" cy="324000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3DF1AF8E-84BE-1DE8-EE91-8F642507C628}"/>
              </a:ext>
            </a:extLst>
          </p:cNvPr>
          <p:cNvSpPr txBox="1"/>
          <p:nvPr/>
        </p:nvSpPr>
        <p:spPr>
          <a:xfrm>
            <a:off x="3833073" y="3014171"/>
            <a:ext cx="1398769" cy="276993"/>
          </a:xfrm>
          <a:prstGeom prst="rect">
            <a:avLst/>
          </a:prstGeom>
        </p:spPr>
        <p:txBody>
          <a:bodyPr vert="horz" wrap="none" lIns="45714" tIns="22857" rIns="45714" bIns="22857" rtlCol="0" anchor="ctr" anchorCtr="0">
            <a:noAutofit/>
          </a:bodyPr>
          <a:lstStyle/>
          <a:p>
            <a:pPr defTabSz="1088421"/>
            <a:r>
              <a:rPr lang="ko-KR" altLang="en-US" sz="1500" b="1" dirty="0" err="1">
                <a:solidFill>
                  <a:srgbClr val="00008B"/>
                </a:solidFill>
                <a:latin typeface="+mj-lt"/>
                <a:cs typeface="Roboto Light" charset="0"/>
              </a:rPr>
              <a:t>Ｃａｔａｌｏｇ</a:t>
            </a:r>
            <a:r>
              <a:rPr lang="ko-KR" altLang="en-US" sz="1500" b="1" dirty="0">
                <a:solidFill>
                  <a:srgbClr val="00008B"/>
                </a:solidFill>
                <a:latin typeface="+mj-lt"/>
                <a:cs typeface="Roboto Light" charset="0"/>
              </a:rPr>
              <a:t> </a:t>
            </a:r>
            <a:r>
              <a:rPr lang="ko-KR" altLang="en-US" sz="1500" b="1" dirty="0" err="1">
                <a:solidFill>
                  <a:srgbClr val="00008B"/>
                </a:solidFill>
                <a:latin typeface="+mj-lt"/>
                <a:cs typeface="Roboto Light" charset="0"/>
              </a:rPr>
              <a:t>Ｓｙｎｃ</a:t>
            </a:r>
            <a:r>
              <a:rPr lang="ko-KR" altLang="en-US" sz="1500" b="1" dirty="0">
                <a:solidFill>
                  <a:srgbClr val="00008B"/>
                </a:solidFill>
                <a:latin typeface="+mj-lt"/>
                <a:cs typeface="Roboto Light" charset="0"/>
              </a:rPr>
              <a:t> </a:t>
            </a:r>
            <a:endParaRPr lang="en-US" sz="1500" b="1" dirty="0">
              <a:solidFill>
                <a:srgbClr val="00008B"/>
              </a:solidFill>
              <a:latin typeface="+mj-lt"/>
              <a:ea typeface="Roboto Light" charset="0"/>
              <a:cs typeface="Roboto Light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98810A7-EFA0-2689-2842-B3E1B818379A}"/>
              </a:ext>
            </a:extLst>
          </p:cNvPr>
          <p:cNvGrpSpPr/>
          <p:nvPr/>
        </p:nvGrpSpPr>
        <p:grpSpPr>
          <a:xfrm>
            <a:off x="1841500" y="2374106"/>
            <a:ext cx="3526629" cy="1397794"/>
            <a:chOff x="1841500" y="2647156"/>
            <a:chExt cx="3526629" cy="1397794"/>
          </a:xfrm>
        </p:grpSpPr>
        <p:cxnSp>
          <p:nvCxnSpPr>
            <p:cNvPr id="48" name="Straight Arrow Connector 145">
              <a:extLst>
                <a:ext uri="{FF2B5EF4-FFF2-40B4-BE49-F238E27FC236}">
                  <a16:creationId xmlns:a16="http://schemas.microsoft.com/office/drawing/2014/main" id="{AA009AF6-3510-6362-BB65-2994C2285DC5}"/>
                </a:ext>
              </a:extLst>
            </p:cNvPr>
            <p:cNvCxnSpPr>
              <a:cxnSpLocks/>
              <a:stCxn id="46" idx="1"/>
            </p:cNvCxnSpPr>
            <p:nvPr/>
          </p:nvCxnSpPr>
          <p:spPr>
            <a:xfrm flipH="1">
              <a:off x="1841500" y="2676141"/>
              <a:ext cx="1954495" cy="1298959"/>
            </a:xfrm>
            <a:prstGeom prst="straightConnector1">
              <a:avLst/>
            </a:prstGeom>
            <a:ln w="12700">
              <a:solidFill>
                <a:srgbClr val="FFC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146">
              <a:extLst>
                <a:ext uri="{FF2B5EF4-FFF2-40B4-BE49-F238E27FC236}">
                  <a16:creationId xmlns:a16="http://schemas.microsoft.com/office/drawing/2014/main" id="{26B2347E-DC15-447D-5DEB-CEDD7AD60404}"/>
                </a:ext>
              </a:extLst>
            </p:cNvPr>
            <p:cNvCxnSpPr>
              <a:cxnSpLocks/>
              <a:stCxn id="47" idx="2"/>
            </p:cNvCxnSpPr>
            <p:nvPr/>
          </p:nvCxnSpPr>
          <p:spPr>
            <a:xfrm flipH="1">
              <a:off x="1885950" y="2670472"/>
              <a:ext cx="2459606" cy="1342728"/>
            </a:xfrm>
            <a:prstGeom prst="straightConnector1">
              <a:avLst/>
            </a:prstGeom>
            <a:ln w="12700">
              <a:solidFill>
                <a:srgbClr val="00CC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147">
              <a:extLst>
                <a:ext uri="{FF2B5EF4-FFF2-40B4-BE49-F238E27FC236}">
                  <a16:creationId xmlns:a16="http://schemas.microsoft.com/office/drawing/2014/main" id="{5AC9D71A-5027-11E6-6F6B-43906C9361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9450" y="2647156"/>
              <a:ext cx="2915444" cy="1378744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148">
              <a:extLst>
                <a:ext uri="{FF2B5EF4-FFF2-40B4-BE49-F238E27FC236}">
                  <a16:creationId xmlns:a16="http://schemas.microsoft.com/office/drawing/2014/main" id="{C94AAC6B-F15B-4C05-6A7B-1BE5AB1AFC6E}"/>
                </a:ext>
              </a:extLst>
            </p:cNvPr>
            <p:cNvCxnSpPr>
              <a:cxnSpLocks/>
              <a:stCxn id="45" idx="0"/>
            </p:cNvCxnSpPr>
            <p:nvPr/>
          </p:nvCxnSpPr>
          <p:spPr>
            <a:xfrm flipH="1">
              <a:off x="2019300" y="2676141"/>
              <a:ext cx="3348829" cy="1368809"/>
            </a:xfrm>
            <a:prstGeom prst="straightConnector1">
              <a:avLst/>
            </a:prstGeom>
            <a:ln w="12700">
              <a:solidFill>
                <a:srgbClr val="0000FF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110">
            <a:extLst>
              <a:ext uri="{FF2B5EF4-FFF2-40B4-BE49-F238E27FC236}">
                <a16:creationId xmlns:a16="http://schemas.microsoft.com/office/drawing/2014/main" id="{821EDB2D-6574-90ED-AEE7-D0F27A8A2FCB}"/>
              </a:ext>
            </a:extLst>
          </p:cNvPr>
          <p:cNvCxnSpPr>
            <a:cxnSpLocks/>
          </p:cNvCxnSpPr>
          <p:nvPr/>
        </p:nvCxnSpPr>
        <p:spPr>
          <a:xfrm>
            <a:off x="954881" y="2407444"/>
            <a:ext cx="718344" cy="1361281"/>
          </a:xfrm>
          <a:prstGeom prst="straightConnector1">
            <a:avLst/>
          </a:prstGeom>
          <a:ln w="127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103">
            <a:extLst>
              <a:ext uri="{FF2B5EF4-FFF2-40B4-BE49-F238E27FC236}">
                <a16:creationId xmlns:a16="http://schemas.microsoft.com/office/drawing/2014/main" id="{1DFDA319-9801-C2F9-5AB4-5976C7C2A494}"/>
              </a:ext>
            </a:extLst>
          </p:cNvPr>
          <p:cNvCxnSpPr>
            <a:cxnSpLocks/>
          </p:cNvCxnSpPr>
          <p:nvPr/>
        </p:nvCxnSpPr>
        <p:spPr>
          <a:xfrm flipH="1">
            <a:off x="1806575" y="2386013"/>
            <a:ext cx="93663" cy="1373187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04">
            <a:extLst>
              <a:ext uri="{FF2B5EF4-FFF2-40B4-BE49-F238E27FC236}">
                <a16:creationId xmlns:a16="http://schemas.microsoft.com/office/drawing/2014/main" id="{C76A77E4-8E05-A1B2-306B-A1822872D136}"/>
              </a:ext>
            </a:extLst>
          </p:cNvPr>
          <p:cNvCxnSpPr>
            <a:cxnSpLocks/>
          </p:cNvCxnSpPr>
          <p:nvPr/>
        </p:nvCxnSpPr>
        <p:spPr>
          <a:xfrm>
            <a:off x="1423988" y="2395538"/>
            <a:ext cx="312737" cy="1373187"/>
          </a:xfrm>
          <a:prstGeom prst="straightConnector1">
            <a:avLst/>
          </a:prstGeom>
          <a:ln w="12700">
            <a:solidFill>
              <a:srgbClr val="00CC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05">
            <a:extLst>
              <a:ext uri="{FF2B5EF4-FFF2-40B4-BE49-F238E27FC236}">
                <a16:creationId xmlns:a16="http://schemas.microsoft.com/office/drawing/2014/main" id="{284380B5-A85C-AF3E-935B-1D0B32AF1EE3}"/>
              </a:ext>
            </a:extLst>
          </p:cNvPr>
          <p:cNvCxnSpPr>
            <a:cxnSpLocks/>
          </p:cNvCxnSpPr>
          <p:nvPr/>
        </p:nvCxnSpPr>
        <p:spPr>
          <a:xfrm flipH="1">
            <a:off x="1819275" y="2390775"/>
            <a:ext cx="623888" cy="1381125"/>
          </a:xfrm>
          <a:prstGeom prst="straightConnector1">
            <a:avLst/>
          </a:prstGeom>
          <a:ln w="127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97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3E688745-6AA8-56A6-7227-25296E825CBB}"/>
              </a:ext>
            </a:extLst>
          </p:cNvPr>
          <p:cNvSpPr/>
          <p:nvPr/>
        </p:nvSpPr>
        <p:spPr>
          <a:xfrm>
            <a:off x="-101600" y="4575350"/>
            <a:ext cx="12433300" cy="17634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Vertica Eon Mode</a:t>
            </a:r>
          </a:p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성능과 동시성을 각각 확장할 수 있는 방안을 제공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B7F9E04A-EA59-1803-C51F-774BFEAB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유연한 </a:t>
            </a:r>
            <a:r>
              <a:rPr lang="ko-KR" altLang="en-US" dirty="0"/>
              <a:t>동시성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확장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내용 개체 틀 6">
            <a:extLst>
              <a:ext uri="{FF2B5EF4-FFF2-40B4-BE49-F238E27FC236}">
                <a16:creationId xmlns:a16="http://schemas.microsoft.com/office/drawing/2014/main" id="{EA6AAE12-44D1-F146-E9F9-19750FA9D907}"/>
              </a:ext>
            </a:extLst>
          </p:cNvPr>
          <p:cNvSpPr txBox="1">
            <a:spLocks/>
          </p:cNvSpPr>
          <p:nvPr/>
        </p:nvSpPr>
        <p:spPr>
          <a:xfrm>
            <a:off x="6279622" y="2035761"/>
            <a:ext cx="5442471" cy="3894126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sz="12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CD81318-013B-3922-7434-3CC2F2A7A180}"/>
              </a:ext>
            </a:extLst>
          </p:cNvPr>
          <p:cNvGrpSpPr/>
          <p:nvPr/>
        </p:nvGrpSpPr>
        <p:grpSpPr>
          <a:xfrm>
            <a:off x="7261199" y="3656163"/>
            <a:ext cx="924714" cy="825540"/>
            <a:chOff x="5698412" y="4253074"/>
            <a:chExt cx="1489400" cy="1329666"/>
          </a:xfr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53B4628-8C36-F628-ECCC-073BCAE1C75C}"/>
                </a:ext>
              </a:extLst>
            </p:cNvPr>
            <p:cNvGrpSpPr/>
            <p:nvPr/>
          </p:nvGrpSpPr>
          <p:grpSpPr>
            <a:xfrm>
              <a:off x="5698412" y="4253074"/>
              <a:ext cx="1489400" cy="1329666"/>
              <a:chOff x="4954101" y="4260416"/>
              <a:chExt cx="1268314" cy="1132291"/>
            </a:xfrm>
          </p:grpSpPr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CF96104-572D-66AE-BDD6-CF888793D713}"/>
                  </a:ext>
                </a:extLst>
              </p:cNvPr>
              <p:cNvSpPr/>
              <p:nvPr/>
            </p:nvSpPr>
            <p:spPr>
              <a:xfrm>
                <a:off x="5160245" y="5103145"/>
                <a:ext cx="856196" cy="28956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1" name="사다리꼴 120">
                <a:extLst>
                  <a:ext uri="{FF2B5EF4-FFF2-40B4-BE49-F238E27FC236}">
                    <a16:creationId xmlns:a16="http://schemas.microsoft.com/office/drawing/2014/main" id="{818E5465-8839-7507-F4ED-45DC50A038EF}"/>
                  </a:ext>
                </a:extLst>
              </p:cNvPr>
              <p:cNvSpPr/>
              <p:nvPr/>
            </p:nvSpPr>
            <p:spPr>
              <a:xfrm rot="10800000">
                <a:off x="4954101" y="4405196"/>
                <a:ext cx="1268314" cy="863331"/>
              </a:xfrm>
              <a:prstGeom prst="trapezoid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9F08ED98-0533-493C-9E0D-3D664C0379F6}"/>
                  </a:ext>
                </a:extLst>
              </p:cNvPr>
              <p:cNvSpPr/>
              <p:nvPr/>
            </p:nvSpPr>
            <p:spPr>
              <a:xfrm>
                <a:off x="4962812" y="4260416"/>
                <a:ext cx="1234417" cy="28956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2C32CD0C-E274-110E-8A26-85E336ECB39E}"/>
                </a:ext>
              </a:extLst>
            </p:cNvPr>
            <p:cNvGrpSpPr/>
            <p:nvPr/>
          </p:nvGrpSpPr>
          <p:grpSpPr>
            <a:xfrm>
              <a:off x="6125065" y="4740122"/>
              <a:ext cx="676588" cy="675733"/>
              <a:chOff x="3511165" y="4273053"/>
              <a:chExt cx="676588" cy="675733"/>
            </a:xfrm>
          </p:grpSpPr>
          <p:sp>
            <p:nvSpPr>
              <p:cNvPr id="12" name="Freeform 119">
                <a:extLst>
                  <a:ext uri="{FF2B5EF4-FFF2-40B4-BE49-F238E27FC236}">
                    <a16:creationId xmlns:a16="http://schemas.microsoft.com/office/drawing/2014/main" id="{DAE41259-18F5-F737-E0BD-67002882A96A}"/>
                  </a:ext>
                </a:extLst>
              </p:cNvPr>
              <p:cNvSpPr/>
              <p:nvPr/>
            </p:nvSpPr>
            <p:spPr bwMode="ltGray">
              <a:xfrm rot="16200000">
                <a:off x="3511165" y="4624783"/>
                <a:ext cx="324001" cy="324000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00CC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" name="Freeform 120">
                <a:extLst>
                  <a:ext uri="{FF2B5EF4-FFF2-40B4-BE49-F238E27FC236}">
                    <a16:creationId xmlns:a16="http://schemas.microsoft.com/office/drawing/2014/main" id="{7DB5399C-260A-5FA0-19FD-BC3800879E8F}"/>
                  </a:ext>
                </a:extLst>
              </p:cNvPr>
              <p:cNvSpPr/>
              <p:nvPr/>
            </p:nvSpPr>
            <p:spPr bwMode="ltGray">
              <a:xfrm rot="10800000">
                <a:off x="3863753" y="4624785"/>
                <a:ext cx="324000" cy="324001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" name="Freeform 121">
                <a:extLst>
                  <a:ext uri="{FF2B5EF4-FFF2-40B4-BE49-F238E27FC236}">
                    <a16:creationId xmlns:a16="http://schemas.microsoft.com/office/drawing/2014/main" id="{05CA6D4C-D27B-5698-8399-5C9F8A6AC1A2}"/>
                  </a:ext>
                </a:extLst>
              </p:cNvPr>
              <p:cNvSpPr/>
              <p:nvPr/>
            </p:nvSpPr>
            <p:spPr bwMode="ltGray">
              <a:xfrm>
                <a:off x="3511165" y="4273055"/>
                <a:ext cx="324000" cy="323999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FFC0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9" name="Freeform 122">
                <a:extLst>
                  <a:ext uri="{FF2B5EF4-FFF2-40B4-BE49-F238E27FC236}">
                    <a16:creationId xmlns:a16="http://schemas.microsoft.com/office/drawing/2014/main" id="{EAD2F844-D022-614D-B166-DE63D996DDF5}"/>
                  </a:ext>
                </a:extLst>
              </p:cNvPr>
              <p:cNvSpPr/>
              <p:nvPr/>
            </p:nvSpPr>
            <p:spPr bwMode="ltGray">
              <a:xfrm rot="5400000">
                <a:off x="3863752" y="4273053"/>
                <a:ext cx="323999" cy="324000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1A28FFD-C5E5-844C-86DC-2034E0BAF2CF}"/>
              </a:ext>
            </a:extLst>
          </p:cNvPr>
          <p:cNvGrpSpPr/>
          <p:nvPr/>
        </p:nvGrpSpPr>
        <p:grpSpPr>
          <a:xfrm>
            <a:off x="6525537" y="1710216"/>
            <a:ext cx="2328174" cy="1603315"/>
            <a:chOff x="6392187" y="1995966"/>
            <a:chExt cx="2328174" cy="160331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Rounded Rectangle 89">
              <a:extLst>
                <a:ext uri="{FF2B5EF4-FFF2-40B4-BE49-F238E27FC236}">
                  <a16:creationId xmlns:a16="http://schemas.microsoft.com/office/drawing/2014/main" id="{EBBD9E0D-5AF2-BCD7-3929-BCC0B83DC339}"/>
                </a:ext>
              </a:extLst>
            </p:cNvPr>
            <p:cNvSpPr/>
            <p:nvPr/>
          </p:nvSpPr>
          <p:spPr bwMode="ltGray">
            <a:xfrm>
              <a:off x="7074266" y="2831354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1" name="Rounded Rectangle 95">
              <a:extLst>
                <a:ext uri="{FF2B5EF4-FFF2-40B4-BE49-F238E27FC236}">
                  <a16:creationId xmlns:a16="http://schemas.microsoft.com/office/drawing/2014/main" id="{4FFBDC5A-C598-5567-4678-BEE1964B00E0}"/>
                </a:ext>
              </a:extLst>
            </p:cNvPr>
            <p:cNvSpPr/>
            <p:nvPr/>
          </p:nvSpPr>
          <p:spPr bwMode="ltGray">
            <a:xfrm>
              <a:off x="7577933" y="2836088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2" name="Rounded Rectangle 100">
              <a:extLst>
                <a:ext uri="{FF2B5EF4-FFF2-40B4-BE49-F238E27FC236}">
                  <a16:creationId xmlns:a16="http://schemas.microsoft.com/office/drawing/2014/main" id="{B7D66577-AB5E-5959-2985-147967E4613A}"/>
                </a:ext>
              </a:extLst>
            </p:cNvPr>
            <p:cNvSpPr/>
            <p:nvPr/>
          </p:nvSpPr>
          <p:spPr bwMode="ltGray">
            <a:xfrm>
              <a:off x="8107888" y="2833977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3" name="Rounded Rectangle 107">
              <a:extLst>
                <a:ext uri="{FF2B5EF4-FFF2-40B4-BE49-F238E27FC236}">
                  <a16:creationId xmlns:a16="http://schemas.microsoft.com/office/drawing/2014/main" id="{27729CE2-5ACC-143A-732A-12CE14FF6B5E}"/>
                </a:ext>
              </a:extLst>
            </p:cNvPr>
            <p:cNvSpPr/>
            <p:nvPr/>
          </p:nvSpPr>
          <p:spPr bwMode="ltGray">
            <a:xfrm>
              <a:off x="6561547" y="2831354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8" name="Flowchart: Magnetic Disk 90">
              <a:extLst>
                <a:ext uri="{FF2B5EF4-FFF2-40B4-BE49-F238E27FC236}">
                  <a16:creationId xmlns:a16="http://schemas.microsoft.com/office/drawing/2014/main" id="{66C31A0A-5251-50CE-3A86-9E04F58F649A}"/>
                </a:ext>
              </a:extLst>
            </p:cNvPr>
            <p:cNvSpPr/>
            <p:nvPr/>
          </p:nvSpPr>
          <p:spPr bwMode="ltGray">
            <a:xfrm>
              <a:off x="7176415" y="3227439"/>
              <a:ext cx="270261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9" name="Flowchart: Magnetic Disk 96">
              <a:extLst>
                <a:ext uri="{FF2B5EF4-FFF2-40B4-BE49-F238E27FC236}">
                  <a16:creationId xmlns:a16="http://schemas.microsoft.com/office/drawing/2014/main" id="{CA4ACCCD-A16F-4F57-C696-E40F8E6BB756}"/>
                </a:ext>
              </a:extLst>
            </p:cNvPr>
            <p:cNvSpPr/>
            <p:nvPr/>
          </p:nvSpPr>
          <p:spPr bwMode="ltGray">
            <a:xfrm>
              <a:off x="7672830" y="3227439"/>
              <a:ext cx="266385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0" name="Flowchart: Magnetic Disk 101">
              <a:extLst>
                <a:ext uri="{FF2B5EF4-FFF2-40B4-BE49-F238E27FC236}">
                  <a16:creationId xmlns:a16="http://schemas.microsoft.com/office/drawing/2014/main" id="{42960293-1691-94DF-6A5C-03C08C648EF6}"/>
                </a:ext>
              </a:extLst>
            </p:cNvPr>
            <p:cNvSpPr/>
            <p:nvPr/>
          </p:nvSpPr>
          <p:spPr bwMode="ltGray">
            <a:xfrm>
              <a:off x="8214554" y="3227439"/>
              <a:ext cx="246843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4" name="Flowchart: Magnetic Disk 108">
              <a:extLst>
                <a:ext uri="{FF2B5EF4-FFF2-40B4-BE49-F238E27FC236}">
                  <a16:creationId xmlns:a16="http://schemas.microsoft.com/office/drawing/2014/main" id="{F07DCB15-938D-4743-C062-2EEFA2010AEC}"/>
                </a:ext>
              </a:extLst>
            </p:cNvPr>
            <p:cNvSpPr/>
            <p:nvPr/>
          </p:nvSpPr>
          <p:spPr bwMode="ltGray">
            <a:xfrm>
              <a:off x="6663694" y="3227439"/>
              <a:ext cx="270261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6" name="Freeform 119">
              <a:extLst>
                <a:ext uri="{FF2B5EF4-FFF2-40B4-BE49-F238E27FC236}">
                  <a16:creationId xmlns:a16="http://schemas.microsoft.com/office/drawing/2014/main" id="{5928426A-9ADC-C4E8-5780-42BA2B535B80}"/>
                </a:ext>
              </a:extLst>
            </p:cNvPr>
            <p:cNvSpPr/>
            <p:nvPr/>
          </p:nvSpPr>
          <p:spPr bwMode="ltGray">
            <a:xfrm rot="16200000">
              <a:off x="7744694" y="3327833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7" name="Freeform 120">
              <a:extLst>
                <a:ext uri="{FF2B5EF4-FFF2-40B4-BE49-F238E27FC236}">
                  <a16:creationId xmlns:a16="http://schemas.microsoft.com/office/drawing/2014/main" id="{5E8B7402-E034-BD8A-36C4-8C6F83274E7F}"/>
                </a:ext>
              </a:extLst>
            </p:cNvPr>
            <p:cNvSpPr/>
            <p:nvPr/>
          </p:nvSpPr>
          <p:spPr bwMode="ltGray">
            <a:xfrm rot="10800000">
              <a:off x="8283952" y="3332394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00FF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8" name="Freeform 121">
              <a:extLst>
                <a:ext uri="{FF2B5EF4-FFF2-40B4-BE49-F238E27FC236}">
                  <a16:creationId xmlns:a16="http://schemas.microsoft.com/office/drawing/2014/main" id="{DA012437-8603-689B-6A22-04E201470BF5}"/>
                </a:ext>
              </a:extLst>
            </p:cNvPr>
            <p:cNvSpPr/>
            <p:nvPr/>
          </p:nvSpPr>
          <p:spPr bwMode="ltGray">
            <a:xfrm>
              <a:off x="6711819" y="3332394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C0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9" name="Freeform 122">
              <a:extLst>
                <a:ext uri="{FF2B5EF4-FFF2-40B4-BE49-F238E27FC236}">
                  <a16:creationId xmlns:a16="http://schemas.microsoft.com/office/drawing/2014/main" id="{A4EFE29F-9B05-12B4-5EF0-8F096769A1D5}"/>
                </a:ext>
              </a:extLst>
            </p:cNvPr>
            <p:cNvSpPr/>
            <p:nvPr/>
          </p:nvSpPr>
          <p:spPr bwMode="ltGray">
            <a:xfrm rot="5400000">
              <a:off x="7262060" y="3327833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CC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4" name="Rectangle: Rounded Corners 58">
              <a:extLst>
                <a:ext uri="{FF2B5EF4-FFF2-40B4-BE49-F238E27FC236}">
                  <a16:creationId xmlns:a16="http://schemas.microsoft.com/office/drawing/2014/main" id="{FAAE6B51-60B5-7A51-937B-ED86B7D72A66}"/>
                </a:ext>
              </a:extLst>
            </p:cNvPr>
            <p:cNvSpPr/>
            <p:nvPr/>
          </p:nvSpPr>
          <p:spPr>
            <a:xfrm>
              <a:off x="6392187" y="1995966"/>
              <a:ext cx="2328174" cy="1603315"/>
            </a:xfrm>
            <a:prstGeom prst="roundRect">
              <a:avLst>
                <a:gd name="adj" fmla="val 9621"/>
              </a:avLst>
            </a:prstGeom>
            <a:noFill/>
            <a:ln>
              <a:solidFill>
                <a:schemeClr val="tx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Rounded Rectangle 89">
              <a:extLst>
                <a:ext uri="{FF2B5EF4-FFF2-40B4-BE49-F238E27FC236}">
                  <a16:creationId xmlns:a16="http://schemas.microsoft.com/office/drawing/2014/main" id="{0BA3C938-015A-4BBD-49EE-7975E2651F4D}"/>
                </a:ext>
              </a:extLst>
            </p:cNvPr>
            <p:cNvSpPr/>
            <p:nvPr/>
          </p:nvSpPr>
          <p:spPr bwMode="ltGray">
            <a:xfrm>
              <a:off x="7074266" y="2112654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" name="Rounded Rectangle 95">
              <a:extLst>
                <a:ext uri="{FF2B5EF4-FFF2-40B4-BE49-F238E27FC236}">
                  <a16:creationId xmlns:a16="http://schemas.microsoft.com/office/drawing/2014/main" id="{CDA3F02D-2E8E-A5D1-6643-CB03B390D148}"/>
                </a:ext>
              </a:extLst>
            </p:cNvPr>
            <p:cNvSpPr/>
            <p:nvPr/>
          </p:nvSpPr>
          <p:spPr bwMode="ltGray">
            <a:xfrm>
              <a:off x="7577933" y="2117388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Rounded Rectangle 100">
              <a:extLst>
                <a:ext uri="{FF2B5EF4-FFF2-40B4-BE49-F238E27FC236}">
                  <a16:creationId xmlns:a16="http://schemas.microsoft.com/office/drawing/2014/main" id="{54328F0A-A32A-9B29-0C13-A0400EC6C38F}"/>
                </a:ext>
              </a:extLst>
            </p:cNvPr>
            <p:cNvSpPr/>
            <p:nvPr/>
          </p:nvSpPr>
          <p:spPr bwMode="ltGray">
            <a:xfrm>
              <a:off x="8107888" y="2115277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" name="Rounded Rectangle 107">
              <a:extLst>
                <a:ext uri="{FF2B5EF4-FFF2-40B4-BE49-F238E27FC236}">
                  <a16:creationId xmlns:a16="http://schemas.microsoft.com/office/drawing/2014/main" id="{49E80C85-AF9F-5045-DCE8-78005E412BEC}"/>
                </a:ext>
              </a:extLst>
            </p:cNvPr>
            <p:cNvSpPr/>
            <p:nvPr/>
          </p:nvSpPr>
          <p:spPr bwMode="ltGray">
            <a:xfrm>
              <a:off x="6561547" y="2112654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" name="Flowchart: Magnetic Disk 90">
              <a:extLst>
                <a:ext uri="{FF2B5EF4-FFF2-40B4-BE49-F238E27FC236}">
                  <a16:creationId xmlns:a16="http://schemas.microsoft.com/office/drawing/2014/main" id="{814D92DD-29B7-E163-8FE7-87C7B9AF5278}"/>
                </a:ext>
              </a:extLst>
            </p:cNvPr>
            <p:cNvSpPr/>
            <p:nvPr/>
          </p:nvSpPr>
          <p:spPr bwMode="ltGray">
            <a:xfrm>
              <a:off x="7176415" y="2508739"/>
              <a:ext cx="270261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Flowchart: Magnetic Disk 96">
              <a:extLst>
                <a:ext uri="{FF2B5EF4-FFF2-40B4-BE49-F238E27FC236}">
                  <a16:creationId xmlns:a16="http://schemas.microsoft.com/office/drawing/2014/main" id="{14DECA6C-1AA9-45C8-A05A-9478ADC1AA19}"/>
                </a:ext>
              </a:extLst>
            </p:cNvPr>
            <p:cNvSpPr/>
            <p:nvPr/>
          </p:nvSpPr>
          <p:spPr bwMode="ltGray">
            <a:xfrm>
              <a:off x="7672830" y="2508739"/>
              <a:ext cx="266385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6" name="Flowchart: Magnetic Disk 101">
              <a:extLst>
                <a:ext uri="{FF2B5EF4-FFF2-40B4-BE49-F238E27FC236}">
                  <a16:creationId xmlns:a16="http://schemas.microsoft.com/office/drawing/2014/main" id="{975EDA4F-3306-2C41-9705-31E81F4B3A7E}"/>
                </a:ext>
              </a:extLst>
            </p:cNvPr>
            <p:cNvSpPr/>
            <p:nvPr/>
          </p:nvSpPr>
          <p:spPr bwMode="ltGray">
            <a:xfrm>
              <a:off x="8214554" y="2508739"/>
              <a:ext cx="246843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7" name="Flowchart: Magnetic Disk 108">
              <a:extLst>
                <a:ext uri="{FF2B5EF4-FFF2-40B4-BE49-F238E27FC236}">
                  <a16:creationId xmlns:a16="http://schemas.microsoft.com/office/drawing/2014/main" id="{2E065184-065D-3640-48EC-FF26DE3E9DD2}"/>
                </a:ext>
              </a:extLst>
            </p:cNvPr>
            <p:cNvSpPr/>
            <p:nvPr/>
          </p:nvSpPr>
          <p:spPr bwMode="ltGray">
            <a:xfrm>
              <a:off x="6663694" y="2508739"/>
              <a:ext cx="270261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8" name="Freeform 119">
              <a:extLst>
                <a:ext uri="{FF2B5EF4-FFF2-40B4-BE49-F238E27FC236}">
                  <a16:creationId xmlns:a16="http://schemas.microsoft.com/office/drawing/2014/main" id="{E2AC49D0-28E4-4C19-7DF7-5C9B133CECB6}"/>
                </a:ext>
              </a:extLst>
            </p:cNvPr>
            <p:cNvSpPr/>
            <p:nvPr/>
          </p:nvSpPr>
          <p:spPr bwMode="ltGray">
            <a:xfrm rot="16200000">
              <a:off x="7744694" y="2609133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9" name="Freeform 120">
              <a:extLst>
                <a:ext uri="{FF2B5EF4-FFF2-40B4-BE49-F238E27FC236}">
                  <a16:creationId xmlns:a16="http://schemas.microsoft.com/office/drawing/2014/main" id="{A99403FC-E720-8373-913D-172645AA43F8}"/>
                </a:ext>
              </a:extLst>
            </p:cNvPr>
            <p:cNvSpPr/>
            <p:nvPr/>
          </p:nvSpPr>
          <p:spPr bwMode="ltGray">
            <a:xfrm rot="10800000">
              <a:off x="8283952" y="2613694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00FF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0" name="Freeform 121">
              <a:extLst>
                <a:ext uri="{FF2B5EF4-FFF2-40B4-BE49-F238E27FC236}">
                  <a16:creationId xmlns:a16="http://schemas.microsoft.com/office/drawing/2014/main" id="{6FE199E1-9E33-2DBC-CB77-7FE22E37CF8B}"/>
                </a:ext>
              </a:extLst>
            </p:cNvPr>
            <p:cNvSpPr/>
            <p:nvPr/>
          </p:nvSpPr>
          <p:spPr bwMode="ltGray">
            <a:xfrm>
              <a:off x="6711819" y="2613694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C0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1" name="Freeform 122">
              <a:extLst>
                <a:ext uri="{FF2B5EF4-FFF2-40B4-BE49-F238E27FC236}">
                  <a16:creationId xmlns:a16="http://schemas.microsoft.com/office/drawing/2014/main" id="{95E738A3-FC99-A5F1-0E24-3B1C98B9DFB8}"/>
                </a:ext>
              </a:extLst>
            </p:cNvPr>
            <p:cNvSpPr/>
            <p:nvPr/>
          </p:nvSpPr>
          <p:spPr bwMode="ltGray">
            <a:xfrm rot="5400000">
              <a:off x="7262060" y="2609133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CC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cxnSp>
        <p:nvCxnSpPr>
          <p:cNvPr id="31" name="Straight Arrow Connector 103">
            <a:extLst>
              <a:ext uri="{FF2B5EF4-FFF2-40B4-BE49-F238E27FC236}">
                <a16:creationId xmlns:a16="http://schemas.microsoft.com/office/drawing/2014/main" id="{1DFDA319-9801-C2F9-5AB4-5976C7C2A494}"/>
              </a:ext>
            </a:extLst>
          </p:cNvPr>
          <p:cNvCxnSpPr>
            <a:cxnSpLocks/>
            <a:stCxn id="29" idx="3"/>
          </p:cNvCxnSpPr>
          <p:nvPr/>
        </p:nvCxnSpPr>
        <p:spPr>
          <a:xfrm flipH="1">
            <a:off x="7708900" y="3252298"/>
            <a:ext cx="230473" cy="503727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04">
            <a:extLst>
              <a:ext uri="{FF2B5EF4-FFF2-40B4-BE49-F238E27FC236}">
                <a16:creationId xmlns:a16="http://schemas.microsoft.com/office/drawing/2014/main" id="{C76A77E4-8E05-A1B2-306B-A1822872D136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7444896" y="3252298"/>
            <a:ext cx="213204" cy="522777"/>
          </a:xfrm>
          <a:prstGeom prst="straightConnector1">
            <a:avLst/>
          </a:prstGeom>
          <a:ln w="12700">
            <a:solidFill>
              <a:srgbClr val="00CC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05">
            <a:extLst>
              <a:ext uri="{FF2B5EF4-FFF2-40B4-BE49-F238E27FC236}">
                <a16:creationId xmlns:a16="http://schemas.microsoft.com/office/drawing/2014/main" id="{284380B5-A85C-AF3E-935B-1D0B32AF1EE3}"/>
              </a:ext>
            </a:extLst>
          </p:cNvPr>
          <p:cNvCxnSpPr>
            <a:cxnSpLocks/>
            <a:stCxn id="30" idx="3"/>
          </p:cNvCxnSpPr>
          <p:nvPr/>
        </p:nvCxnSpPr>
        <p:spPr>
          <a:xfrm flipH="1">
            <a:off x="7737475" y="3252298"/>
            <a:ext cx="733851" cy="506902"/>
          </a:xfrm>
          <a:prstGeom prst="straightConnector1">
            <a:avLst/>
          </a:prstGeom>
          <a:ln w="127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110">
            <a:extLst>
              <a:ext uri="{FF2B5EF4-FFF2-40B4-BE49-F238E27FC236}">
                <a16:creationId xmlns:a16="http://schemas.microsoft.com/office/drawing/2014/main" id="{821EDB2D-6574-90ED-AEE7-D0F27A8A2FCB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6932175" y="3252298"/>
            <a:ext cx="656075" cy="538652"/>
          </a:xfrm>
          <a:prstGeom prst="straightConnector1">
            <a:avLst/>
          </a:prstGeom>
          <a:ln w="127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009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3E688745-6AA8-56A6-7227-25296E825CBB}"/>
              </a:ext>
            </a:extLst>
          </p:cNvPr>
          <p:cNvSpPr/>
          <p:nvPr/>
        </p:nvSpPr>
        <p:spPr>
          <a:xfrm>
            <a:off x="-101600" y="4575350"/>
            <a:ext cx="12433300" cy="17634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Vertica Eon Mode</a:t>
            </a:r>
          </a:p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성능과 동시성을 각각 확장할 수 있는 방안을 제공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B7F9E04A-EA59-1803-C51F-774BFEAB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유연한 </a:t>
            </a:r>
            <a:r>
              <a:rPr lang="ko-KR" altLang="en-US" dirty="0"/>
              <a:t>동시성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확장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내용 개체 틀 6">
            <a:extLst>
              <a:ext uri="{FF2B5EF4-FFF2-40B4-BE49-F238E27FC236}">
                <a16:creationId xmlns:a16="http://schemas.microsoft.com/office/drawing/2014/main" id="{EA6AAE12-44D1-F146-E9F9-19750FA9D907}"/>
              </a:ext>
            </a:extLst>
          </p:cNvPr>
          <p:cNvSpPr txBox="1">
            <a:spLocks/>
          </p:cNvSpPr>
          <p:nvPr/>
        </p:nvSpPr>
        <p:spPr>
          <a:xfrm>
            <a:off x="6279622" y="2035761"/>
            <a:ext cx="5442471" cy="3894126"/>
          </a:xfrm>
          <a:prstGeom prst="callout1">
            <a:avLst>
              <a:gd name="adj1" fmla="val -44"/>
              <a:gd name="adj2" fmla="val -275"/>
              <a:gd name="adj3" fmla="val 137"/>
              <a:gd name="adj4" fmla="val 100385"/>
            </a:avLst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400C14-E250-5E9F-99B5-1ED896F81906}"/>
              </a:ext>
            </a:extLst>
          </p:cNvPr>
          <p:cNvSpPr txBox="1"/>
          <p:nvPr/>
        </p:nvSpPr>
        <p:spPr>
          <a:xfrm>
            <a:off x="499206" y="1376363"/>
            <a:ext cx="5790997" cy="2416681"/>
          </a:xfrm>
          <a:prstGeom prst="rect">
            <a:avLst/>
          </a:prstGeom>
        </p:spPr>
        <p:txBody>
          <a:bodyPr vert="horz" wrap="none" lIns="45714" tIns="22857" rIns="45714" bIns="22857" rtlCol="0" anchor="t" anchorCtr="0">
            <a:spAutoFit/>
          </a:bodyPr>
          <a:lstStyle/>
          <a:p>
            <a:pPr marL="285750" indent="-285750" defTabSz="108842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새로운 클러스터를 추가하는 형태의 확장</a:t>
            </a:r>
            <a:endParaRPr lang="en-US" altLang="ko-KR" sz="1500" b="1" dirty="0">
              <a:solidFill>
                <a:srgbClr val="212E35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  <a:p>
            <a:pPr marL="285750" indent="-285750" defTabSz="108842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멀티 클러스터를 통한 </a:t>
            </a:r>
            <a:r>
              <a:rPr lang="ko-KR" altLang="en-US" b="1" dirty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동시성 확장</a:t>
            </a:r>
            <a:endParaRPr lang="en-US" altLang="ko-KR" b="1" dirty="0">
              <a:solidFill>
                <a:srgbClr val="C0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  <a:p>
            <a:pPr marL="285750" indent="-285750" defTabSz="108842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기존 업무 </a:t>
            </a:r>
            <a:r>
              <a:rPr lang="en-US" altLang="ko-KR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SLA</a:t>
            </a:r>
            <a:r>
              <a:rPr lang="ko-KR" alt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에 영향을 주지 않으면서 신규 업무 및 워크로드 수용</a:t>
            </a:r>
            <a:endParaRPr lang="en-US" altLang="ko-KR" sz="1500" b="1" dirty="0">
              <a:solidFill>
                <a:srgbClr val="212E35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  <a:p>
            <a:pPr marL="285750" indent="-285750" defTabSz="108842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클러스터간 데이터 동기화 불필요</a:t>
            </a:r>
            <a:endParaRPr lang="en-US" altLang="ko-KR" sz="1500" b="1" dirty="0">
              <a:solidFill>
                <a:srgbClr val="212E35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  <a:p>
            <a:pPr marL="285750" indent="-285750" defTabSz="108842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확장 시 가장 많은 시간이 소요되는 </a:t>
            </a:r>
            <a:r>
              <a:rPr 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Data Rebalancing </a:t>
            </a:r>
            <a:r>
              <a:rPr lang="ko-KR" altLang="en-US" sz="1500" b="1" dirty="0">
                <a:solidFill>
                  <a:srgbClr val="212E3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 Light" charset="0"/>
              </a:rPr>
              <a:t>불필요</a:t>
            </a:r>
            <a:endParaRPr lang="en-US" sz="1500" b="1" dirty="0">
              <a:solidFill>
                <a:srgbClr val="212E35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 Light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CD81318-013B-3922-7434-3CC2F2A7A180}"/>
              </a:ext>
            </a:extLst>
          </p:cNvPr>
          <p:cNvGrpSpPr/>
          <p:nvPr/>
        </p:nvGrpSpPr>
        <p:grpSpPr>
          <a:xfrm>
            <a:off x="7261199" y="3656163"/>
            <a:ext cx="924714" cy="825540"/>
            <a:chOff x="5698412" y="4253074"/>
            <a:chExt cx="1489400" cy="1329666"/>
          </a:xfr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53B4628-8C36-F628-ECCC-073BCAE1C75C}"/>
                </a:ext>
              </a:extLst>
            </p:cNvPr>
            <p:cNvGrpSpPr/>
            <p:nvPr/>
          </p:nvGrpSpPr>
          <p:grpSpPr>
            <a:xfrm>
              <a:off x="5698412" y="4253074"/>
              <a:ext cx="1489400" cy="1329666"/>
              <a:chOff x="4954101" y="4260416"/>
              <a:chExt cx="1268314" cy="1132291"/>
            </a:xfrm>
          </p:grpSpPr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CF96104-572D-66AE-BDD6-CF888793D713}"/>
                  </a:ext>
                </a:extLst>
              </p:cNvPr>
              <p:cNvSpPr/>
              <p:nvPr/>
            </p:nvSpPr>
            <p:spPr>
              <a:xfrm>
                <a:off x="5160245" y="5103145"/>
                <a:ext cx="856196" cy="28956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1" name="사다리꼴 120">
                <a:extLst>
                  <a:ext uri="{FF2B5EF4-FFF2-40B4-BE49-F238E27FC236}">
                    <a16:creationId xmlns:a16="http://schemas.microsoft.com/office/drawing/2014/main" id="{818E5465-8839-7507-F4ED-45DC50A038EF}"/>
                  </a:ext>
                </a:extLst>
              </p:cNvPr>
              <p:cNvSpPr/>
              <p:nvPr/>
            </p:nvSpPr>
            <p:spPr>
              <a:xfrm rot="10800000">
                <a:off x="4954101" y="4405196"/>
                <a:ext cx="1268314" cy="863331"/>
              </a:xfrm>
              <a:prstGeom prst="trapezoid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9F08ED98-0533-493C-9E0D-3D664C0379F6}"/>
                  </a:ext>
                </a:extLst>
              </p:cNvPr>
              <p:cNvSpPr/>
              <p:nvPr/>
            </p:nvSpPr>
            <p:spPr>
              <a:xfrm>
                <a:off x="4962812" y="4260416"/>
                <a:ext cx="1234417" cy="28956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2C32CD0C-E274-110E-8A26-85E336ECB39E}"/>
                </a:ext>
              </a:extLst>
            </p:cNvPr>
            <p:cNvGrpSpPr/>
            <p:nvPr/>
          </p:nvGrpSpPr>
          <p:grpSpPr>
            <a:xfrm>
              <a:off x="6125065" y="4740122"/>
              <a:ext cx="676588" cy="675733"/>
              <a:chOff x="3511165" y="4273053"/>
              <a:chExt cx="676588" cy="675733"/>
            </a:xfrm>
          </p:grpSpPr>
          <p:sp>
            <p:nvSpPr>
              <p:cNvPr id="12" name="Freeform 119">
                <a:extLst>
                  <a:ext uri="{FF2B5EF4-FFF2-40B4-BE49-F238E27FC236}">
                    <a16:creationId xmlns:a16="http://schemas.microsoft.com/office/drawing/2014/main" id="{DAE41259-18F5-F737-E0BD-67002882A96A}"/>
                  </a:ext>
                </a:extLst>
              </p:cNvPr>
              <p:cNvSpPr/>
              <p:nvPr/>
            </p:nvSpPr>
            <p:spPr bwMode="ltGray">
              <a:xfrm rot="16200000">
                <a:off x="3511165" y="4624783"/>
                <a:ext cx="324001" cy="324000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00CC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" name="Freeform 120">
                <a:extLst>
                  <a:ext uri="{FF2B5EF4-FFF2-40B4-BE49-F238E27FC236}">
                    <a16:creationId xmlns:a16="http://schemas.microsoft.com/office/drawing/2014/main" id="{7DB5399C-260A-5FA0-19FD-BC3800879E8F}"/>
                  </a:ext>
                </a:extLst>
              </p:cNvPr>
              <p:cNvSpPr/>
              <p:nvPr/>
            </p:nvSpPr>
            <p:spPr bwMode="ltGray">
              <a:xfrm rot="10800000">
                <a:off x="3863753" y="4624785"/>
                <a:ext cx="324000" cy="324001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" name="Freeform 121">
                <a:extLst>
                  <a:ext uri="{FF2B5EF4-FFF2-40B4-BE49-F238E27FC236}">
                    <a16:creationId xmlns:a16="http://schemas.microsoft.com/office/drawing/2014/main" id="{05CA6D4C-D27B-5698-8399-5C9F8A6AC1A2}"/>
                  </a:ext>
                </a:extLst>
              </p:cNvPr>
              <p:cNvSpPr/>
              <p:nvPr/>
            </p:nvSpPr>
            <p:spPr bwMode="ltGray">
              <a:xfrm>
                <a:off x="3511165" y="4273055"/>
                <a:ext cx="324000" cy="323999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FFC0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9" name="Freeform 122">
                <a:extLst>
                  <a:ext uri="{FF2B5EF4-FFF2-40B4-BE49-F238E27FC236}">
                    <a16:creationId xmlns:a16="http://schemas.microsoft.com/office/drawing/2014/main" id="{EAD2F844-D022-614D-B166-DE63D996DDF5}"/>
                  </a:ext>
                </a:extLst>
              </p:cNvPr>
              <p:cNvSpPr/>
              <p:nvPr/>
            </p:nvSpPr>
            <p:spPr bwMode="ltGray">
              <a:xfrm rot="5400000">
                <a:off x="3863752" y="4273053"/>
                <a:ext cx="323999" cy="324000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3DF1AF8E-84BE-1DE8-EE91-8F642507C628}"/>
              </a:ext>
            </a:extLst>
          </p:cNvPr>
          <p:cNvSpPr txBox="1"/>
          <p:nvPr/>
        </p:nvSpPr>
        <p:spPr>
          <a:xfrm>
            <a:off x="9069140" y="3460997"/>
            <a:ext cx="1398769" cy="276993"/>
          </a:xfrm>
          <a:prstGeom prst="rect">
            <a:avLst/>
          </a:prstGeom>
        </p:spPr>
        <p:txBody>
          <a:bodyPr vert="horz" wrap="none" lIns="45714" tIns="22857" rIns="45714" bIns="22857" rtlCol="0" anchor="ctr" anchorCtr="0">
            <a:noAutofit/>
          </a:bodyPr>
          <a:lstStyle/>
          <a:p>
            <a:pPr defTabSz="1088421"/>
            <a:r>
              <a:rPr lang="ko-KR" altLang="en-US" sz="1500" b="1" dirty="0" err="1">
                <a:solidFill>
                  <a:srgbClr val="00008B"/>
                </a:solidFill>
                <a:latin typeface="+mj-lt"/>
                <a:cs typeface="Roboto Light" charset="0"/>
              </a:rPr>
              <a:t>Ｃａｔａｌｏｇ</a:t>
            </a:r>
            <a:r>
              <a:rPr lang="ko-KR" altLang="en-US" sz="1500" b="1" dirty="0">
                <a:solidFill>
                  <a:srgbClr val="00008B"/>
                </a:solidFill>
                <a:latin typeface="+mj-lt"/>
                <a:cs typeface="Roboto Light" charset="0"/>
              </a:rPr>
              <a:t> </a:t>
            </a:r>
            <a:r>
              <a:rPr lang="ko-KR" altLang="en-US" sz="1500" b="1" dirty="0" err="1">
                <a:solidFill>
                  <a:srgbClr val="00008B"/>
                </a:solidFill>
                <a:latin typeface="+mj-lt"/>
                <a:cs typeface="Roboto Light" charset="0"/>
              </a:rPr>
              <a:t>Ｓｙｎｃ</a:t>
            </a:r>
            <a:r>
              <a:rPr lang="ko-KR" altLang="en-US" sz="1500" b="1" dirty="0">
                <a:solidFill>
                  <a:srgbClr val="00008B"/>
                </a:solidFill>
                <a:latin typeface="+mj-lt"/>
                <a:cs typeface="Roboto Light" charset="0"/>
              </a:rPr>
              <a:t> </a:t>
            </a:r>
            <a:endParaRPr lang="en-US" sz="1500" b="1" dirty="0">
              <a:solidFill>
                <a:srgbClr val="00008B"/>
              </a:solidFill>
              <a:latin typeface="+mj-lt"/>
              <a:ea typeface="Roboto Light" charset="0"/>
              <a:cs typeface="Roboto Light" charset="0"/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E026DC5B-00F9-AFD9-103F-228A7FF5EB8B}"/>
              </a:ext>
            </a:extLst>
          </p:cNvPr>
          <p:cNvGrpSpPr/>
          <p:nvPr/>
        </p:nvGrpSpPr>
        <p:grpSpPr>
          <a:xfrm>
            <a:off x="8940652" y="2384171"/>
            <a:ext cx="2780333" cy="815185"/>
            <a:chOff x="8940652" y="2669921"/>
            <a:chExt cx="2780333" cy="8151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939C6768-A41A-C454-10AA-E782E55AFEA4}"/>
                </a:ext>
              </a:extLst>
            </p:cNvPr>
            <p:cNvGrpSpPr/>
            <p:nvPr/>
          </p:nvGrpSpPr>
          <p:grpSpPr>
            <a:xfrm>
              <a:off x="8940652" y="2717179"/>
              <a:ext cx="2601731" cy="706694"/>
              <a:chOff x="5991980" y="3260818"/>
              <a:chExt cx="2601731" cy="706694"/>
            </a:xfrm>
          </p:grpSpPr>
          <p:sp>
            <p:nvSpPr>
              <p:cNvPr id="24" name="Rounded Rectangle 124">
                <a:extLst>
                  <a:ext uri="{FF2B5EF4-FFF2-40B4-BE49-F238E27FC236}">
                    <a16:creationId xmlns:a16="http://schemas.microsoft.com/office/drawing/2014/main" id="{C5F5E78C-8904-A54A-4789-751E66CAE706}"/>
                  </a:ext>
                </a:extLst>
              </p:cNvPr>
              <p:cNvSpPr/>
              <p:nvPr/>
            </p:nvSpPr>
            <p:spPr bwMode="ltGray">
              <a:xfrm>
                <a:off x="7105056" y="3260818"/>
                <a:ext cx="455034" cy="590192"/>
              </a:xfrm>
              <a:prstGeom prst="roundRect">
                <a:avLst>
                  <a:gd name="adj" fmla="val 7669"/>
                </a:avLst>
              </a:prstGeom>
              <a:solidFill>
                <a:srgbClr val="C000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 defTabSz="914217">
                  <a:lnSpc>
                    <a:spcPct val="90000"/>
                  </a:lnSpc>
                </a:pPr>
                <a:r>
                  <a:rPr lang="en-US" sz="800" b="1" dirty="0" err="1">
                    <a:solidFill>
                      <a:prstClr val="white"/>
                    </a:solidFill>
                    <a:latin typeface="Calibri" panose="020F0502020204030204"/>
                  </a:rPr>
                  <a:t>ComputeNode</a:t>
                </a: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  <a:p>
                <a:pPr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Rounded Rectangle 130">
                <a:extLst>
                  <a:ext uri="{FF2B5EF4-FFF2-40B4-BE49-F238E27FC236}">
                    <a16:creationId xmlns:a16="http://schemas.microsoft.com/office/drawing/2014/main" id="{2E86F079-EEDE-105E-0338-A743479EBBC6}"/>
                  </a:ext>
                </a:extLst>
              </p:cNvPr>
              <p:cNvSpPr/>
              <p:nvPr/>
            </p:nvSpPr>
            <p:spPr bwMode="ltGray">
              <a:xfrm>
                <a:off x="7608724" y="3265552"/>
                <a:ext cx="455034" cy="590192"/>
              </a:xfrm>
              <a:prstGeom prst="roundRect">
                <a:avLst>
                  <a:gd name="adj" fmla="val 7669"/>
                </a:avLst>
              </a:prstGeom>
              <a:solidFill>
                <a:srgbClr val="C000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 defTabSz="914217">
                  <a:lnSpc>
                    <a:spcPct val="90000"/>
                  </a:lnSpc>
                </a:pPr>
                <a:r>
                  <a:rPr lang="en-US" sz="800" b="1" dirty="0" err="1">
                    <a:solidFill>
                      <a:prstClr val="white"/>
                    </a:solidFill>
                    <a:latin typeface="Calibri" panose="020F0502020204030204"/>
                  </a:rPr>
                  <a:t>ComputeNode</a:t>
                </a: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  <a:p>
                <a:pPr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Rounded Rectangle 135">
                <a:extLst>
                  <a:ext uri="{FF2B5EF4-FFF2-40B4-BE49-F238E27FC236}">
                    <a16:creationId xmlns:a16="http://schemas.microsoft.com/office/drawing/2014/main" id="{1ECEF0B9-B4EE-E06B-8234-7D568844417A}"/>
                  </a:ext>
                </a:extLst>
              </p:cNvPr>
              <p:cNvSpPr/>
              <p:nvPr/>
            </p:nvSpPr>
            <p:spPr bwMode="ltGray">
              <a:xfrm>
                <a:off x="8138677" y="3263441"/>
                <a:ext cx="455034" cy="590192"/>
              </a:xfrm>
              <a:prstGeom prst="roundRect">
                <a:avLst>
                  <a:gd name="adj" fmla="val 7669"/>
                </a:avLst>
              </a:prstGeom>
              <a:solidFill>
                <a:srgbClr val="C000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 defTabSz="914217">
                  <a:lnSpc>
                    <a:spcPct val="90000"/>
                  </a:lnSpc>
                </a:pPr>
                <a:r>
                  <a:rPr lang="en-US" sz="800" b="1" dirty="0" err="1">
                    <a:solidFill>
                      <a:prstClr val="white"/>
                    </a:solidFill>
                    <a:latin typeface="Calibri" panose="020F0502020204030204"/>
                  </a:rPr>
                  <a:t>ComputeNode</a:t>
                </a: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  <a:p>
                <a:pPr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Rounded Rectangle 138">
                <a:extLst>
                  <a:ext uri="{FF2B5EF4-FFF2-40B4-BE49-F238E27FC236}">
                    <a16:creationId xmlns:a16="http://schemas.microsoft.com/office/drawing/2014/main" id="{878D68FA-96A7-A47F-8630-DC420C5C1886}"/>
                  </a:ext>
                </a:extLst>
              </p:cNvPr>
              <p:cNvSpPr/>
              <p:nvPr/>
            </p:nvSpPr>
            <p:spPr bwMode="ltGray">
              <a:xfrm>
                <a:off x="6592336" y="3260818"/>
                <a:ext cx="455034" cy="590192"/>
              </a:xfrm>
              <a:prstGeom prst="roundRect">
                <a:avLst>
                  <a:gd name="adj" fmla="val 7669"/>
                </a:avLst>
              </a:prstGeom>
              <a:solidFill>
                <a:srgbClr val="C000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 defTabSz="914217">
                  <a:lnSpc>
                    <a:spcPct val="90000"/>
                  </a:lnSpc>
                </a:pPr>
                <a:r>
                  <a:rPr lang="en-US" sz="800" b="1" dirty="0" err="1">
                    <a:solidFill>
                      <a:prstClr val="white"/>
                    </a:solidFill>
                    <a:latin typeface="Calibri" panose="020F0502020204030204"/>
                  </a:rPr>
                  <a:t>ComputeNode</a:t>
                </a: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0" name="Flowchart: Magnetic Disk 125">
                <a:extLst>
                  <a:ext uri="{FF2B5EF4-FFF2-40B4-BE49-F238E27FC236}">
                    <a16:creationId xmlns:a16="http://schemas.microsoft.com/office/drawing/2014/main" id="{DA68C29B-EC51-D744-269B-F90815DE37E1}"/>
                  </a:ext>
                </a:extLst>
              </p:cNvPr>
              <p:cNvSpPr/>
              <p:nvPr/>
            </p:nvSpPr>
            <p:spPr bwMode="ltGray">
              <a:xfrm>
                <a:off x="7206880" y="3656903"/>
                <a:ext cx="270261" cy="310609"/>
              </a:xfrm>
              <a:prstGeom prst="flowChartMagneticDisk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1" name="Flowchart: Magnetic Disk 131">
                <a:extLst>
                  <a:ext uri="{FF2B5EF4-FFF2-40B4-BE49-F238E27FC236}">
                    <a16:creationId xmlns:a16="http://schemas.microsoft.com/office/drawing/2014/main" id="{00094276-DB8F-65CC-0564-9C804C893369}"/>
                  </a:ext>
                </a:extLst>
              </p:cNvPr>
              <p:cNvSpPr/>
              <p:nvPr/>
            </p:nvSpPr>
            <p:spPr bwMode="ltGray">
              <a:xfrm>
                <a:off x="7703295" y="3656903"/>
                <a:ext cx="266385" cy="310609"/>
              </a:xfrm>
              <a:prstGeom prst="flowChartMagneticDisk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2" name="Flowchart: Magnetic Disk 136">
                <a:extLst>
                  <a:ext uri="{FF2B5EF4-FFF2-40B4-BE49-F238E27FC236}">
                    <a16:creationId xmlns:a16="http://schemas.microsoft.com/office/drawing/2014/main" id="{CE660328-4E56-CFB2-5B75-3E5D56798FAB}"/>
                  </a:ext>
                </a:extLst>
              </p:cNvPr>
              <p:cNvSpPr/>
              <p:nvPr/>
            </p:nvSpPr>
            <p:spPr bwMode="ltGray">
              <a:xfrm>
                <a:off x="8245021" y="3656903"/>
                <a:ext cx="246843" cy="310609"/>
              </a:xfrm>
              <a:prstGeom prst="flowChartMagneticDisk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3" name="Flowchart: Magnetic Disk 139">
                <a:extLst>
                  <a:ext uri="{FF2B5EF4-FFF2-40B4-BE49-F238E27FC236}">
                    <a16:creationId xmlns:a16="http://schemas.microsoft.com/office/drawing/2014/main" id="{2D9C5043-6582-CF30-A1A8-D29FC48ECE04}"/>
                  </a:ext>
                </a:extLst>
              </p:cNvPr>
              <p:cNvSpPr/>
              <p:nvPr/>
            </p:nvSpPr>
            <p:spPr bwMode="ltGray">
              <a:xfrm>
                <a:off x="6694161" y="3656903"/>
                <a:ext cx="270261" cy="310609"/>
              </a:xfrm>
              <a:prstGeom prst="flowChartMagneticDisk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4" name="Freeform 141">
                <a:extLst>
                  <a:ext uri="{FF2B5EF4-FFF2-40B4-BE49-F238E27FC236}">
                    <a16:creationId xmlns:a16="http://schemas.microsoft.com/office/drawing/2014/main" id="{C361BEF7-A15A-88F8-8933-451B934CAA22}"/>
                  </a:ext>
                </a:extLst>
              </p:cNvPr>
              <p:cNvSpPr/>
              <p:nvPr/>
            </p:nvSpPr>
            <p:spPr bwMode="ltGray">
              <a:xfrm rot="16200000">
                <a:off x="7775161" y="3757297"/>
                <a:ext cx="130155" cy="131877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5" name="Freeform 142">
                <a:extLst>
                  <a:ext uri="{FF2B5EF4-FFF2-40B4-BE49-F238E27FC236}">
                    <a16:creationId xmlns:a16="http://schemas.microsoft.com/office/drawing/2014/main" id="{949C4E66-54F2-F68E-CD67-6767143AE06C}"/>
                  </a:ext>
                </a:extLst>
              </p:cNvPr>
              <p:cNvSpPr/>
              <p:nvPr/>
            </p:nvSpPr>
            <p:spPr bwMode="ltGray">
              <a:xfrm rot="10800000">
                <a:off x="8314418" y="3761858"/>
                <a:ext cx="130155" cy="131877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" name="Freeform 143">
                <a:extLst>
                  <a:ext uri="{FF2B5EF4-FFF2-40B4-BE49-F238E27FC236}">
                    <a16:creationId xmlns:a16="http://schemas.microsoft.com/office/drawing/2014/main" id="{1AE1360A-2BBD-EC06-3AFD-87F0DAA71478}"/>
                  </a:ext>
                </a:extLst>
              </p:cNvPr>
              <p:cNvSpPr/>
              <p:nvPr/>
            </p:nvSpPr>
            <p:spPr bwMode="ltGray">
              <a:xfrm>
                <a:off x="6742284" y="3761858"/>
                <a:ext cx="130155" cy="131877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FFC0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" name="Freeform 144">
                <a:extLst>
                  <a:ext uri="{FF2B5EF4-FFF2-40B4-BE49-F238E27FC236}">
                    <a16:creationId xmlns:a16="http://schemas.microsoft.com/office/drawing/2014/main" id="{6EBA0F4A-C31B-C2C4-2048-110B1E243BB7}"/>
                  </a:ext>
                </a:extLst>
              </p:cNvPr>
              <p:cNvSpPr/>
              <p:nvPr/>
            </p:nvSpPr>
            <p:spPr bwMode="ltGray">
              <a:xfrm rot="5400000">
                <a:off x="7292527" y="3757297"/>
                <a:ext cx="130155" cy="131877"/>
              </a:xfrm>
              <a:custGeom>
                <a:avLst/>
                <a:gdLst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826852 w 2597286"/>
                  <a:gd name="connsiteY2" fmla="*/ 2607013 h 2607013"/>
                  <a:gd name="connsiteX3" fmla="*/ 2597286 w 2597286"/>
                  <a:gd name="connsiteY3" fmla="*/ 826851 h 2607013"/>
                  <a:gd name="connsiteX4" fmla="*/ 2597286 w 2597286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826852 w 2611663"/>
                  <a:gd name="connsiteY2" fmla="*/ 2607013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611663"/>
                  <a:gd name="connsiteY0" fmla="*/ 0 h 2607013"/>
                  <a:gd name="connsiteX1" fmla="*/ 0 w 2611663"/>
                  <a:gd name="connsiteY1" fmla="*/ 2607013 h 2607013"/>
                  <a:gd name="connsiteX2" fmla="*/ 1229406 w 2611663"/>
                  <a:gd name="connsiteY2" fmla="*/ 2592639 h 2607013"/>
                  <a:gd name="connsiteX3" fmla="*/ 2611663 w 2611663"/>
                  <a:gd name="connsiteY3" fmla="*/ 1258163 h 2607013"/>
                  <a:gd name="connsiteX4" fmla="*/ 2597286 w 2611663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2639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07013"/>
                  <a:gd name="connsiteX1" fmla="*/ 0 w 2597286"/>
                  <a:gd name="connsiteY1" fmla="*/ 2607013 h 2607013"/>
                  <a:gd name="connsiteX2" fmla="*/ 1229406 w 2597286"/>
                  <a:gd name="connsiteY2" fmla="*/ 2597468 h 2607013"/>
                  <a:gd name="connsiteX3" fmla="*/ 2592356 w 2597286"/>
                  <a:gd name="connsiteY3" fmla="*/ 1258167 h 2607013"/>
                  <a:gd name="connsiteX4" fmla="*/ 2597286 w 2597286"/>
                  <a:gd name="connsiteY4" fmla="*/ 0 h 2607013"/>
                  <a:gd name="connsiteX0" fmla="*/ 2597286 w 2597286"/>
                  <a:gd name="connsiteY0" fmla="*/ 0 h 2611952"/>
                  <a:gd name="connsiteX1" fmla="*/ 0 w 2597286"/>
                  <a:gd name="connsiteY1" fmla="*/ 2607013 h 2611952"/>
                  <a:gd name="connsiteX2" fmla="*/ 1224580 w 2597286"/>
                  <a:gd name="connsiteY2" fmla="*/ 2611953 h 2611952"/>
                  <a:gd name="connsiteX3" fmla="*/ 2592356 w 2597286"/>
                  <a:gd name="connsiteY3" fmla="*/ 1258167 h 2611952"/>
                  <a:gd name="connsiteX4" fmla="*/ 2597286 w 2597286"/>
                  <a:gd name="connsiteY4" fmla="*/ 0 h 2611952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6 w 2597286"/>
                  <a:gd name="connsiteY2" fmla="*/ 1258167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83020 w 2597286"/>
                  <a:gd name="connsiteY2" fmla="*/ 2603480 h 2607014"/>
                  <a:gd name="connsiteX3" fmla="*/ 2597286 w 2597286"/>
                  <a:gd name="connsiteY3" fmla="*/ 0 h 2607014"/>
                  <a:gd name="connsiteX0" fmla="*/ 2597286 w 2597286"/>
                  <a:gd name="connsiteY0" fmla="*/ 0 h 2607014"/>
                  <a:gd name="connsiteX1" fmla="*/ 0 w 2597286"/>
                  <a:gd name="connsiteY1" fmla="*/ 2607013 h 2607014"/>
                  <a:gd name="connsiteX2" fmla="*/ 2592357 w 2597286"/>
                  <a:gd name="connsiteY2" fmla="*/ 2603480 h 2607014"/>
                  <a:gd name="connsiteX3" fmla="*/ 2597286 w 2597286"/>
                  <a:gd name="connsiteY3" fmla="*/ 0 h 2607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286" h="2607014">
                    <a:moveTo>
                      <a:pt x="2597286" y="0"/>
                    </a:moveTo>
                    <a:cubicBezTo>
                      <a:pt x="1138136" y="22698"/>
                      <a:pt x="0" y="1183532"/>
                      <a:pt x="0" y="2607013"/>
                    </a:cubicBezTo>
                    <a:lnTo>
                      <a:pt x="2592357" y="2603480"/>
                    </a:lnTo>
                    <a:cubicBezTo>
                      <a:pt x="2594000" y="2184091"/>
                      <a:pt x="2595643" y="419389"/>
                      <a:pt x="2597286" y="0"/>
                    </a:cubicBezTo>
                    <a:close/>
                  </a:path>
                </a:pathLst>
              </a:custGeom>
              <a:solidFill>
                <a:srgbClr val="00CC00"/>
              </a:solidFill>
              <a:ln w="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lnSpc>
                    <a:spcPct val="90000"/>
                  </a:lnSpc>
                </a:pPr>
                <a:endParaRPr lang="en-US" sz="800" b="1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A572C68-202F-BDDC-0B55-CD6F33CD4658}"/>
                  </a:ext>
                </a:extLst>
              </p:cNvPr>
              <p:cNvSpPr txBox="1"/>
              <p:nvPr/>
            </p:nvSpPr>
            <p:spPr>
              <a:xfrm>
                <a:off x="5991980" y="3281728"/>
                <a:ext cx="400097" cy="661714"/>
              </a:xfrm>
              <a:prstGeom prst="rect">
                <a:avLst/>
              </a:prstGeom>
              <a:noFill/>
            </p:spPr>
            <p:txBody>
              <a:bodyPr vert="horz" wrap="none" lIns="45714" tIns="22857" rIns="45714" bIns="22857" rtlCol="0" anchor="t" anchorCtr="0">
                <a:spAutoFit/>
              </a:bodyPr>
              <a:lstStyle/>
              <a:p>
                <a:pPr algn="ctr" defTabSz="1088421"/>
                <a:r>
                  <a:rPr lang="en-US" sz="4000" b="1" dirty="0">
                    <a:solidFill>
                      <a:srgbClr val="FF0000"/>
                    </a:solidFill>
                    <a:latin typeface="Century Gothic" panose="020B0502020202020204" pitchFamily="34" charset="0"/>
                    <a:ea typeface="Roboto Light" charset="0"/>
                    <a:cs typeface="Roboto Light" charset="0"/>
                  </a:rPr>
                  <a:t>+</a:t>
                </a:r>
              </a:p>
            </p:txBody>
          </p:sp>
        </p:grpSp>
        <p:sp>
          <p:nvSpPr>
            <p:cNvPr id="3" name="Rectangle: Rounded Corners 58">
              <a:extLst>
                <a:ext uri="{FF2B5EF4-FFF2-40B4-BE49-F238E27FC236}">
                  <a16:creationId xmlns:a16="http://schemas.microsoft.com/office/drawing/2014/main" id="{6C2EB2EC-9C5E-FC47-4C0E-B282CB19EFE0}"/>
                </a:ext>
              </a:extLst>
            </p:cNvPr>
            <p:cNvSpPr/>
            <p:nvPr/>
          </p:nvSpPr>
          <p:spPr>
            <a:xfrm>
              <a:off x="9392811" y="2669921"/>
              <a:ext cx="2328174" cy="815185"/>
            </a:xfrm>
            <a:prstGeom prst="roundRect">
              <a:avLst>
                <a:gd name="adj" fmla="val 9621"/>
              </a:avLst>
            </a:prstGeom>
            <a:noFill/>
            <a:ln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1A28FFD-C5E5-844C-86DC-2034E0BAF2CF}"/>
              </a:ext>
            </a:extLst>
          </p:cNvPr>
          <p:cNvGrpSpPr/>
          <p:nvPr/>
        </p:nvGrpSpPr>
        <p:grpSpPr>
          <a:xfrm>
            <a:off x="6525537" y="1710216"/>
            <a:ext cx="2328174" cy="1603315"/>
            <a:chOff x="6392187" y="1995966"/>
            <a:chExt cx="2328174" cy="160331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Rounded Rectangle 89">
              <a:extLst>
                <a:ext uri="{FF2B5EF4-FFF2-40B4-BE49-F238E27FC236}">
                  <a16:creationId xmlns:a16="http://schemas.microsoft.com/office/drawing/2014/main" id="{EBBD9E0D-5AF2-BCD7-3929-BCC0B83DC339}"/>
                </a:ext>
              </a:extLst>
            </p:cNvPr>
            <p:cNvSpPr/>
            <p:nvPr/>
          </p:nvSpPr>
          <p:spPr bwMode="ltGray">
            <a:xfrm>
              <a:off x="7074266" y="2831354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1" name="Rounded Rectangle 95">
              <a:extLst>
                <a:ext uri="{FF2B5EF4-FFF2-40B4-BE49-F238E27FC236}">
                  <a16:creationId xmlns:a16="http://schemas.microsoft.com/office/drawing/2014/main" id="{4FFBDC5A-C598-5567-4678-BEE1964B00E0}"/>
                </a:ext>
              </a:extLst>
            </p:cNvPr>
            <p:cNvSpPr/>
            <p:nvPr/>
          </p:nvSpPr>
          <p:spPr bwMode="ltGray">
            <a:xfrm>
              <a:off x="7577933" y="2836088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2" name="Rounded Rectangle 100">
              <a:extLst>
                <a:ext uri="{FF2B5EF4-FFF2-40B4-BE49-F238E27FC236}">
                  <a16:creationId xmlns:a16="http://schemas.microsoft.com/office/drawing/2014/main" id="{B7D66577-AB5E-5959-2985-147967E4613A}"/>
                </a:ext>
              </a:extLst>
            </p:cNvPr>
            <p:cNvSpPr/>
            <p:nvPr/>
          </p:nvSpPr>
          <p:spPr bwMode="ltGray">
            <a:xfrm>
              <a:off x="8107888" y="2833977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3" name="Rounded Rectangle 107">
              <a:extLst>
                <a:ext uri="{FF2B5EF4-FFF2-40B4-BE49-F238E27FC236}">
                  <a16:creationId xmlns:a16="http://schemas.microsoft.com/office/drawing/2014/main" id="{27729CE2-5ACC-143A-732A-12CE14FF6B5E}"/>
                </a:ext>
              </a:extLst>
            </p:cNvPr>
            <p:cNvSpPr/>
            <p:nvPr/>
          </p:nvSpPr>
          <p:spPr bwMode="ltGray">
            <a:xfrm>
              <a:off x="6561547" y="2831354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8" name="Flowchart: Magnetic Disk 90">
              <a:extLst>
                <a:ext uri="{FF2B5EF4-FFF2-40B4-BE49-F238E27FC236}">
                  <a16:creationId xmlns:a16="http://schemas.microsoft.com/office/drawing/2014/main" id="{66C31A0A-5251-50CE-3A86-9E04F58F649A}"/>
                </a:ext>
              </a:extLst>
            </p:cNvPr>
            <p:cNvSpPr/>
            <p:nvPr/>
          </p:nvSpPr>
          <p:spPr bwMode="ltGray">
            <a:xfrm>
              <a:off x="7176415" y="3227439"/>
              <a:ext cx="270261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9" name="Flowchart: Magnetic Disk 96">
              <a:extLst>
                <a:ext uri="{FF2B5EF4-FFF2-40B4-BE49-F238E27FC236}">
                  <a16:creationId xmlns:a16="http://schemas.microsoft.com/office/drawing/2014/main" id="{CA4ACCCD-A16F-4F57-C696-E40F8E6BB756}"/>
                </a:ext>
              </a:extLst>
            </p:cNvPr>
            <p:cNvSpPr/>
            <p:nvPr/>
          </p:nvSpPr>
          <p:spPr bwMode="ltGray">
            <a:xfrm>
              <a:off x="7672830" y="3227439"/>
              <a:ext cx="266385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0" name="Flowchart: Magnetic Disk 101">
              <a:extLst>
                <a:ext uri="{FF2B5EF4-FFF2-40B4-BE49-F238E27FC236}">
                  <a16:creationId xmlns:a16="http://schemas.microsoft.com/office/drawing/2014/main" id="{42960293-1691-94DF-6A5C-03C08C648EF6}"/>
                </a:ext>
              </a:extLst>
            </p:cNvPr>
            <p:cNvSpPr/>
            <p:nvPr/>
          </p:nvSpPr>
          <p:spPr bwMode="ltGray">
            <a:xfrm>
              <a:off x="8214554" y="3227439"/>
              <a:ext cx="246843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4" name="Flowchart: Magnetic Disk 108">
              <a:extLst>
                <a:ext uri="{FF2B5EF4-FFF2-40B4-BE49-F238E27FC236}">
                  <a16:creationId xmlns:a16="http://schemas.microsoft.com/office/drawing/2014/main" id="{F07DCB15-938D-4743-C062-2EEFA2010AEC}"/>
                </a:ext>
              </a:extLst>
            </p:cNvPr>
            <p:cNvSpPr/>
            <p:nvPr/>
          </p:nvSpPr>
          <p:spPr bwMode="ltGray">
            <a:xfrm>
              <a:off x="6663694" y="3227439"/>
              <a:ext cx="270261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6" name="Freeform 119">
              <a:extLst>
                <a:ext uri="{FF2B5EF4-FFF2-40B4-BE49-F238E27FC236}">
                  <a16:creationId xmlns:a16="http://schemas.microsoft.com/office/drawing/2014/main" id="{5928426A-9ADC-C4E8-5780-42BA2B535B80}"/>
                </a:ext>
              </a:extLst>
            </p:cNvPr>
            <p:cNvSpPr/>
            <p:nvPr/>
          </p:nvSpPr>
          <p:spPr bwMode="ltGray">
            <a:xfrm rot="16200000">
              <a:off x="7744694" y="3327833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7" name="Freeform 120">
              <a:extLst>
                <a:ext uri="{FF2B5EF4-FFF2-40B4-BE49-F238E27FC236}">
                  <a16:creationId xmlns:a16="http://schemas.microsoft.com/office/drawing/2014/main" id="{5E8B7402-E034-BD8A-36C4-8C6F83274E7F}"/>
                </a:ext>
              </a:extLst>
            </p:cNvPr>
            <p:cNvSpPr/>
            <p:nvPr/>
          </p:nvSpPr>
          <p:spPr bwMode="ltGray">
            <a:xfrm rot="10800000">
              <a:off x="8283952" y="3332394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00FF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8" name="Freeform 121">
              <a:extLst>
                <a:ext uri="{FF2B5EF4-FFF2-40B4-BE49-F238E27FC236}">
                  <a16:creationId xmlns:a16="http://schemas.microsoft.com/office/drawing/2014/main" id="{DA012437-8603-689B-6A22-04E201470BF5}"/>
                </a:ext>
              </a:extLst>
            </p:cNvPr>
            <p:cNvSpPr/>
            <p:nvPr/>
          </p:nvSpPr>
          <p:spPr bwMode="ltGray">
            <a:xfrm>
              <a:off x="6711819" y="3332394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C0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9" name="Freeform 122">
              <a:extLst>
                <a:ext uri="{FF2B5EF4-FFF2-40B4-BE49-F238E27FC236}">
                  <a16:creationId xmlns:a16="http://schemas.microsoft.com/office/drawing/2014/main" id="{A4EFE29F-9B05-12B4-5EF0-8F096769A1D5}"/>
                </a:ext>
              </a:extLst>
            </p:cNvPr>
            <p:cNvSpPr/>
            <p:nvPr/>
          </p:nvSpPr>
          <p:spPr bwMode="ltGray">
            <a:xfrm rot="5400000">
              <a:off x="7262060" y="3327833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CC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4" name="Rectangle: Rounded Corners 58">
              <a:extLst>
                <a:ext uri="{FF2B5EF4-FFF2-40B4-BE49-F238E27FC236}">
                  <a16:creationId xmlns:a16="http://schemas.microsoft.com/office/drawing/2014/main" id="{FAAE6B51-60B5-7A51-937B-ED86B7D72A66}"/>
                </a:ext>
              </a:extLst>
            </p:cNvPr>
            <p:cNvSpPr/>
            <p:nvPr/>
          </p:nvSpPr>
          <p:spPr>
            <a:xfrm>
              <a:off x="6392187" y="1995966"/>
              <a:ext cx="2328174" cy="1603315"/>
            </a:xfrm>
            <a:prstGeom prst="roundRect">
              <a:avLst>
                <a:gd name="adj" fmla="val 9621"/>
              </a:avLst>
            </a:prstGeom>
            <a:noFill/>
            <a:ln>
              <a:solidFill>
                <a:schemeClr val="tx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Rounded Rectangle 89">
              <a:extLst>
                <a:ext uri="{FF2B5EF4-FFF2-40B4-BE49-F238E27FC236}">
                  <a16:creationId xmlns:a16="http://schemas.microsoft.com/office/drawing/2014/main" id="{0BA3C938-015A-4BBD-49EE-7975E2651F4D}"/>
                </a:ext>
              </a:extLst>
            </p:cNvPr>
            <p:cNvSpPr/>
            <p:nvPr/>
          </p:nvSpPr>
          <p:spPr bwMode="ltGray">
            <a:xfrm>
              <a:off x="7074266" y="2112654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" name="Rounded Rectangle 95">
              <a:extLst>
                <a:ext uri="{FF2B5EF4-FFF2-40B4-BE49-F238E27FC236}">
                  <a16:creationId xmlns:a16="http://schemas.microsoft.com/office/drawing/2014/main" id="{CDA3F02D-2E8E-A5D1-6643-CB03B390D148}"/>
                </a:ext>
              </a:extLst>
            </p:cNvPr>
            <p:cNvSpPr/>
            <p:nvPr/>
          </p:nvSpPr>
          <p:spPr bwMode="ltGray">
            <a:xfrm>
              <a:off x="7577933" y="2117388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Rounded Rectangle 100">
              <a:extLst>
                <a:ext uri="{FF2B5EF4-FFF2-40B4-BE49-F238E27FC236}">
                  <a16:creationId xmlns:a16="http://schemas.microsoft.com/office/drawing/2014/main" id="{54328F0A-A32A-9B29-0C13-A0400EC6C38F}"/>
                </a:ext>
              </a:extLst>
            </p:cNvPr>
            <p:cNvSpPr/>
            <p:nvPr/>
          </p:nvSpPr>
          <p:spPr bwMode="ltGray">
            <a:xfrm>
              <a:off x="8107888" y="2115277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" name="Rounded Rectangle 107">
              <a:extLst>
                <a:ext uri="{FF2B5EF4-FFF2-40B4-BE49-F238E27FC236}">
                  <a16:creationId xmlns:a16="http://schemas.microsoft.com/office/drawing/2014/main" id="{49E80C85-AF9F-5045-DCE8-78005E412BEC}"/>
                </a:ext>
              </a:extLst>
            </p:cNvPr>
            <p:cNvSpPr/>
            <p:nvPr/>
          </p:nvSpPr>
          <p:spPr bwMode="ltGray">
            <a:xfrm>
              <a:off x="6561547" y="2112654"/>
              <a:ext cx="455034" cy="590192"/>
            </a:xfrm>
            <a:prstGeom prst="roundRect">
              <a:avLst>
                <a:gd name="adj" fmla="val 7669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217">
                <a:lnSpc>
                  <a:spcPct val="90000"/>
                </a:lnSpc>
              </a:pPr>
              <a:r>
                <a:rPr lang="en-US" sz="800" b="1" dirty="0" err="1">
                  <a:solidFill>
                    <a:prstClr val="white"/>
                  </a:solidFill>
                  <a:latin typeface="Calibri" panose="020F0502020204030204"/>
                </a:rPr>
                <a:t>ComputeNode</a:t>
              </a: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" name="Flowchart: Magnetic Disk 90">
              <a:extLst>
                <a:ext uri="{FF2B5EF4-FFF2-40B4-BE49-F238E27FC236}">
                  <a16:creationId xmlns:a16="http://schemas.microsoft.com/office/drawing/2014/main" id="{814D92DD-29B7-E163-8FE7-87C7B9AF5278}"/>
                </a:ext>
              </a:extLst>
            </p:cNvPr>
            <p:cNvSpPr/>
            <p:nvPr/>
          </p:nvSpPr>
          <p:spPr bwMode="ltGray">
            <a:xfrm>
              <a:off x="7176415" y="2508739"/>
              <a:ext cx="270261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Flowchart: Magnetic Disk 96">
              <a:extLst>
                <a:ext uri="{FF2B5EF4-FFF2-40B4-BE49-F238E27FC236}">
                  <a16:creationId xmlns:a16="http://schemas.microsoft.com/office/drawing/2014/main" id="{14DECA6C-1AA9-45C8-A05A-9478ADC1AA19}"/>
                </a:ext>
              </a:extLst>
            </p:cNvPr>
            <p:cNvSpPr/>
            <p:nvPr/>
          </p:nvSpPr>
          <p:spPr bwMode="ltGray">
            <a:xfrm>
              <a:off x="7672830" y="2508739"/>
              <a:ext cx="266385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6" name="Flowchart: Magnetic Disk 101">
              <a:extLst>
                <a:ext uri="{FF2B5EF4-FFF2-40B4-BE49-F238E27FC236}">
                  <a16:creationId xmlns:a16="http://schemas.microsoft.com/office/drawing/2014/main" id="{975EDA4F-3306-2C41-9705-31E81F4B3A7E}"/>
                </a:ext>
              </a:extLst>
            </p:cNvPr>
            <p:cNvSpPr/>
            <p:nvPr/>
          </p:nvSpPr>
          <p:spPr bwMode="ltGray">
            <a:xfrm>
              <a:off x="8214554" y="2508739"/>
              <a:ext cx="246843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7" name="Flowchart: Magnetic Disk 108">
              <a:extLst>
                <a:ext uri="{FF2B5EF4-FFF2-40B4-BE49-F238E27FC236}">
                  <a16:creationId xmlns:a16="http://schemas.microsoft.com/office/drawing/2014/main" id="{2E065184-065D-3640-48EC-FF26DE3E9DD2}"/>
                </a:ext>
              </a:extLst>
            </p:cNvPr>
            <p:cNvSpPr/>
            <p:nvPr/>
          </p:nvSpPr>
          <p:spPr bwMode="ltGray">
            <a:xfrm>
              <a:off x="6663694" y="2508739"/>
              <a:ext cx="270261" cy="310609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8" name="Freeform 119">
              <a:extLst>
                <a:ext uri="{FF2B5EF4-FFF2-40B4-BE49-F238E27FC236}">
                  <a16:creationId xmlns:a16="http://schemas.microsoft.com/office/drawing/2014/main" id="{E2AC49D0-28E4-4C19-7DF7-5C9B133CECB6}"/>
                </a:ext>
              </a:extLst>
            </p:cNvPr>
            <p:cNvSpPr/>
            <p:nvPr/>
          </p:nvSpPr>
          <p:spPr bwMode="ltGray">
            <a:xfrm rot="16200000">
              <a:off x="7744694" y="2609133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9" name="Freeform 120">
              <a:extLst>
                <a:ext uri="{FF2B5EF4-FFF2-40B4-BE49-F238E27FC236}">
                  <a16:creationId xmlns:a16="http://schemas.microsoft.com/office/drawing/2014/main" id="{A99403FC-E720-8373-913D-172645AA43F8}"/>
                </a:ext>
              </a:extLst>
            </p:cNvPr>
            <p:cNvSpPr/>
            <p:nvPr/>
          </p:nvSpPr>
          <p:spPr bwMode="ltGray">
            <a:xfrm rot="10800000">
              <a:off x="8283952" y="2613694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00FF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0" name="Freeform 121">
              <a:extLst>
                <a:ext uri="{FF2B5EF4-FFF2-40B4-BE49-F238E27FC236}">
                  <a16:creationId xmlns:a16="http://schemas.microsoft.com/office/drawing/2014/main" id="{6FE199E1-9E33-2DBC-CB77-7FE22E37CF8B}"/>
                </a:ext>
              </a:extLst>
            </p:cNvPr>
            <p:cNvSpPr/>
            <p:nvPr/>
          </p:nvSpPr>
          <p:spPr bwMode="ltGray">
            <a:xfrm>
              <a:off x="6711819" y="2613694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FFC0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1" name="Freeform 122">
              <a:extLst>
                <a:ext uri="{FF2B5EF4-FFF2-40B4-BE49-F238E27FC236}">
                  <a16:creationId xmlns:a16="http://schemas.microsoft.com/office/drawing/2014/main" id="{95E738A3-FC99-A5F1-0E24-3B1C98B9DFB8}"/>
                </a:ext>
              </a:extLst>
            </p:cNvPr>
            <p:cNvSpPr/>
            <p:nvPr/>
          </p:nvSpPr>
          <p:spPr bwMode="ltGray">
            <a:xfrm rot="5400000">
              <a:off x="7262060" y="2609133"/>
              <a:ext cx="130155" cy="131877"/>
            </a:xfrm>
            <a:custGeom>
              <a:avLst/>
              <a:gdLst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826852 w 2597286"/>
                <a:gd name="connsiteY2" fmla="*/ 2607013 h 2607013"/>
                <a:gd name="connsiteX3" fmla="*/ 2597286 w 2597286"/>
                <a:gd name="connsiteY3" fmla="*/ 826851 h 2607013"/>
                <a:gd name="connsiteX4" fmla="*/ 2597286 w 2597286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826852 w 2611663"/>
                <a:gd name="connsiteY2" fmla="*/ 2607013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611663"/>
                <a:gd name="connsiteY0" fmla="*/ 0 h 2607013"/>
                <a:gd name="connsiteX1" fmla="*/ 0 w 2611663"/>
                <a:gd name="connsiteY1" fmla="*/ 2607013 h 2607013"/>
                <a:gd name="connsiteX2" fmla="*/ 1229406 w 2611663"/>
                <a:gd name="connsiteY2" fmla="*/ 2592639 h 2607013"/>
                <a:gd name="connsiteX3" fmla="*/ 2611663 w 2611663"/>
                <a:gd name="connsiteY3" fmla="*/ 1258163 h 2607013"/>
                <a:gd name="connsiteX4" fmla="*/ 2597286 w 2611663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2639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07013"/>
                <a:gd name="connsiteX1" fmla="*/ 0 w 2597286"/>
                <a:gd name="connsiteY1" fmla="*/ 2607013 h 2607013"/>
                <a:gd name="connsiteX2" fmla="*/ 1229406 w 2597286"/>
                <a:gd name="connsiteY2" fmla="*/ 2597468 h 2607013"/>
                <a:gd name="connsiteX3" fmla="*/ 2592356 w 2597286"/>
                <a:gd name="connsiteY3" fmla="*/ 1258167 h 2607013"/>
                <a:gd name="connsiteX4" fmla="*/ 2597286 w 2597286"/>
                <a:gd name="connsiteY4" fmla="*/ 0 h 2607013"/>
                <a:gd name="connsiteX0" fmla="*/ 2597286 w 2597286"/>
                <a:gd name="connsiteY0" fmla="*/ 0 h 2611952"/>
                <a:gd name="connsiteX1" fmla="*/ 0 w 2597286"/>
                <a:gd name="connsiteY1" fmla="*/ 2607013 h 2611952"/>
                <a:gd name="connsiteX2" fmla="*/ 1224580 w 2597286"/>
                <a:gd name="connsiteY2" fmla="*/ 2611953 h 2611952"/>
                <a:gd name="connsiteX3" fmla="*/ 2592356 w 2597286"/>
                <a:gd name="connsiteY3" fmla="*/ 1258167 h 2611952"/>
                <a:gd name="connsiteX4" fmla="*/ 2597286 w 2597286"/>
                <a:gd name="connsiteY4" fmla="*/ 0 h 2611952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6 w 2597286"/>
                <a:gd name="connsiteY2" fmla="*/ 1258167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83020 w 2597286"/>
                <a:gd name="connsiteY2" fmla="*/ 2603480 h 2607014"/>
                <a:gd name="connsiteX3" fmla="*/ 2597286 w 2597286"/>
                <a:gd name="connsiteY3" fmla="*/ 0 h 2607014"/>
                <a:gd name="connsiteX0" fmla="*/ 2597286 w 2597286"/>
                <a:gd name="connsiteY0" fmla="*/ 0 h 2607014"/>
                <a:gd name="connsiteX1" fmla="*/ 0 w 2597286"/>
                <a:gd name="connsiteY1" fmla="*/ 2607013 h 2607014"/>
                <a:gd name="connsiteX2" fmla="*/ 2592357 w 2597286"/>
                <a:gd name="connsiteY2" fmla="*/ 2603480 h 2607014"/>
                <a:gd name="connsiteX3" fmla="*/ 2597286 w 2597286"/>
                <a:gd name="connsiteY3" fmla="*/ 0 h 260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286" h="2607014">
                  <a:moveTo>
                    <a:pt x="2597286" y="0"/>
                  </a:moveTo>
                  <a:cubicBezTo>
                    <a:pt x="1138136" y="22698"/>
                    <a:pt x="0" y="1183532"/>
                    <a:pt x="0" y="2607013"/>
                  </a:cubicBezTo>
                  <a:lnTo>
                    <a:pt x="2592357" y="2603480"/>
                  </a:lnTo>
                  <a:cubicBezTo>
                    <a:pt x="2594000" y="2184091"/>
                    <a:pt x="2595643" y="419389"/>
                    <a:pt x="2597286" y="0"/>
                  </a:cubicBezTo>
                  <a:close/>
                </a:path>
              </a:pathLst>
            </a:custGeom>
            <a:solidFill>
              <a:srgbClr val="00CC00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lnSpc>
                  <a:spcPct val="90000"/>
                </a:lnSpc>
              </a:pPr>
              <a:endParaRPr lang="en-US" sz="8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cxnSp>
        <p:nvCxnSpPr>
          <p:cNvPr id="31" name="Straight Arrow Connector 103">
            <a:extLst>
              <a:ext uri="{FF2B5EF4-FFF2-40B4-BE49-F238E27FC236}">
                <a16:creationId xmlns:a16="http://schemas.microsoft.com/office/drawing/2014/main" id="{1DFDA319-9801-C2F9-5AB4-5976C7C2A494}"/>
              </a:ext>
            </a:extLst>
          </p:cNvPr>
          <p:cNvCxnSpPr>
            <a:cxnSpLocks/>
            <a:stCxn id="29" idx="3"/>
          </p:cNvCxnSpPr>
          <p:nvPr/>
        </p:nvCxnSpPr>
        <p:spPr>
          <a:xfrm flipH="1">
            <a:off x="7708900" y="3252298"/>
            <a:ext cx="230473" cy="503727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04">
            <a:extLst>
              <a:ext uri="{FF2B5EF4-FFF2-40B4-BE49-F238E27FC236}">
                <a16:creationId xmlns:a16="http://schemas.microsoft.com/office/drawing/2014/main" id="{C76A77E4-8E05-A1B2-306B-A1822872D136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7444896" y="3252298"/>
            <a:ext cx="213204" cy="522777"/>
          </a:xfrm>
          <a:prstGeom prst="straightConnector1">
            <a:avLst/>
          </a:prstGeom>
          <a:ln w="12700">
            <a:solidFill>
              <a:srgbClr val="00CC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05">
            <a:extLst>
              <a:ext uri="{FF2B5EF4-FFF2-40B4-BE49-F238E27FC236}">
                <a16:creationId xmlns:a16="http://schemas.microsoft.com/office/drawing/2014/main" id="{284380B5-A85C-AF3E-935B-1D0B32AF1EE3}"/>
              </a:ext>
            </a:extLst>
          </p:cNvPr>
          <p:cNvCxnSpPr>
            <a:cxnSpLocks/>
            <a:stCxn id="30" idx="3"/>
          </p:cNvCxnSpPr>
          <p:nvPr/>
        </p:nvCxnSpPr>
        <p:spPr>
          <a:xfrm flipH="1">
            <a:off x="7737475" y="3252298"/>
            <a:ext cx="733851" cy="506902"/>
          </a:xfrm>
          <a:prstGeom prst="straightConnector1">
            <a:avLst/>
          </a:prstGeom>
          <a:ln w="127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110">
            <a:extLst>
              <a:ext uri="{FF2B5EF4-FFF2-40B4-BE49-F238E27FC236}">
                <a16:creationId xmlns:a16="http://schemas.microsoft.com/office/drawing/2014/main" id="{821EDB2D-6574-90ED-AEE7-D0F27A8A2FCB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6932175" y="3252298"/>
            <a:ext cx="656075" cy="538652"/>
          </a:xfrm>
          <a:prstGeom prst="straightConnector1">
            <a:avLst/>
          </a:prstGeom>
          <a:ln w="127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9FEE536E-A8BB-8B61-18C7-B561B8795466}"/>
              </a:ext>
            </a:extLst>
          </p:cNvPr>
          <p:cNvGrpSpPr/>
          <p:nvPr/>
        </p:nvGrpSpPr>
        <p:grpSpPr>
          <a:xfrm>
            <a:off x="7791450" y="3033713"/>
            <a:ext cx="3471640" cy="776287"/>
            <a:chOff x="7791450" y="3319463"/>
            <a:chExt cx="3471640" cy="776287"/>
          </a:xfrm>
        </p:grpSpPr>
        <p:cxnSp>
          <p:nvCxnSpPr>
            <p:cNvPr id="48" name="Straight Arrow Connector 145">
              <a:extLst>
                <a:ext uri="{FF2B5EF4-FFF2-40B4-BE49-F238E27FC236}">
                  <a16:creationId xmlns:a16="http://schemas.microsoft.com/office/drawing/2014/main" id="{AA009AF6-3510-6362-BB65-2994C2285DC5}"/>
                </a:ext>
              </a:extLst>
            </p:cNvPr>
            <p:cNvCxnSpPr>
              <a:cxnSpLocks/>
              <a:stCxn id="46" idx="1"/>
            </p:cNvCxnSpPr>
            <p:nvPr/>
          </p:nvCxnSpPr>
          <p:spPr>
            <a:xfrm flipH="1">
              <a:off x="7806180" y="3350096"/>
              <a:ext cx="1884776" cy="697374"/>
            </a:xfrm>
            <a:prstGeom prst="straightConnector1">
              <a:avLst/>
            </a:prstGeom>
            <a:ln w="12700">
              <a:solidFill>
                <a:srgbClr val="FFC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146">
              <a:extLst>
                <a:ext uri="{FF2B5EF4-FFF2-40B4-BE49-F238E27FC236}">
                  <a16:creationId xmlns:a16="http://schemas.microsoft.com/office/drawing/2014/main" id="{26B2347E-DC15-447D-5DEB-CEDD7AD60404}"/>
                </a:ext>
              </a:extLst>
            </p:cNvPr>
            <p:cNvCxnSpPr>
              <a:cxnSpLocks/>
              <a:stCxn id="47" idx="2"/>
            </p:cNvCxnSpPr>
            <p:nvPr/>
          </p:nvCxnSpPr>
          <p:spPr>
            <a:xfrm flipH="1">
              <a:off x="7810500" y="3344427"/>
              <a:ext cx="2430017" cy="722748"/>
            </a:xfrm>
            <a:prstGeom prst="straightConnector1">
              <a:avLst/>
            </a:prstGeom>
            <a:ln w="12700">
              <a:solidFill>
                <a:srgbClr val="00CC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147">
              <a:extLst>
                <a:ext uri="{FF2B5EF4-FFF2-40B4-BE49-F238E27FC236}">
                  <a16:creationId xmlns:a16="http://schemas.microsoft.com/office/drawing/2014/main" id="{5AC9D71A-5027-11E6-6F6B-43906C9361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1300" y="3319463"/>
              <a:ext cx="2892425" cy="776287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148">
              <a:extLst>
                <a:ext uri="{FF2B5EF4-FFF2-40B4-BE49-F238E27FC236}">
                  <a16:creationId xmlns:a16="http://schemas.microsoft.com/office/drawing/2014/main" id="{C94AAC6B-F15B-4C05-6A7B-1BE5AB1AFC6E}"/>
                </a:ext>
              </a:extLst>
            </p:cNvPr>
            <p:cNvCxnSpPr>
              <a:cxnSpLocks/>
              <a:stCxn id="45" idx="0"/>
            </p:cNvCxnSpPr>
            <p:nvPr/>
          </p:nvCxnSpPr>
          <p:spPr>
            <a:xfrm flipH="1">
              <a:off x="7791450" y="3350096"/>
              <a:ext cx="3471640" cy="710729"/>
            </a:xfrm>
            <a:prstGeom prst="straightConnector1">
              <a:avLst/>
            </a:prstGeom>
            <a:ln w="12700">
              <a:solidFill>
                <a:srgbClr val="0000FF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7021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1BD85-DABA-D149-DB49-A2652562F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Single cluster vs. multi-cluster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CE3EDD7-7AC3-DE46-BA0C-5CF7633C22B7}"/>
              </a:ext>
            </a:extLst>
          </p:cNvPr>
          <p:cNvGraphicFramePr>
            <a:graphicFrameLocks noGrp="1"/>
          </p:cNvGraphicFramePr>
          <p:nvPr/>
        </p:nvGraphicFramePr>
        <p:xfrm>
          <a:off x="6691083" y="2971533"/>
          <a:ext cx="1986245" cy="1702495"/>
        </p:xfrm>
        <a:graphic>
          <a:graphicData uri="http://schemas.openxmlformats.org/drawingml/2006/table">
            <a:tbl>
              <a:tblPr/>
              <a:tblGrid>
                <a:gridCol w="397249">
                  <a:extLst>
                    <a:ext uri="{9D8B030D-6E8A-4147-A177-3AD203B41FA5}">
                      <a16:colId xmlns:a16="http://schemas.microsoft.com/office/drawing/2014/main" val="3903278369"/>
                    </a:ext>
                  </a:extLst>
                </a:gridCol>
                <a:gridCol w="397249">
                  <a:extLst>
                    <a:ext uri="{9D8B030D-6E8A-4147-A177-3AD203B41FA5}">
                      <a16:colId xmlns:a16="http://schemas.microsoft.com/office/drawing/2014/main" val="115456305"/>
                    </a:ext>
                  </a:extLst>
                </a:gridCol>
                <a:gridCol w="397249">
                  <a:extLst>
                    <a:ext uri="{9D8B030D-6E8A-4147-A177-3AD203B41FA5}">
                      <a16:colId xmlns:a16="http://schemas.microsoft.com/office/drawing/2014/main" val="1013402700"/>
                    </a:ext>
                  </a:extLst>
                </a:gridCol>
                <a:gridCol w="397249">
                  <a:extLst>
                    <a:ext uri="{9D8B030D-6E8A-4147-A177-3AD203B41FA5}">
                      <a16:colId xmlns:a16="http://schemas.microsoft.com/office/drawing/2014/main" val="2409254894"/>
                    </a:ext>
                  </a:extLst>
                </a:gridCol>
                <a:gridCol w="397249">
                  <a:extLst>
                    <a:ext uri="{9D8B030D-6E8A-4147-A177-3AD203B41FA5}">
                      <a16:colId xmlns:a16="http://schemas.microsoft.com/office/drawing/2014/main" val="384567917"/>
                    </a:ext>
                  </a:extLst>
                </a:gridCol>
              </a:tblGrid>
              <a:tr h="340499"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272624"/>
                  </a:ext>
                </a:extLst>
              </a:tr>
              <a:tr h="340499"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61277"/>
                  </a:ext>
                </a:extLst>
              </a:tr>
              <a:tr h="340499"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167699"/>
                  </a:ext>
                </a:extLst>
              </a:tr>
              <a:tr h="340499"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094121"/>
                  </a:ext>
                </a:extLst>
              </a:tr>
              <a:tr h="340499"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358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BDBEEF-A89B-0726-7015-47E767BF1C0F}"/>
              </a:ext>
            </a:extLst>
          </p:cNvPr>
          <p:cNvSpPr txBox="1"/>
          <p:nvPr/>
        </p:nvSpPr>
        <p:spPr>
          <a:xfrm>
            <a:off x="6847818" y="4180337"/>
            <a:ext cx="875561" cy="40011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주간 </a:t>
            </a:r>
            <a:r>
              <a:rPr lang="en-GB" altLang="ko-KR" sz="1000" b="1" dirty="0">
                <a:latin typeface="Calibri" panose="020F0502020204030204" pitchFamily="34" charset="0"/>
                <a:ea typeface="나눔고딕" pitchFamily="2" charset="-127"/>
              </a:rPr>
              <a:t>Batch</a:t>
            </a:r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용</a:t>
            </a:r>
            <a:br>
              <a:rPr lang="en-GB" altLang="ko-KR" sz="1000" b="1" dirty="0">
                <a:latin typeface="Calibri" panose="020F0502020204030204" pitchFamily="34" charset="0"/>
                <a:ea typeface="나눔고딕" pitchFamily="2" charset="-127"/>
              </a:rPr>
            </a:br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리소스풀</a:t>
            </a:r>
            <a:endParaRPr lang="en-GB" sz="1000" b="1" dirty="0">
              <a:latin typeface="Calibri" panose="020F0502020204030204" pitchFamily="34" charset="0"/>
              <a:ea typeface="나눔고딕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001EA-4DD4-0728-19F2-E46D98ECE864}"/>
              </a:ext>
            </a:extLst>
          </p:cNvPr>
          <p:cNvSpPr txBox="1"/>
          <p:nvPr/>
        </p:nvSpPr>
        <p:spPr>
          <a:xfrm>
            <a:off x="7960714" y="4096125"/>
            <a:ext cx="731256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>
            <a:defPPr>
              <a:defRPr lang="en-US"/>
            </a:defPPr>
            <a:lvl1pPr algn="ctr">
              <a:defRPr sz="1000" b="1">
                <a:latin typeface="Calibri" panose="020F0502020204030204" pitchFamily="34" charset="0"/>
                <a:ea typeface="나눔고딕" pitchFamily="2" charset="-127"/>
              </a:defRPr>
            </a:lvl1pPr>
          </a:lstStyle>
          <a:p>
            <a:r>
              <a:rPr lang="ko-KR" altLang="en-US" dirty="0"/>
              <a:t>기타 </a:t>
            </a:r>
            <a:r>
              <a:rPr lang="en-GB" altLang="ko-KR" dirty="0"/>
              <a:t>Batch</a:t>
            </a:r>
            <a:r>
              <a:rPr lang="ko-KR" altLang="en-US" dirty="0"/>
              <a:t>용</a:t>
            </a:r>
            <a:br>
              <a:rPr lang="en-GB" altLang="ko-KR" dirty="0"/>
            </a:br>
            <a:r>
              <a:rPr lang="ko-KR" altLang="en-US" dirty="0"/>
              <a:t>리소스풀</a:t>
            </a:r>
            <a:endParaRPr lang="en-GB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885FBD9-7EE7-D6E5-04CE-9B600F58643A}"/>
              </a:ext>
            </a:extLst>
          </p:cNvPr>
          <p:cNvGraphicFramePr>
            <a:graphicFrameLocks noGrp="1"/>
          </p:cNvGraphicFramePr>
          <p:nvPr/>
        </p:nvGraphicFramePr>
        <p:xfrm>
          <a:off x="9585878" y="3007060"/>
          <a:ext cx="1903350" cy="1631440"/>
        </p:xfrm>
        <a:graphic>
          <a:graphicData uri="http://schemas.openxmlformats.org/drawingml/2006/table">
            <a:tbl>
              <a:tblPr/>
              <a:tblGrid>
                <a:gridCol w="380670">
                  <a:extLst>
                    <a:ext uri="{9D8B030D-6E8A-4147-A177-3AD203B41FA5}">
                      <a16:colId xmlns:a16="http://schemas.microsoft.com/office/drawing/2014/main" val="3903278369"/>
                    </a:ext>
                  </a:extLst>
                </a:gridCol>
                <a:gridCol w="380670">
                  <a:extLst>
                    <a:ext uri="{9D8B030D-6E8A-4147-A177-3AD203B41FA5}">
                      <a16:colId xmlns:a16="http://schemas.microsoft.com/office/drawing/2014/main" val="115456305"/>
                    </a:ext>
                  </a:extLst>
                </a:gridCol>
                <a:gridCol w="380670">
                  <a:extLst>
                    <a:ext uri="{9D8B030D-6E8A-4147-A177-3AD203B41FA5}">
                      <a16:colId xmlns:a16="http://schemas.microsoft.com/office/drawing/2014/main" val="1013402700"/>
                    </a:ext>
                  </a:extLst>
                </a:gridCol>
                <a:gridCol w="380670">
                  <a:extLst>
                    <a:ext uri="{9D8B030D-6E8A-4147-A177-3AD203B41FA5}">
                      <a16:colId xmlns:a16="http://schemas.microsoft.com/office/drawing/2014/main" val="2409254894"/>
                    </a:ext>
                  </a:extLst>
                </a:gridCol>
                <a:gridCol w="380670">
                  <a:extLst>
                    <a:ext uri="{9D8B030D-6E8A-4147-A177-3AD203B41FA5}">
                      <a16:colId xmlns:a16="http://schemas.microsoft.com/office/drawing/2014/main" val="384567917"/>
                    </a:ext>
                  </a:extLst>
                </a:gridCol>
              </a:tblGrid>
              <a:tr h="326288"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272624"/>
                  </a:ext>
                </a:extLst>
              </a:tr>
              <a:tr h="326288"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61277"/>
                  </a:ext>
                </a:extLst>
              </a:tr>
              <a:tr h="326288"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EB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EB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EB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EB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167699"/>
                  </a:ext>
                </a:extLst>
              </a:tr>
              <a:tr h="326288"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094121"/>
                  </a:ext>
                </a:extLst>
              </a:tr>
              <a:tr h="326288"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98" marR="5098" marT="5098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3583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04F3DA5-7BD1-83D8-7B38-C39E5B85046D}"/>
              </a:ext>
            </a:extLst>
          </p:cNvPr>
          <p:cNvSpPr txBox="1"/>
          <p:nvPr/>
        </p:nvSpPr>
        <p:spPr>
          <a:xfrm>
            <a:off x="10031648" y="3172040"/>
            <a:ext cx="1011815" cy="40011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altLang="ko-KR" sz="1000" b="1" dirty="0">
                <a:latin typeface="Calibri" panose="020F0502020204030204" pitchFamily="34" charset="0"/>
                <a:ea typeface="나눔고딕" pitchFamily="2" charset="-127"/>
              </a:rPr>
              <a:t>SQL IDE </a:t>
            </a:r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유저용 </a:t>
            </a:r>
            <a:br>
              <a:rPr lang="en-GB" altLang="ko-KR" sz="1000" b="1" dirty="0">
                <a:latin typeface="Calibri" panose="020F0502020204030204" pitchFamily="34" charset="0"/>
                <a:ea typeface="나눔고딕" pitchFamily="2" charset="-127"/>
              </a:rPr>
            </a:br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리소스풀</a:t>
            </a:r>
            <a:endParaRPr lang="en-GB" sz="1000" b="1" dirty="0">
              <a:latin typeface="Calibri" panose="020F0502020204030204" pitchFamily="34" charset="0"/>
              <a:ea typeface="나눔고딕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4AAAB-FE11-D71D-71F7-D190735C610B}"/>
              </a:ext>
            </a:extLst>
          </p:cNvPr>
          <p:cNvSpPr txBox="1"/>
          <p:nvPr/>
        </p:nvSpPr>
        <p:spPr>
          <a:xfrm>
            <a:off x="9798949" y="4180337"/>
            <a:ext cx="679993" cy="40011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sz="1000" b="1" dirty="0">
                <a:latin typeface="Calibri" panose="020F0502020204030204" pitchFamily="34" charset="0"/>
                <a:ea typeface="나눔고딕" pitchFamily="2" charset="-127"/>
              </a:rPr>
              <a:t>BI</a:t>
            </a:r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 유저용</a:t>
            </a:r>
            <a:br>
              <a:rPr lang="en-GB" altLang="ko-KR" sz="1000" b="1" dirty="0">
                <a:latin typeface="Calibri" panose="020F0502020204030204" pitchFamily="34" charset="0"/>
                <a:ea typeface="나눔고딕" pitchFamily="2" charset="-127"/>
              </a:rPr>
            </a:br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리소스풀</a:t>
            </a:r>
            <a:endParaRPr lang="en-GB" sz="1000" b="1" dirty="0">
              <a:latin typeface="Calibri" panose="020F0502020204030204" pitchFamily="34" charset="0"/>
              <a:ea typeface="나눔고딕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F99E-9A54-1546-C6C1-6AB1F4BA23B6}"/>
              </a:ext>
            </a:extLst>
          </p:cNvPr>
          <p:cNvSpPr txBox="1"/>
          <p:nvPr/>
        </p:nvSpPr>
        <p:spPr>
          <a:xfrm>
            <a:off x="10755100" y="4096125"/>
            <a:ext cx="731256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>
            <a:defPPr>
              <a:defRPr lang="en-US"/>
            </a:defPPr>
            <a:lvl1pPr algn="ctr">
              <a:defRPr sz="1000" b="1">
                <a:latin typeface="Calibri" panose="020F0502020204030204" pitchFamily="34" charset="0"/>
                <a:ea typeface="나눔고딕" pitchFamily="2" charset="-127"/>
              </a:defRPr>
            </a:lvl1pPr>
          </a:lstStyle>
          <a:p>
            <a:r>
              <a:rPr lang="en-GB" altLang="ko-KR" dirty="0"/>
              <a:t>ML</a:t>
            </a:r>
            <a:br>
              <a:rPr lang="en-GB" altLang="ko-KR" dirty="0"/>
            </a:br>
            <a:r>
              <a:rPr lang="ko-KR" altLang="en-US" dirty="0"/>
              <a:t>리소스풀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EC1278-82C1-0469-C365-0860396DF0D3}"/>
              </a:ext>
            </a:extLst>
          </p:cNvPr>
          <p:cNvSpPr txBox="1"/>
          <p:nvPr/>
        </p:nvSpPr>
        <p:spPr>
          <a:xfrm>
            <a:off x="9846500" y="3706706"/>
            <a:ext cx="1382110" cy="24622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altLang="ko-KR" sz="1000" b="1" dirty="0">
                <a:latin typeface="Calibri" panose="020F0502020204030204" pitchFamily="34" charset="0"/>
                <a:ea typeface="나눔고딕" pitchFamily="2" charset="-127"/>
              </a:rPr>
              <a:t>Spark </a:t>
            </a:r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유저용 리소스풀</a:t>
            </a:r>
            <a:endParaRPr lang="en-GB" sz="1000" b="1" dirty="0">
              <a:latin typeface="Calibri" panose="020F0502020204030204" pitchFamily="34" charset="0"/>
              <a:ea typeface="나눔고딕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A074A-B4A9-E58A-DC36-6AFFA33BC4CD}"/>
              </a:ext>
            </a:extLst>
          </p:cNvPr>
          <p:cNvSpPr txBox="1"/>
          <p:nvPr/>
        </p:nvSpPr>
        <p:spPr>
          <a:xfrm>
            <a:off x="7322911" y="3298630"/>
            <a:ext cx="814646" cy="40011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운영 업무용</a:t>
            </a:r>
            <a:br>
              <a:rPr lang="en-GB" altLang="ko-KR" sz="1000" b="1" dirty="0">
                <a:latin typeface="Calibri" panose="020F0502020204030204" pitchFamily="34" charset="0"/>
                <a:ea typeface="나눔고딕" pitchFamily="2" charset="-127"/>
              </a:rPr>
            </a:br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리소스풀</a:t>
            </a:r>
            <a:endParaRPr lang="en-GB" sz="1000" b="1" dirty="0">
              <a:latin typeface="Calibri" panose="020F0502020204030204" pitchFamily="34" charset="0"/>
              <a:ea typeface="나눔고딕" pitchFamily="2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90275BB-7961-DA2A-8DAB-420D9769F897}"/>
              </a:ext>
            </a:extLst>
          </p:cNvPr>
          <p:cNvGraphicFramePr>
            <a:graphicFrameLocks noGrp="1"/>
          </p:cNvGraphicFramePr>
          <p:nvPr/>
        </p:nvGraphicFramePr>
        <p:xfrm>
          <a:off x="1753287" y="2971533"/>
          <a:ext cx="1986245" cy="1702495"/>
        </p:xfrm>
        <a:graphic>
          <a:graphicData uri="http://schemas.openxmlformats.org/drawingml/2006/table">
            <a:tbl>
              <a:tblPr/>
              <a:tblGrid>
                <a:gridCol w="397249">
                  <a:extLst>
                    <a:ext uri="{9D8B030D-6E8A-4147-A177-3AD203B41FA5}">
                      <a16:colId xmlns:a16="http://schemas.microsoft.com/office/drawing/2014/main" val="3903278369"/>
                    </a:ext>
                  </a:extLst>
                </a:gridCol>
                <a:gridCol w="397249">
                  <a:extLst>
                    <a:ext uri="{9D8B030D-6E8A-4147-A177-3AD203B41FA5}">
                      <a16:colId xmlns:a16="http://schemas.microsoft.com/office/drawing/2014/main" val="115456305"/>
                    </a:ext>
                  </a:extLst>
                </a:gridCol>
                <a:gridCol w="397249">
                  <a:extLst>
                    <a:ext uri="{9D8B030D-6E8A-4147-A177-3AD203B41FA5}">
                      <a16:colId xmlns:a16="http://schemas.microsoft.com/office/drawing/2014/main" val="1013402700"/>
                    </a:ext>
                  </a:extLst>
                </a:gridCol>
                <a:gridCol w="397249">
                  <a:extLst>
                    <a:ext uri="{9D8B030D-6E8A-4147-A177-3AD203B41FA5}">
                      <a16:colId xmlns:a16="http://schemas.microsoft.com/office/drawing/2014/main" val="2409254894"/>
                    </a:ext>
                  </a:extLst>
                </a:gridCol>
                <a:gridCol w="397249">
                  <a:extLst>
                    <a:ext uri="{9D8B030D-6E8A-4147-A177-3AD203B41FA5}">
                      <a16:colId xmlns:a16="http://schemas.microsoft.com/office/drawing/2014/main" val="384567917"/>
                    </a:ext>
                  </a:extLst>
                </a:gridCol>
              </a:tblGrid>
              <a:tr h="340499"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8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272624"/>
                  </a:ext>
                </a:extLst>
              </a:tr>
              <a:tr h="340499"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8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61277"/>
                  </a:ext>
                </a:extLst>
              </a:tr>
              <a:tr h="340499"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8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167699"/>
                  </a:ext>
                </a:extLst>
              </a:tr>
              <a:tr h="340499"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EB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094121"/>
                  </a:ext>
                </a:extLst>
              </a:tr>
              <a:tr h="340499"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EB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320" marR="5320" marT="532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3583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AFFB228-6A73-EB2C-8C1B-A139D90AC856}"/>
              </a:ext>
            </a:extLst>
          </p:cNvPr>
          <p:cNvSpPr txBox="1"/>
          <p:nvPr/>
        </p:nvSpPr>
        <p:spPr>
          <a:xfrm rot="16200000">
            <a:off x="1164348" y="4665953"/>
            <a:ext cx="1609241" cy="21544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r"/>
            <a:r>
              <a:rPr lang="ko-KR" altLang="en-US" sz="800" b="1" dirty="0">
                <a:latin typeface="Calibri" panose="020F0502020204030204" pitchFamily="34" charset="0"/>
                <a:ea typeface="나눔고딕" pitchFamily="2" charset="-127"/>
              </a:rPr>
              <a:t>주간 </a:t>
            </a:r>
            <a:r>
              <a:rPr lang="en-GB" altLang="ko-KR" sz="800" b="1" dirty="0">
                <a:latin typeface="Calibri" panose="020F0502020204030204" pitchFamily="34" charset="0"/>
                <a:ea typeface="나눔고딕" pitchFamily="2" charset="-127"/>
              </a:rPr>
              <a:t>Batch</a:t>
            </a:r>
            <a:r>
              <a:rPr lang="ko-KR" altLang="en-US" sz="800" b="1" dirty="0">
                <a:latin typeface="Calibri" panose="020F0502020204030204" pitchFamily="34" charset="0"/>
                <a:ea typeface="나눔고딕" pitchFamily="2" charset="-127"/>
              </a:rPr>
              <a:t>용 리소스풀</a:t>
            </a:r>
            <a:endParaRPr lang="en-GB" sz="800" b="1" dirty="0">
              <a:latin typeface="Calibri" panose="020F0502020204030204" pitchFamily="34" charset="0"/>
              <a:ea typeface="나눔고딕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DABBCE-81C7-E94B-1A2F-A7ED8F9C0F5E}"/>
              </a:ext>
            </a:extLst>
          </p:cNvPr>
          <p:cNvSpPr txBox="1"/>
          <p:nvPr/>
        </p:nvSpPr>
        <p:spPr>
          <a:xfrm rot="16200000">
            <a:off x="2208124" y="4773651"/>
            <a:ext cx="1824636" cy="21544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>
            <a:defPPr>
              <a:defRPr lang="en-US"/>
            </a:defPPr>
            <a:lvl1pPr algn="ctr">
              <a:defRPr sz="1000" b="1">
                <a:latin typeface="Calibri" panose="020F0502020204030204" pitchFamily="34" charset="0"/>
                <a:ea typeface="나눔고딕" pitchFamily="2" charset="-127"/>
              </a:defRPr>
            </a:lvl1pPr>
          </a:lstStyle>
          <a:p>
            <a:pPr algn="r"/>
            <a:r>
              <a:rPr lang="ko-KR" altLang="en-US" sz="800" dirty="0"/>
              <a:t>기타 </a:t>
            </a:r>
            <a:r>
              <a:rPr lang="en-GB" altLang="ko-KR" sz="800" dirty="0"/>
              <a:t>Batch</a:t>
            </a:r>
            <a:r>
              <a:rPr lang="ko-KR" altLang="en-US" sz="800" dirty="0"/>
              <a:t>용 리소스풀</a:t>
            </a:r>
            <a:endParaRPr lang="en-GB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5DA3E3-0DE9-3465-80F8-075A3F4879B6}"/>
              </a:ext>
            </a:extLst>
          </p:cNvPr>
          <p:cNvSpPr txBox="1"/>
          <p:nvPr/>
        </p:nvSpPr>
        <p:spPr>
          <a:xfrm>
            <a:off x="1931763" y="3315457"/>
            <a:ext cx="814646" cy="40011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운영 업무용</a:t>
            </a:r>
            <a:br>
              <a:rPr lang="en-GB" altLang="ko-KR" sz="1000" b="1" dirty="0">
                <a:latin typeface="Calibri" panose="020F0502020204030204" pitchFamily="34" charset="0"/>
                <a:ea typeface="나눔고딕" pitchFamily="2" charset="-127"/>
              </a:rPr>
            </a:br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리소스풀</a:t>
            </a:r>
            <a:endParaRPr lang="en-GB" sz="1000" b="1" dirty="0">
              <a:latin typeface="Calibri" panose="020F0502020204030204" pitchFamily="34" charset="0"/>
              <a:ea typeface="나눔고딕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231DB5-50C5-065E-2D1A-FCDD5DB47FF3}"/>
              </a:ext>
            </a:extLst>
          </p:cNvPr>
          <p:cNvSpPr txBox="1"/>
          <p:nvPr/>
        </p:nvSpPr>
        <p:spPr>
          <a:xfrm>
            <a:off x="2994227" y="3297164"/>
            <a:ext cx="665567" cy="553998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altLang="ko-KR" sz="1000" b="1" dirty="0">
                <a:latin typeface="Calibri" panose="020F0502020204030204" pitchFamily="34" charset="0"/>
                <a:ea typeface="나눔고딕" pitchFamily="2" charset="-127"/>
              </a:rPr>
              <a:t>SQL IDE </a:t>
            </a:r>
            <a:br>
              <a:rPr lang="en-GB" altLang="ko-KR" sz="1000" b="1" dirty="0">
                <a:latin typeface="Calibri" panose="020F0502020204030204" pitchFamily="34" charset="0"/>
                <a:ea typeface="나눔고딕" pitchFamily="2" charset="-127"/>
              </a:rPr>
            </a:br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유저용 </a:t>
            </a:r>
            <a:br>
              <a:rPr lang="en-GB" altLang="ko-KR" sz="1000" b="1" dirty="0">
                <a:latin typeface="Calibri" panose="020F0502020204030204" pitchFamily="34" charset="0"/>
                <a:ea typeface="나눔고딕" pitchFamily="2" charset="-127"/>
              </a:rPr>
            </a:br>
            <a:r>
              <a:rPr lang="ko-KR" altLang="en-US" sz="1000" b="1" dirty="0">
                <a:latin typeface="Calibri" panose="020F0502020204030204" pitchFamily="34" charset="0"/>
                <a:ea typeface="나눔고딕" pitchFamily="2" charset="-127"/>
              </a:rPr>
              <a:t>리소스풀</a:t>
            </a:r>
            <a:endParaRPr lang="en-GB" sz="1000" b="1" dirty="0">
              <a:latin typeface="Calibri" panose="020F0502020204030204" pitchFamily="34" charset="0"/>
              <a:ea typeface="나눔고딕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B11171-F955-FC89-5D10-57DBEC19A935}"/>
              </a:ext>
            </a:extLst>
          </p:cNvPr>
          <p:cNvSpPr txBox="1"/>
          <p:nvPr/>
        </p:nvSpPr>
        <p:spPr>
          <a:xfrm rot="16200000">
            <a:off x="2174778" y="4432963"/>
            <a:ext cx="1143262" cy="21544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r"/>
            <a:r>
              <a:rPr lang="en-GB" altLang="ko-KR" sz="800" b="1" dirty="0">
                <a:latin typeface="Calibri" panose="020F0502020204030204" pitchFamily="34" charset="0"/>
                <a:ea typeface="나눔고딕" pitchFamily="2" charset="-127"/>
              </a:rPr>
              <a:t>Spark </a:t>
            </a:r>
            <a:r>
              <a:rPr lang="ko-KR" altLang="en-US" sz="800" b="1" dirty="0">
                <a:latin typeface="Calibri" panose="020F0502020204030204" pitchFamily="34" charset="0"/>
                <a:ea typeface="나눔고딕" pitchFamily="2" charset="-127"/>
              </a:rPr>
              <a:t>유저용 리소스풀</a:t>
            </a:r>
            <a:endParaRPr lang="en-GB" sz="800" b="1" dirty="0">
              <a:latin typeface="Calibri" panose="020F0502020204030204" pitchFamily="34" charset="0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CC28D7-09B0-7595-7E67-C981F05CE0D8}"/>
              </a:ext>
            </a:extLst>
          </p:cNvPr>
          <p:cNvSpPr txBox="1"/>
          <p:nvPr/>
        </p:nvSpPr>
        <p:spPr>
          <a:xfrm rot="16200000">
            <a:off x="3055070" y="4355218"/>
            <a:ext cx="987771" cy="21544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r"/>
            <a:r>
              <a:rPr lang="en-GB" altLang="ko-KR" sz="800" b="1" dirty="0">
                <a:latin typeface="Calibri" panose="020F0502020204030204" pitchFamily="34" charset="0"/>
                <a:ea typeface="나눔고딕" pitchFamily="2" charset="-127"/>
              </a:rPr>
              <a:t>BI </a:t>
            </a:r>
            <a:r>
              <a:rPr lang="ko-KR" altLang="en-US" sz="800" b="1" dirty="0">
                <a:latin typeface="Calibri" panose="020F0502020204030204" pitchFamily="34" charset="0"/>
                <a:ea typeface="나눔고딕" pitchFamily="2" charset="-127"/>
              </a:rPr>
              <a:t>유저용 리소스풀</a:t>
            </a:r>
            <a:endParaRPr lang="en-GB" sz="800" b="1" dirty="0">
              <a:latin typeface="Calibri" panose="020F0502020204030204" pitchFamily="34" charset="0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15DF1E-1F74-C000-1AA0-E6E13CC95D8E}"/>
              </a:ext>
            </a:extLst>
          </p:cNvPr>
          <p:cNvSpPr txBox="1"/>
          <p:nvPr/>
        </p:nvSpPr>
        <p:spPr>
          <a:xfrm rot="16200000">
            <a:off x="1538381" y="4665953"/>
            <a:ext cx="1609241" cy="21544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r"/>
            <a:r>
              <a:rPr lang="en-US" altLang="ko-KR" sz="800" b="1" dirty="0">
                <a:latin typeface="Calibri" panose="020F0502020204030204" pitchFamily="34" charset="0"/>
                <a:ea typeface="나눔고딕" pitchFamily="2" charset="-127"/>
              </a:rPr>
              <a:t>ML </a:t>
            </a:r>
            <a:r>
              <a:rPr lang="ko-KR" altLang="en-US" sz="800" b="1" dirty="0">
                <a:latin typeface="Calibri" panose="020F0502020204030204" pitchFamily="34" charset="0"/>
                <a:ea typeface="나눔고딕" pitchFamily="2" charset="-127"/>
              </a:rPr>
              <a:t>리소스풀</a:t>
            </a:r>
            <a:endParaRPr lang="en-GB" sz="800" b="1" dirty="0">
              <a:latin typeface="Calibri" panose="020F0502020204030204" pitchFamily="34" charset="0"/>
              <a:ea typeface="나눔고딕" pitchFamily="2" charset="-127"/>
            </a:endParaRPr>
          </a:p>
        </p:txBody>
      </p:sp>
      <p:sp>
        <p:nvSpPr>
          <p:cNvPr id="24" name="Freeform 2908">
            <a:extLst>
              <a:ext uri="{FF2B5EF4-FFF2-40B4-BE49-F238E27FC236}">
                <a16:creationId xmlns:a16="http://schemas.microsoft.com/office/drawing/2014/main" id="{B15AD027-B81B-8A04-BF80-93AF11C0D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4641" y="1691336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A9C8FF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Freeform 2908">
            <a:extLst>
              <a:ext uri="{FF2B5EF4-FFF2-40B4-BE49-F238E27FC236}">
                <a16:creationId xmlns:a16="http://schemas.microsoft.com/office/drawing/2014/main" id="{AED4A3FF-3ACA-D7A2-66A0-A1E5E881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402" y="1907079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6" name="Freeform 2908">
            <a:extLst>
              <a:ext uri="{FF2B5EF4-FFF2-40B4-BE49-F238E27FC236}">
                <a16:creationId xmlns:a16="http://schemas.microsoft.com/office/drawing/2014/main" id="{23C2B2A9-D73A-105C-40B3-E7C7C880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310" y="1907079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B5B5FF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2908">
            <a:extLst>
              <a:ext uri="{FF2B5EF4-FFF2-40B4-BE49-F238E27FC236}">
                <a16:creationId xmlns:a16="http://schemas.microsoft.com/office/drawing/2014/main" id="{0FD20D4D-E35D-0F54-BA86-BA6E71688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1441" y="1691336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Freeform 2908">
            <a:extLst>
              <a:ext uri="{FF2B5EF4-FFF2-40B4-BE49-F238E27FC236}">
                <a16:creationId xmlns:a16="http://schemas.microsoft.com/office/drawing/2014/main" id="{6A538055-9557-F231-664F-F1066576F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202" y="1907079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1" name="Freeform 2908">
            <a:extLst>
              <a:ext uri="{FF2B5EF4-FFF2-40B4-BE49-F238E27FC236}">
                <a16:creationId xmlns:a16="http://schemas.microsoft.com/office/drawing/2014/main" id="{1DB3A3C8-D7FB-093B-DAF5-2C88DC1E6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9110" y="1907079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FDBEB9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Freeform 2908">
            <a:extLst>
              <a:ext uri="{FF2B5EF4-FFF2-40B4-BE49-F238E27FC236}">
                <a16:creationId xmlns:a16="http://schemas.microsoft.com/office/drawing/2014/main" id="{4E17BE26-865B-9EAE-0DF5-C2AC1DEDF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3588" y="1407073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Freeform 2908">
            <a:extLst>
              <a:ext uri="{FF2B5EF4-FFF2-40B4-BE49-F238E27FC236}">
                <a16:creationId xmlns:a16="http://schemas.microsoft.com/office/drawing/2014/main" id="{A68CFE2E-D1BB-6445-4334-50A74236A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1648" y="1376363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A9C8FF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Freeform 2908">
            <a:extLst>
              <a:ext uri="{FF2B5EF4-FFF2-40B4-BE49-F238E27FC236}">
                <a16:creationId xmlns:a16="http://schemas.microsoft.com/office/drawing/2014/main" id="{2BBF1E80-1B34-9572-58CF-A3EA01DBB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075" y="1907079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5" name="Freeform 2908">
            <a:extLst>
              <a:ext uri="{FF2B5EF4-FFF2-40B4-BE49-F238E27FC236}">
                <a16:creationId xmlns:a16="http://schemas.microsoft.com/office/drawing/2014/main" id="{4B11E79C-FFC8-CF69-65D5-F6D77F05B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3048" y="1907079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B5B5FF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Freeform 2908">
            <a:extLst>
              <a:ext uri="{FF2B5EF4-FFF2-40B4-BE49-F238E27FC236}">
                <a16:creationId xmlns:a16="http://schemas.microsoft.com/office/drawing/2014/main" id="{477583DC-1497-4B24-96A6-EE747C8CE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3598" y="1907079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Freeform 2908">
            <a:extLst>
              <a:ext uri="{FF2B5EF4-FFF2-40B4-BE49-F238E27FC236}">
                <a16:creationId xmlns:a16="http://schemas.microsoft.com/office/drawing/2014/main" id="{C43AB079-87B2-5B90-6955-73A3986EA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075" y="1376237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" name="Freeform 2908">
            <a:extLst>
              <a:ext uri="{FF2B5EF4-FFF2-40B4-BE49-F238E27FC236}">
                <a16:creationId xmlns:a16="http://schemas.microsoft.com/office/drawing/2014/main" id="{3DA8E05C-D8C5-1CE8-090C-34DE04607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0414" y="1907079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FDBEB9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Freeform 2908">
            <a:extLst>
              <a:ext uri="{FF2B5EF4-FFF2-40B4-BE49-F238E27FC236}">
                <a16:creationId xmlns:a16="http://schemas.microsoft.com/office/drawing/2014/main" id="{BD9B21C1-4BBA-4E8F-3A8A-FB82A3EC1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721" y="1407073"/>
            <a:ext cx="369132" cy="431486"/>
          </a:xfrm>
          <a:custGeom>
            <a:avLst/>
            <a:gdLst>
              <a:gd name="T0" fmla="*/ 117645 w 558"/>
              <a:gd name="T1" fmla="*/ 124291 h 653"/>
              <a:gd name="T2" fmla="*/ 117645 w 558"/>
              <a:gd name="T3" fmla="*/ 124291 h 653"/>
              <a:gd name="T4" fmla="*/ 180052 w 558"/>
              <a:gd name="T5" fmla="*/ 62145 h 653"/>
              <a:gd name="T6" fmla="*/ 117645 w 558"/>
              <a:gd name="T7" fmla="*/ 0 h 653"/>
              <a:gd name="T8" fmla="*/ 55238 w 558"/>
              <a:gd name="T9" fmla="*/ 62145 h 653"/>
              <a:gd name="T10" fmla="*/ 117645 w 558"/>
              <a:gd name="T11" fmla="*/ 124291 h 653"/>
              <a:gd name="T12" fmla="*/ 143367 w 558"/>
              <a:gd name="T13" fmla="*/ 144866 h 653"/>
              <a:gd name="T14" fmla="*/ 143367 w 558"/>
              <a:gd name="T15" fmla="*/ 144866 h 653"/>
              <a:gd name="T16" fmla="*/ 92345 w 558"/>
              <a:gd name="T17" fmla="*/ 144866 h 653"/>
              <a:gd name="T18" fmla="*/ 0 w 558"/>
              <a:gd name="T19" fmla="*/ 236825 h 653"/>
              <a:gd name="T20" fmla="*/ 0 w 558"/>
              <a:gd name="T21" fmla="*/ 270417 h 653"/>
              <a:gd name="T22" fmla="*/ 3795 w 558"/>
              <a:gd name="T23" fmla="*/ 273776 h 653"/>
              <a:gd name="T24" fmla="*/ 231495 w 558"/>
              <a:gd name="T25" fmla="*/ 273776 h 653"/>
              <a:gd name="T26" fmla="*/ 234868 w 558"/>
              <a:gd name="T27" fmla="*/ 270417 h 653"/>
              <a:gd name="T28" fmla="*/ 234868 w 558"/>
              <a:gd name="T29" fmla="*/ 236825 h 653"/>
              <a:gd name="T30" fmla="*/ 143367 w 558"/>
              <a:gd name="T31" fmla="*/ 144866 h 65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8" h="653">
                <a:moveTo>
                  <a:pt x="279" y="296"/>
                </a:moveTo>
                <a:lnTo>
                  <a:pt x="279" y="296"/>
                </a:lnTo>
                <a:cubicBezTo>
                  <a:pt x="361" y="296"/>
                  <a:pt x="427" y="229"/>
                  <a:pt x="427" y="148"/>
                </a:cubicBezTo>
                <a:cubicBezTo>
                  <a:pt x="427" y="66"/>
                  <a:pt x="361" y="0"/>
                  <a:pt x="279" y="0"/>
                </a:cubicBezTo>
                <a:cubicBezTo>
                  <a:pt x="197" y="0"/>
                  <a:pt x="131" y="66"/>
                  <a:pt x="131" y="148"/>
                </a:cubicBezTo>
                <a:cubicBezTo>
                  <a:pt x="131" y="229"/>
                  <a:pt x="197" y="296"/>
                  <a:pt x="279" y="296"/>
                </a:cubicBezTo>
                <a:close/>
                <a:moveTo>
                  <a:pt x="340" y="345"/>
                </a:moveTo>
                <a:lnTo>
                  <a:pt x="340" y="345"/>
                </a:lnTo>
                <a:cubicBezTo>
                  <a:pt x="219" y="345"/>
                  <a:pt x="219" y="345"/>
                  <a:pt x="219" y="345"/>
                </a:cubicBezTo>
                <a:cubicBezTo>
                  <a:pt x="98" y="345"/>
                  <a:pt x="0" y="443"/>
                  <a:pt x="0" y="564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49"/>
                  <a:pt x="5" y="652"/>
                  <a:pt x="9" y="652"/>
                </a:cubicBezTo>
                <a:cubicBezTo>
                  <a:pt x="549" y="652"/>
                  <a:pt x="549" y="652"/>
                  <a:pt x="549" y="652"/>
                </a:cubicBezTo>
                <a:cubicBezTo>
                  <a:pt x="554" y="652"/>
                  <a:pt x="557" y="649"/>
                  <a:pt x="557" y="644"/>
                </a:cubicBezTo>
                <a:cubicBezTo>
                  <a:pt x="557" y="564"/>
                  <a:pt x="557" y="564"/>
                  <a:pt x="557" y="564"/>
                </a:cubicBezTo>
                <a:cubicBezTo>
                  <a:pt x="557" y="443"/>
                  <a:pt x="460" y="345"/>
                  <a:pt x="340" y="345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A06C6A-6034-0CE0-EC65-7068C3ED20FC}"/>
              </a:ext>
            </a:extLst>
          </p:cNvPr>
          <p:cNvSpPr txBox="1"/>
          <p:nvPr/>
        </p:nvSpPr>
        <p:spPr>
          <a:xfrm>
            <a:off x="4693557" y="3450236"/>
            <a:ext cx="1183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4000" dirty="0">
                <a:solidFill>
                  <a:srgbClr val="0070C0"/>
                </a:solidFill>
                <a:latin typeface="Arial Black" panose="020B0A04020102020204" pitchFamily="34" charset="0"/>
              </a:rPr>
              <a:t>VS.</a:t>
            </a:r>
            <a:endParaRPr lang="ko-KR" altLang="en-US" sz="4000" dirty="0" err="1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DD2D15-76BC-13E0-EE7F-E1A4750EBAFB}"/>
              </a:ext>
            </a:extLst>
          </p:cNvPr>
          <p:cNvSpPr txBox="1"/>
          <p:nvPr/>
        </p:nvSpPr>
        <p:spPr>
          <a:xfrm>
            <a:off x="1833338" y="2657515"/>
            <a:ext cx="18261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500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default_subcluster</a:t>
            </a:r>
            <a:endParaRPr lang="ko-KR" altLang="en-US" sz="1500" dirty="0" err="1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FF9CC9-C313-2922-47F2-F5096C2390EB}"/>
              </a:ext>
            </a:extLst>
          </p:cNvPr>
          <p:cNvSpPr txBox="1"/>
          <p:nvPr/>
        </p:nvSpPr>
        <p:spPr>
          <a:xfrm>
            <a:off x="6771134" y="2664518"/>
            <a:ext cx="18694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500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primary_subcluster</a:t>
            </a:r>
            <a:endParaRPr lang="ko-KR" altLang="en-US" sz="1500" dirty="0" err="1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74BCD8-B9F8-A71F-49BC-F7602A5C691D}"/>
              </a:ext>
            </a:extLst>
          </p:cNvPr>
          <p:cNvSpPr txBox="1"/>
          <p:nvPr/>
        </p:nvSpPr>
        <p:spPr>
          <a:xfrm>
            <a:off x="9433623" y="2677426"/>
            <a:ext cx="20906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500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secondary_subcluster</a:t>
            </a:r>
            <a:endParaRPr lang="ko-KR" altLang="en-US" sz="1500" dirty="0" err="1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8BE195-435F-7438-C7AD-865E9F306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094" y="5192946"/>
            <a:ext cx="1031634" cy="103163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E1251C1-A62B-8607-0B91-6E0F325D9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942" y="5252013"/>
            <a:ext cx="913500" cy="9135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AFEE6FF-E611-2136-0CA1-46DBC8D9C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17" y="5192946"/>
            <a:ext cx="1031634" cy="103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94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906F6-F2F4-5AEA-6EBC-CA12D5DBF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컴퓨팅과 분리된 스토리지 확장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0836539-69A2-D682-44BE-996A4EFCD2F2}"/>
              </a:ext>
            </a:extLst>
          </p:cNvPr>
          <p:cNvSpPr/>
          <p:nvPr/>
        </p:nvSpPr>
        <p:spPr>
          <a:xfrm>
            <a:off x="943043" y="3023841"/>
            <a:ext cx="933252" cy="1108592"/>
          </a:xfrm>
          <a:prstGeom prst="rect">
            <a:avLst/>
          </a:prstGeom>
          <a:solidFill>
            <a:srgbClr val="38384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Compute</a:t>
            </a:r>
            <a:br>
              <a:rPr lang="en-US" altLang="ko-KR" sz="1200" b="1" dirty="0"/>
            </a:br>
            <a:r>
              <a:rPr lang="en-US" altLang="ko-KR" sz="1200" b="1" dirty="0"/>
              <a:t>Node</a:t>
            </a:r>
            <a:endParaRPr lang="en-GB" altLang="ko-KR" sz="1200" b="1" dirty="0"/>
          </a:p>
          <a:p>
            <a:pPr algn="ctr"/>
            <a:endParaRPr lang="en-GB" sz="1200" b="1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C46141D-B6DD-28F9-71AA-C5DE0332DF31}"/>
              </a:ext>
            </a:extLst>
          </p:cNvPr>
          <p:cNvSpPr/>
          <p:nvPr/>
        </p:nvSpPr>
        <p:spPr>
          <a:xfrm>
            <a:off x="2337612" y="3021013"/>
            <a:ext cx="933252" cy="1108592"/>
          </a:xfrm>
          <a:prstGeom prst="rect">
            <a:avLst/>
          </a:prstGeom>
          <a:solidFill>
            <a:srgbClr val="38384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Compute</a:t>
            </a:r>
            <a:br>
              <a:rPr lang="en-US" altLang="ko-KR" sz="1200" b="1" dirty="0"/>
            </a:br>
            <a:r>
              <a:rPr lang="en-US" altLang="ko-KR" sz="1200" b="1" dirty="0"/>
              <a:t>Node</a:t>
            </a:r>
            <a:endParaRPr lang="en-GB" altLang="ko-KR" sz="1200" b="1" dirty="0"/>
          </a:p>
          <a:p>
            <a:pPr algn="ctr"/>
            <a:endParaRPr lang="en-GB" sz="1200" b="1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61771CC-E155-71CE-E168-8583612FAF50}"/>
              </a:ext>
            </a:extLst>
          </p:cNvPr>
          <p:cNvSpPr/>
          <p:nvPr/>
        </p:nvSpPr>
        <p:spPr>
          <a:xfrm>
            <a:off x="3732181" y="3021013"/>
            <a:ext cx="933252" cy="1108592"/>
          </a:xfrm>
          <a:prstGeom prst="rect">
            <a:avLst/>
          </a:prstGeom>
          <a:solidFill>
            <a:srgbClr val="38384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Compute</a:t>
            </a:r>
            <a:br>
              <a:rPr lang="en-US" altLang="ko-KR" sz="1200" b="1" dirty="0"/>
            </a:br>
            <a:r>
              <a:rPr lang="en-US" altLang="ko-KR" sz="1200" b="1" dirty="0"/>
              <a:t>Node</a:t>
            </a:r>
            <a:endParaRPr lang="en-GB" altLang="ko-KR" sz="1200" b="1" dirty="0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DEF6CC4-B450-776A-36FD-D5652AF85A65}"/>
              </a:ext>
            </a:extLst>
          </p:cNvPr>
          <p:cNvCxnSpPr/>
          <p:nvPr/>
        </p:nvCxnSpPr>
        <p:spPr>
          <a:xfrm flipV="1">
            <a:off x="1876295" y="3575309"/>
            <a:ext cx="461317" cy="2828"/>
          </a:xfrm>
          <a:prstGeom prst="line">
            <a:avLst/>
          </a:prstGeom>
          <a:solidFill>
            <a:srgbClr val="0079EF"/>
          </a:solidFill>
          <a:ln>
            <a:solidFill>
              <a:srgbClr val="3838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6E56AE39-EC51-E582-EF1E-C326BBBB063D}"/>
              </a:ext>
            </a:extLst>
          </p:cNvPr>
          <p:cNvCxnSpPr/>
          <p:nvPr/>
        </p:nvCxnSpPr>
        <p:spPr>
          <a:xfrm flipV="1">
            <a:off x="3277230" y="3568895"/>
            <a:ext cx="461317" cy="2828"/>
          </a:xfrm>
          <a:prstGeom prst="line">
            <a:avLst/>
          </a:prstGeom>
          <a:solidFill>
            <a:srgbClr val="0079EF"/>
          </a:solidFill>
          <a:ln>
            <a:solidFill>
              <a:srgbClr val="3838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9A2B022-EF46-ABF9-1546-63CFE6B44A82}"/>
              </a:ext>
            </a:extLst>
          </p:cNvPr>
          <p:cNvSpPr/>
          <p:nvPr/>
        </p:nvSpPr>
        <p:spPr>
          <a:xfrm>
            <a:off x="943043" y="4311256"/>
            <a:ext cx="933252" cy="1108592"/>
          </a:xfrm>
          <a:prstGeom prst="rect">
            <a:avLst/>
          </a:prstGeom>
          <a:solidFill>
            <a:srgbClr val="38384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Compute</a:t>
            </a:r>
            <a:br>
              <a:rPr lang="en-US" altLang="ko-KR" sz="1200" b="1" dirty="0"/>
            </a:br>
            <a:r>
              <a:rPr lang="en-US" altLang="ko-KR" sz="1200" b="1" dirty="0"/>
              <a:t>Node</a:t>
            </a:r>
            <a:endParaRPr lang="en-GB" altLang="ko-KR" sz="1200" b="1" dirty="0"/>
          </a:p>
          <a:p>
            <a:pPr algn="ctr"/>
            <a:endParaRPr lang="en-GB" sz="1200" b="1" dirty="0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8BFD8AD-615A-F7B2-8295-145BF8619F32}"/>
              </a:ext>
            </a:extLst>
          </p:cNvPr>
          <p:cNvSpPr/>
          <p:nvPr/>
        </p:nvSpPr>
        <p:spPr>
          <a:xfrm>
            <a:off x="2337612" y="4308428"/>
            <a:ext cx="933252" cy="1108592"/>
          </a:xfrm>
          <a:prstGeom prst="rect">
            <a:avLst/>
          </a:prstGeom>
          <a:solidFill>
            <a:srgbClr val="38384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Compute</a:t>
            </a:r>
            <a:br>
              <a:rPr lang="en-US" altLang="ko-KR" sz="1200" b="1" dirty="0"/>
            </a:br>
            <a:r>
              <a:rPr lang="en-US" altLang="ko-KR" sz="1200" b="1" dirty="0"/>
              <a:t>Node</a:t>
            </a:r>
            <a:endParaRPr lang="en-GB" altLang="ko-KR" sz="1200" b="1" dirty="0"/>
          </a:p>
          <a:p>
            <a:pPr algn="ctr"/>
            <a:endParaRPr lang="en-GB" sz="1200" b="1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68323C44-79D1-FE64-EE56-3622D8A6B53B}"/>
              </a:ext>
            </a:extLst>
          </p:cNvPr>
          <p:cNvSpPr/>
          <p:nvPr/>
        </p:nvSpPr>
        <p:spPr>
          <a:xfrm>
            <a:off x="3732181" y="4308428"/>
            <a:ext cx="933252" cy="1108592"/>
          </a:xfrm>
          <a:prstGeom prst="rect">
            <a:avLst/>
          </a:prstGeom>
          <a:solidFill>
            <a:srgbClr val="38384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Compute</a:t>
            </a:r>
            <a:br>
              <a:rPr lang="en-US" altLang="ko-KR" sz="1200" b="1" dirty="0"/>
            </a:br>
            <a:r>
              <a:rPr lang="en-US" altLang="ko-KR" sz="1200" b="1" dirty="0"/>
              <a:t>Node</a:t>
            </a:r>
            <a:endParaRPr lang="en-GB" altLang="ko-KR" sz="1200" b="1" dirty="0"/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24A688FC-7D98-DB12-1286-0B7F1A9662B5}"/>
              </a:ext>
            </a:extLst>
          </p:cNvPr>
          <p:cNvCxnSpPr>
            <a:cxnSpLocks/>
          </p:cNvCxnSpPr>
          <p:nvPr/>
        </p:nvCxnSpPr>
        <p:spPr>
          <a:xfrm flipV="1">
            <a:off x="1876295" y="4862724"/>
            <a:ext cx="461317" cy="2828"/>
          </a:xfrm>
          <a:prstGeom prst="line">
            <a:avLst/>
          </a:prstGeom>
          <a:solidFill>
            <a:srgbClr val="0079EF"/>
          </a:solidFill>
          <a:ln>
            <a:solidFill>
              <a:srgbClr val="3838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758A6CF7-40E5-41D5-3ED9-33AF874BA303}"/>
              </a:ext>
            </a:extLst>
          </p:cNvPr>
          <p:cNvCxnSpPr/>
          <p:nvPr/>
        </p:nvCxnSpPr>
        <p:spPr>
          <a:xfrm flipV="1">
            <a:off x="3277230" y="4856310"/>
            <a:ext cx="461317" cy="2828"/>
          </a:xfrm>
          <a:prstGeom prst="line">
            <a:avLst/>
          </a:prstGeom>
          <a:solidFill>
            <a:srgbClr val="0079EF"/>
          </a:solidFill>
          <a:ln>
            <a:solidFill>
              <a:srgbClr val="3838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3359CC85-1383-9DD7-C19D-09DB39FEFE2B}"/>
              </a:ext>
            </a:extLst>
          </p:cNvPr>
          <p:cNvSpPr txBox="1"/>
          <p:nvPr/>
        </p:nvSpPr>
        <p:spPr>
          <a:xfrm>
            <a:off x="134775" y="1442214"/>
            <a:ext cx="5338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전통적인 </a:t>
            </a:r>
            <a:r>
              <a:rPr lang="en-US" altLang="ko-KR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MPP </a:t>
            </a: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아키텍처는 각 노드가 자신의 데이터 영역과 강력하게 결합된 형태</a:t>
            </a: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영역만 확장이 </a:t>
            </a:r>
            <a:r>
              <a:rPr lang="ko-KR" altLang="en-US" sz="1500" dirty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매우 제약적</a:t>
            </a: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이며 구성 환경에 따라 </a:t>
            </a:r>
            <a:r>
              <a:rPr lang="ko-KR" altLang="en-US" sz="1500" dirty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불가능</a:t>
            </a:r>
            <a:endParaRPr lang="en-US" altLang="ko-KR" sz="1500" dirty="0">
              <a:solidFill>
                <a:srgbClr val="C0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551529F-DE7B-73E7-F551-213DBE2DBCA3}"/>
              </a:ext>
            </a:extLst>
          </p:cNvPr>
          <p:cNvGrpSpPr/>
          <p:nvPr/>
        </p:nvGrpSpPr>
        <p:grpSpPr>
          <a:xfrm>
            <a:off x="1306112" y="3575309"/>
            <a:ext cx="492069" cy="492079"/>
            <a:chOff x="2387600" y="2876550"/>
            <a:chExt cx="514349" cy="731400"/>
          </a:xfrm>
          <a:solidFill>
            <a:srgbClr val="383848"/>
          </a:solidFill>
        </p:grpSpPr>
        <p:sp>
          <p:nvSpPr>
            <p:cNvPr id="4" name="원통형 3">
              <a:extLst>
                <a:ext uri="{FF2B5EF4-FFF2-40B4-BE49-F238E27FC236}">
                  <a16:creationId xmlns:a16="http://schemas.microsoft.com/office/drawing/2014/main" id="{670EB184-4B20-2545-8ADB-F4262D166664}"/>
                </a:ext>
              </a:extLst>
            </p:cNvPr>
            <p:cNvSpPr/>
            <p:nvPr/>
          </p:nvSpPr>
          <p:spPr>
            <a:xfrm>
              <a:off x="2387600" y="33337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원통형 4">
              <a:extLst>
                <a:ext uri="{FF2B5EF4-FFF2-40B4-BE49-F238E27FC236}">
                  <a16:creationId xmlns:a16="http://schemas.microsoft.com/office/drawing/2014/main" id="{E32B73F0-391B-3AEC-917B-5EFD15A18B49}"/>
                </a:ext>
              </a:extLst>
            </p:cNvPr>
            <p:cNvSpPr/>
            <p:nvPr/>
          </p:nvSpPr>
          <p:spPr>
            <a:xfrm>
              <a:off x="2387600" y="31051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원통형 5">
              <a:extLst>
                <a:ext uri="{FF2B5EF4-FFF2-40B4-BE49-F238E27FC236}">
                  <a16:creationId xmlns:a16="http://schemas.microsoft.com/office/drawing/2014/main" id="{871CC4B7-217A-183F-D064-5DE3BCCD5B57}"/>
                </a:ext>
              </a:extLst>
            </p:cNvPr>
            <p:cNvSpPr/>
            <p:nvPr/>
          </p:nvSpPr>
          <p:spPr>
            <a:xfrm>
              <a:off x="2387600" y="28765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FD9F077-9CFE-612C-B9E4-2D95E5A49C66}"/>
              </a:ext>
            </a:extLst>
          </p:cNvPr>
          <p:cNvSpPr txBox="1"/>
          <p:nvPr/>
        </p:nvSpPr>
        <p:spPr>
          <a:xfrm>
            <a:off x="1323433" y="3732094"/>
            <a:ext cx="46198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ROS</a:t>
            </a:r>
            <a:endParaRPr lang="en-GB" sz="1000" b="1" dirty="0">
              <a:solidFill>
                <a:schemeClr val="bg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283F99A-761A-5A37-D022-3F6474ED9965}"/>
              </a:ext>
            </a:extLst>
          </p:cNvPr>
          <p:cNvGrpSpPr/>
          <p:nvPr/>
        </p:nvGrpSpPr>
        <p:grpSpPr>
          <a:xfrm>
            <a:off x="2718009" y="3575309"/>
            <a:ext cx="492069" cy="492079"/>
            <a:chOff x="2387600" y="2876550"/>
            <a:chExt cx="514349" cy="731400"/>
          </a:xfrm>
          <a:solidFill>
            <a:srgbClr val="383848"/>
          </a:solidFill>
        </p:grpSpPr>
        <p:sp>
          <p:nvSpPr>
            <p:cNvPr id="13" name="원통형 12">
              <a:extLst>
                <a:ext uri="{FF2B5EF4-FFF2-40B4-BE49-F238E27FC236}">
                  <a16:creationId xmlns:a16="http://schemas.microsoft.com/office/drawing/2014/main" id="{92458E31-C5EB-AE69-8518-819C096DFC43}"/>
                </a:ext>
              </a:extLst>
            </p:cNvPr>
            <p:cNvSpPr/>
            <p:nvPr/>
          </p:nvSpPr>
          <p:spPr>
            <a:xfrm>
              <a:off x="2387600" y="33337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원통형 13">
              <a:extLst>
                <a:ext uri="{FF2B5EF4-FFF2-40B4-BE49-F238E27FC236}">
                  <a16:creationId xmlns:a16="http://schemas.microsoft.com/office/drawing/2014/main" id="{39435E42-20B3-3CEB-803A-B8E35C29839B}"/>
                </a:ext>
              </a:extLst>
            </p:cNvPr>
            <p:cNvSpPr/>
            <p:nvPr/>
          </p:nvSpPr>
          <p:spPr>
            <a:xfrm>
              <a:off x="2387600" y="31051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원통형 14">
              <a:extLst>
                <a:ext uri="{FF2B5EF4-FFF2-40B4-BE49-F238E27FC236}">
                  <a16:creationId xmlns:a16="http://schemas.microsoft.com/office/drawing/2014/main" id="{B9B053F9-8ACB-7540-9025-E2C2A4622A11}"/>
                </a:ext>
              </a:extLst>
            </p:cNvPr>
            <p:cNvSpPr/>
            <p:nvPr/>
          </p:nvSpPr>
          <p:spPr>
            <a:xfrm>
              <a:off x="2387600" y="28765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003D564-B73A-01D4-8537-D2D9F3CFE005}"/>
              </a:ext>
            </a:extLst>
          </p:cNvPr>
          <p:cNvSpPr txBox="1"/>
          <p:nvPr/>
        </p:nvSpPr>
        <p:spPr>
          <a:xfrm>
            <a:off x="2735330" y="3732094"/>
            <a:ext cx="46198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ROS</a:t>
            </a:r>
            <a:endParaRPr lang="en-GB" sz="1000" b="1" dirty="0">
              <a:solidFill>
                <a:schemeClr val="bg1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3DCE808-A5EA-989F-9D09-83285C621637}"/>
              </a:ext>
            </a:extLst>
          </p:cNvPr>
          <p:cNvGrpSpPr/>
          <p:nvPr/>
        </p:nvGrpSpPr>
        <p:grpSpPr>
          <a:xfrm>
            <a:off x="4113370" y="3575309"/>
            <a:ext cx="492069" cy="492079"/>
            <a:chOff x="2387600" y="2876550"/>
            <a:chExt cx="514349" cy="731400"/>
          </a:xfrm>
          <a:solidFill>
            <a:srgbClr val="383848"/>
          </a:solidFill>
        </p:grpSpPr>
        <p:sp>
          <p:nvSpPr>
            <p:cNvPr id="18" name="원통형 17">
              <a:extLst>
                <a:ext uri="{FF2B5EF4-FFF2-40B4-BE49-F238E27FC236}">
                  <a16:creationId xmlns:a16="http://schemas.microsoft.com/office/drawing/2014/main" id="{9EC8D41B-73CA-D85C-DA95-E6AB028C2524}"/>
                </a:ext>
              </a:extLst>
            </p:cNvPr>
            <p:cNvSpPr/>
            <p:nvPr/>
          </p:nvSpPr>
          <p:spPr>
            <a:xfrm>
              <a:off x="2387600" y="33337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원통형 18">
              <a:extLst>
                <a:ext uri="{FF2B5EF4-FFF2-40B4-BE49-F238E27FC236}">
                  <a16:creationId xmlns:a16="http://schemas.microsoft.com/office/drawing/2014/main" id="{78159FCA-3AFC-7E98-5E01-66591DD3234F}"/>
                </a:ext>
              </a:extLst>
            </p:cNvPr>
            <p:cNvSpPr/>
            <p:nvPr/>
          </p:nvSpPr>
          <p:spPr>
            <a:xfrm>
              <a:off x="2387600" y="31051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원통형 19">
              <a:extLst>
                <a:ext uri="{FF2B5EF4-FFF2-40B4-BE49-F238E27FC236}">
                  <a16:creationId xmlns:a16="http://schemas.microsoft.com/office/drawing/2014/main" id="{03521D94-25D4-7049-6827-1B42292FF0F2}"/>
                </a:ext>
              </a:extLst>
            </p:cNvPr>
            <p:cNvSpPr/>
            <p:nvPr/>
          </p:nvSpPr>
          <p:spPr>
            <a:xfrm>
              <a:off x="2387600" y="28765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A4342-7400-4AEA-958C-94381D7D87EC}"/>
              </a:ext>
            </a:extLst>
          </p:cNvPr>
          <p:cNvSpPr txBox="1"/>
          <p:nvPr/>
        </p:nvSpPr>
        <p:spPr>
          <a:xfrm>
            <a:off x="4130691" y="3732094"/>
            <a:ext cx="46198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ROS</a:t>
            </a:r>
            <a:endParaRPr lang="en-GB" sz="1000" b="1" dirty="0">
              <a:solidFill>
                <a:schemeClr val="bg1"/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C247671-E072-5889-CAD3-8F929DE8A8C3}"/>
              </a:ext>
            </a:extLst>
          </p:cNvPr>
          <p:cNvGrpSpPr/>
          <p:nvPr/>
        </p:nvGrpSpPr>
        <p:grpSpPr>
          <a:xfrm>
            <a:off x="1306112" y="4862724"/>
            <a:ext cx="492069" cy="492079"/>
            <a:chOff x="2387600" y="2876550"/>
            <a:chExt cx="514349" cy="731400"/>
          </a:xfrm>
          <a:solidFill>
            <a:srgbClr val="383848"/>
          </a:solidFill>
        </p:grpSpPr>
        <p:sp>
          <p:nvSpPr>
            <p:cNvPr id="23" name="원통형 22">
              <a:extLst>
                <a:ext uri="{FF2B5EF4-FFF2-40B4-BE49-F238E27FC236}">
                  <a16:creationId xmlns:a16="http://schemas.microsoft.com/office/drawing/2014/main" id="{D6B1663F-E8B5-01B8-DBF2-F843F3AF822E}"/>
                </a:ext>
              </a:extLst>
            </p:cNvPr>
            <p:cNvSpPr/>
            <p:nvPr/>
          </p:nvSpPr>
          <p:spPr>
            <a:xfrm>
              <a:off x="2387600" y="33337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원통형 23">
              <a:extLst>
                <a:ext uri="{FF2B5EF4-FFF2-40B4-BE49-F238E27FC236}">
                  <a16:creationId xmlns:a16="http://schemas.microsoft.com/office/drawing/2014/main" id="{87EF69CC-25DB-0DF5-2335-91CDF19E1D07}"/>
                </a:ext>
              </a:extLst>
            </p:cNvPr>
            <p:cNvSpPr/>
            <p:nvPr/>
          </p:nvSpPr>
          <p:spPr>
            <a:xfrm>
              <a:off x="2387600" y="31051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원통형 24">
              <a:extLst>
                <a:ext uri="{FF2B5EF4-FFF2-40B4-BE49-F238E27FC236}">
                  <a16:creationId xmlns:a16="http://schemas.microsoft.com/office/drawing/2014/main" id="{E42763AA-8960-7DD5-1216-BB88C3FAC8F0}"/>
                </a:ext>
              </a:extLst>
            </p:cNvPr>
            <p:cNvSpPr/>
            <p:nvPr/>
          </p:nvSpPr>
          <p:spPr>
            <a:xfrm>
              <a:off x="2387600" y="28765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F882B97-7BE1-8686-F628-A0740B9B78E3}"/>
              </a:ext>
            </a:extLst>
          </p:cNvPr>
          <p:cNvSpPr txBox="1"/>
          <p:nvPr/>
        </p:nvSpPr>
        <p:spPr>
          <a:xfrm>
            <a:off x="1323433" y="5019509"/>
            <a:ext cx="46198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ROS</a:t>
            </a:r>
            <a:endParaRPr lang="en-GB" sz="1000" b="1" dirty="0">
              <a:solidFill>
                <a:schemeClr val="bg1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BCF9CCD-524A-9ECD-22AB-CC054A954231}"/>
              </a:ext>
            </a:extLst>
          </p:cNvPr>
          <p:cNvGrpSpPr/>
          <p:nvPr/>
        </p:nvGrpSpPr>
        <p:grpSpPr>
          <a:xfrm>
            <a:off x="2718009" y="4862724"/>
            <a:ext cx="492069" cy="492079"/>
            <a:chOff x="2387600" y="2876550"/>
            <a:chExt cx="514349" cy="731400"/>
          </a:xfrm>
          <a:solidFill>
            <a:srgbClr val="383848"/>
          </a:solidFill>
        </p:grpSpPr>
        <p:sp>
          <p:nvSpPr>
            <p:cNvPr id="28" name="원통형 27">
              <a:extLst>
                <a:ext uri="{FF2B5EF4-FFF2-40B4-BE49-F238E27FC236}">
                  <a16:creationId xmlns:a16="http://schemas.microsoft.com/office/drawing/2014/main" id="{1FE3EAD7-773F-E0C4-5D58-7AF32101D947}"/>
                </a:ext>
              </a:extLst>
            </p:cNvPr>
            <p:cNvSpPr/>
            <p:nvPr/>
          </p:nvSpPr>
          <p:spPr>
            <a:xfrm>
              <a:off x="2387600" y="33337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원통형 28">
              <a:extLst>
                <a:ext uri="{FF2B5EF4-FFF2-40B4-BE49-F238E27FC236}">
                  <a16:creationId xmlns:a16="http://schemas.microsoft.com/office/drawing/2014/main" id="{DC36FCE9-4EE2-52EE-455D-0E422AE59118}"/>
                </a:ext>
              </a:extLst>
            </p:cNvPr>
            <p:cNvSpPr/>
            <p:nvPr/>
          </p:nvSpPr>
          <p:spPr>
            <a:xfrm>
              <a:off x="2387600" y="31051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원통형 29">
              <a:extLst>
                <a:ext uri="{FF2B5EF4-FFF2-40B4-BE49-F238E27FC236}">
                  <a16:creationId xmlns:a16="http://schemas.microsoft.com/office/drawing/2014/main" id="{41D701B5-3CD3-C965-491E-2D1B7C251187}"/>
                </a:ext>
              </a:extLst>
            </p:cNvPr>
            <p:cNvSpPr/>
            <p:nvPr/>
          </p:nvSpPr>
          <p:spPr>
            <a:xfrm>
              <a:off x="2387600" y="28765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44D5C2B-2F1F-9C5A-4947-297619F3115B}"/>
              </a:ext>
            </a:extLst>
          </p:cNvPr>
          <p:cNvSpPr txBox="1"/>
          <p:nvPr/>
        </p:nvSpPr>
        <p:spPr>
          <a:xfrm>
            <a:off x="2735330" y="5019509"/>
            <a:ext cx="46198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ROS</a:t>
            </a:r>
            <a:endParaRPr lang="en-GB" sz="1000" b="1" dirty="0">
              <a:solidFill>
                <a:schemeClr val="bg1"/>
              </a:solidFill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E73F150-FEB9-8D22-E4B6-461A71367173}"/>
              </a:ext>
            </a:extLst>
          </p:cNvPr>
          <p:cNvGrpSpPr/>
          <p:nvPr/>
        </p:nvGrpSpPr>
        <p:grpSpPr>
          <a:xfrm>
            <a:off x="4113370" y="4862724"/>
            <a:ext cx="492069" cy="492079"/>
            <a:chOff x="2387600" y="2876550"/>
            <a:chExt cx="514349" cy="731400"/>
          </a:xfrm>
          <a:solidFill>
            <a:srgbClr val="383848"/>
          </a:solidFill>
        </p:grpSpPr>
        <p:sp>
          <p:nvSpPr>
            <p:cNvPr id="65" name="원통형 64">
              <a:extLst>
                <a:ext uri="{FF2B5EF4-FFF2-40B4-BE49-F238E27FC236}">
                  <a16:creationId xmlns:a16="http://schemas.microsoft.com/office/drawing/2014/main" id="{B1291545-EA20-3B7D-364E-8BCBF3FD7E29}"/>
                </a:ext>
              </a:extLst>
            </p:cNvPr>
            <p:cNvSpPr/>
            <p:nvPr/>
          </p:nvSpPr>
          <p:spPr>
            <a:xfrm>
              <a:off x="2387600" y="33337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원통형 65">
              <a:extLst>
                <a:ext uri="{FF2B5EF4-FFF2-40B4-BE49-F238E27FC236}">
                  <a16:creationId xmlns:a16="http://schemas.microsoft.com/office/drawing/2014/main" id="{241F66F6-E3E6-5ABF-6C80-17091DBC90ED}"/>
                </a:ext>
              </a:extLst>
            </p:cNvPr>
            <p:cNvSpPr/>
            <p:nvPr/>
          </p:nvSpPr>
          <p:spPr>
            <a:xfrm>
              <a:off x="2387600" y="31051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원통형 108">
              <a:extLst>
                <a:ext uri="{FF2B5EF4-FFF2-40B4-BE49-F238E27FC236}">
                  <a16:creationId xmlns:a16="http://schemas.microsoft.com/office/drawing/2014/main" id="{1BB9C7E3-60CE-1CAB-071B-0E22B1CC174E}"/>
                </a:ext>
              </a:extLst>
            </p:cNvPr>
            <p:cNvSpPr/>
            <p:nvPr/>
          </p:nvSpPr>
          <p:spPr>
            <a:xfrm>
              <a:off x="2387600" y="2876550"/>
              <a:ext cx="514349" cy="274200"/>
            </a:xfrm>
            <a:prstGeom prst="can">
              <a:avLst/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85A1627B-A46A-D1EF-9CC2-50BE891606DF}"/>
              </a:ext>
            </a:extLst>
          </p:cNvPr>
          <p:cNvSpPr txBox="1"/>
          <p:nvPr/>
        </p:nvSpPr>
        <p:spPr>
          <a:xfrm>
            <a:off x="4130691" y="5019509"/>
            <a:ext cx="46198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ROS</a:t>
            </a:r>
            <a:endParaRPr lang="en-GB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775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906F6-F2F4-5AEA-6EBC-CA12D5DBF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컴퓨팅과 분리된 스토리지 확장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B5AE4EA-FFDF-188B-7FB8-61F9FED94267}"/>
              </a:ext>
            </a:extLst>
          </p:cNvPr>
          <p:cNvCxnSpPr>
            <a:cxnSpLocks/>
          </p:cNvCxnSpPr>
          <p:nvPr/>
        </p:nvCxnSpPr>
        <p:spPr>
          <a:xfrm>
            <a:off x="7454571" y="4899226"/>
            <a:ext cx="198127" cy="7847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AA15B14-9A9C-48D9-1C62-FDB012BC8561}"/>
              </a:ext>
            </a:extLst>
          </p:cNvPr>
          <p:cNvCxnSpPr>
            <a:cxnSpLocks/>
          </p:cNvCxnSpPr>
          <p:nvPr/>
        </p:nvCxnSpPr>
        <p:spPr>
          <a:xfrm flipH="1">
            <a:off x="8476468" y="4593189"/>
            <a:ext cx="192124" cy="7734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A8CB369-FB96-2A7A-3DE8-62F6B2C015BF}"/>
              </a:ext>
            </a:extLst>
          </p:cNvPr>
          <p:cNvGrpSpPr/>
          <p:nvPr/>
        </p:nvGrpSpPr>
        <p:grpSpPr>
          <a:xfrm>
            <a:off x="7543216" y="3026942"/>
            <a:ext cx="3736369" cy="1115738"/>
            <a:chOff x="7543216" y="2119689"/>
            <a:chExt cx="3736369" cy="11157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2A779C8-FBFF-6D8B-0DFD-46EB4D7075EC}"/>
                </a:ext>
              </a:extLst>
            </p:cNvPr>
            <p:cNvSpPr/>
            <p:nvPr/>
          </p:nvSpPr>
          <p:spPr>
            <a:xfrm>
              <a:off x="7543216" y="2119689"/>
              <a:ext cx="933252" cy="110859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sp>
          <p:nvSpPr>
            <p:cNvPr id="51" name="원통형 50">
              <a:extLst>
                <a:ext uri="{FF2B5EF4-FFF2-40B4-BE49-F238E27FC236}">
                  <a16:creationId xmlns:a16="http://schemas.microsoft.com/office/drawing/2014/main" id="{DBAFC1A2-829E-200D-EB66-4389D572517B}"/>
                </a:ext>
              </a:extLst>
            </p:cNvPr>
            <p:cNvSpPr/>
            <p:nvPr/>
          </p:nvSpPr>
          <p:spPr>
            <a:xfrm>
              <a:off x="7930671" y="2849766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283FED0-44CE-2B47-3DFF-FAB683E09AE6}"/>
                </a:ext>
              </a:extLst>
            </p:cNvPr>
            <p:cNvSpPr/>
            <p:nvPr/>
          </p:nvSpPr>
          <p:spPr>
            <a:xfrm>
              <a:off x="8960641" y="2126836"/>
              <a:ext cx="933252" cy="110859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84EB563-C06C-4BBA-21A7-B80D38E3372A}"/>
                </a:ext>
              </a:extLst>
            </p:cNvPr>
            <p:cNvSpPr/>
            <p:nvPr/>
          </p:nvSpPr>
          <p:spPr>
            <a:xfrm>
              <a:off x="10332354" y="2119689"/>
              <a:ext cx="933252" cy="110859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EDD89C6-493A-6485-1940-3644D1A3265F}"/>
                </a:ext>
              </a:extLst>
            </p:cNvPr>
            <p:cNvSpPr txBox="1"/>
            <p:nvPr/>
          </p:nvSpPr>
          <p:spPr>
            <a:xfrm>
              <a:off x="7860063" y="2907809"/>
              <a:ext cx="6447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solidFill>
                    <a:srgbClr val="000000"/>
                  </a:solidFill>
                </a:rPr>
                <a:t>Cache</a:t>
              </a:r>
            </a:p>
          </p:txBody>
        </p:sp>
        <p:sp>
          <p:nvSpPr>
            <p:cNvPr id="55" name="원통형 54">
              <a:extLst>
                <a:ext uri="{FF2B5EF4-FFF2-40B4-BE49-F238E27FC236}">
                  <a16:creationId xmlns:a16="http://schemas.microsoft.com/office/drawing/2014/main" id="{EB0DAE44-82FE-6348-B725-C4E69E848875}"/>
                </a:ext>
              </a:extLst>
            </p:cNvPr>
            <p:cNvSpPr/>
            <p:nvPr/>
          </p:nvSpPr>
          <p:spPr>
            <a:xfrm>
              <a:off x="9336006" y="2850748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F376D9-418E-76B9-3818-3FC70C38E891}"/>
                </a:ext>
              </a:extLst>
            </p:cNvPr>
            <p:cNvSpPr txBox="1"/>
            <p:nvPr/>
          </p:nvSpPr>
          <p:spPr>
            <a:xfrm>
              <a:off x="9273221" y="2908791"/>
              <a:ext cx="6447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altLang="ko-KR" sz="1200" b="1" dirty="0">
                  <a:solidFill>
                    <a:srgbClr val="000000"/>
                  </a:solidFill>
                </a:rPr>
                <a:t>Cache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원통형 56">
              <a:extLst>
                <a:ext uri="{FF2B5EF4-FFF2-40B4-BE49-F238E27FC236}">
                  <a16:creationId xmlns:a16="http://schemas.microsoft.com/office/drawing/2014/main" id="{508675D7-4646-A069-C0C7-F27B2DFD762C}"/>
                </a:ext>
              </a:extLst>
            </p:cNvPr>
            <p:cNvSpPr/>
            <p:nvPr/>
          </p:nvSpPr>
          <p:spPr>
            <a:xfrm>
              <a:off x="10705465" y="285728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D1DD23D-1F24-073F-25B3-CFAD124E3841}"/>
                </a:ext>
              </a:extLst>
            </p:cNvPr>
            <p:cNvSpPr txBox="1"/>
            <p:nvPr/>
          </p:nvSpPr>
          <p:spPr>
            <a:xfrm>
              <a:off x="10634857" y="2915323"/>
              <a:ext cx="6447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altLang="ko-KR" sz="1200" b="1" dirty="0">
                  <a:solidFill>
                    <a:srgbClr val="000000"/>
                  </a:solidFill>
                </a:rPr>
                <a:t>Cache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4551C555-BF07-B2C5-E8A5-C905B701B67E}"/>
                </a:ext>
              </a:extLst>
            </p:cNvPr>
            <p:cNvCxnSpPr/>
            <p:nvPr/>
          </p:nvCxnSpPr>
          <p:spPr>
            <a:xfrm flipV="1">
              <a:off x="8482834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01402AF9-17ED-6B6B-5534-188A41ADA87F}"/>
                </a:ext>
              </a:extLst>
            </p:cNvPr>
            <p:cNvCxnSpPr/>
            <p:nvPr/>
          </p:nvCxnSpPr>
          <p:spPr>
            <a:xfrm flipV="1">
              <a:off x="9878569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3017081A-94E2-50EC-6D84-2354BCBEE742}"/>
              </a:ext>
            </a:extLst>
          </p:cNvPr>
          <p:cNvGrpSpPr/>
          <p:nvPr/>
        </p:nvGrpSpPr>
        <p:grpSpPr>
          <a:xfrm>
            <a:off x="8837792" y="4766074"/>
            <a:ext cx="1253518" cy="860030"/>
            <a:chOff x="8760623" y="3825720"/>
            <a:chExt cx="1253518" cy="6178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5" name="사다리꼴 64">
              <a:extLst>
                <a:ext uri="{FF2B5EF4-FFF2-40B4-BE49-F238E27FC236}">
                  <a16:creationId xmlns:a16="http://schemas.microsoft.com/office/drawing/2014/main" id="{7519078C-85D6-58F6-7BDD-CC7D7B11A511}"/>
                </a:ext>
              </a:extLst>
            </p:cNvPr>
            <p:cNvSpPr/>
            <p:nvPr/>
          </p:nvSpPr>
          <p:spPr>
            <a:xfrm rot="10800000">
              <a:off x="8760623" y="3825720"/>
              <a:ext cx="1253518" cy="617856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5D5C0BF-699E-F330-A9CB-3EA06E875F10}"/>
                </a:ext>
              </a:extLst>
            </p:cNvPr>
            <p:cNvSpPr txBox="1"/>
            <p:nvPr/>
          </p:nvSpPr>
          <p:spPr>
            <a:xfrm>
              <a:off x="9131773" y="3980290"/>
              <a:ext cx="558809" cy="3153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Object</a:t>
              </a:r>
              <a:br>
                <a:rPr lang="en-GB" sz="1200" b="1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Store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90763E93-2880-A9C2-5239-39FBF14F4728}"/>
              </a:ext>
            </a:extLst>
          </p:cNvPr>
          <p:cNvGrpSpPr/>
          <p:nvPr/>
        </p:nvGrpSpPr>
        <p:grpSpPr>
          <a:xfrm>
            <a:off x="943043" y="3021013"/>
            <a:ext cx="3722390" cy="1111420"/>
            <a:chOff x="816494" y="2113760"/>
            <a:chExt cx="3722390" cy="1111420"/>
          </a:xfrm>
          <a:solidFill>
            <a:schemeClr val="bg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40836539-69A2-D682-44BE-996A4EFCD2F2}"/>
                </a:ext>
              </a:extLst>
            </p:cNvPr>
            <p:cNvSpPr/>
            <p:nvPr/>
          </p:nvSpPr>
          <p:spPr>
            <a:xfrm>
              <a:off x="816494" y="2116588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sz="1200" b="1" dirty="0"/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06733005-3744-4F6C-F03E-FC891B219D26}"/>
                </a:ext>
              </a:extLst>
            </p:cNvPr>
            <p:cNvGrpSpPr/>
            <p:nvPr/>
          </p:nvGrpSpPr>
          <p:grpSpPr>
            <a:xfrm>
              <a:off x="1203949" y="2668056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85" name="원통형 84">
                <a:extLst>
                  <a:ext uri="{FF2B5EF4-FFF2-40B4-BE49-F238E27FC236}">
                    <a16:creationId xmlns:a16="http://schemas.microsoft.com/office/drawing/2014/main" id="{B18339BE-811A-D24F-8BA4-E53AE9651665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원통형 85">
                <a:extLst>
                  <a:ext uri="{FF2B5EF4-FFF2-40B4-BE49-F238E27FC236}">
                    <a16:creationId xmlns:a16="http://schemas.microsoft.com/office/drawing/2014/main" id="{6515A94E-8472-B2B7-FF3E-57A1189CB697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원통형 86">
                <a:extLst>
                  <a:ext uri="{FF2B5EF4-FFF2-40B4-BE49-F238E27FC236}">
                    <a16:creationId xmlns:a16="http://schemas.microsoft.com/office/drawing/2014/main" id="{A7D843BC-316F-BCD7-4AEF-A99C7B5DC047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8C46141D-B6DD-28F9-71AA-C5DE0332DF31}"/>
                </a:ext>
              </a:extLst>
            </p:cNvPr>
            <p:cNvSpPr/>
            <p:nvPr/>
          </p:nvSpPr>
          <p:spPr>
            <a:xfrm>
              <a:off x="2211063" y="2113760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140A419E-8B7A-97CB-954B-EA30A66FDE7F}"/>
                </a:ext>
              </a:extLst>
            </p:cNvPr>
            <p:cNvGrpSpPr/>
            <p:nvPr/>
          </p:nvGrpSpPr>
          <p:grpSpPr>
            <a:xfrm>
              <a:off x="2598518" y="2665228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82" name="원통형 81">
                <a:extLst>
                  <a:ext uri="{FF2B5EF4-FFF2-40B4-BE49-F238E27FC236}">
                    <a16:creationId xmlns:a16="http://schemas.microsoft.com/office/drawing/2014/main" id="{F531013C-E697-A805-1A6B-D272F50A864F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3" name="원통형 82">
                <a:extLst>
                  <a:ext uri="{FF2B5EF4-FFF2-40B4-BE49-F238E27FC236}">
                    <a16:creationId xmlns:a16="http://schemas.microsoft.com/office/drawing/2014/main" id="{58191025-9BFB-AA39-E9DA-F8653A177F25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원통형 83">
                <a:extLst>
                  <a:ext uri="{FF2B5EF4-FFF2-40B4-BE49-F238E27FC236}">
                    <a16:creationId xmlns:a16="http://schemas.microsoft.com/office/drawing/2014/main" id="{B3168105-7F09-4297-CABB-54D6A56ED84C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B61771CC-E155-71CE-E168-8583612FAF50}"/>
                </a:ext>
              </a:extLst>
            </p:cNvPr>
            <p:cNvSpPr/>
            <p:nvPr/>
          </p:nvSpPr>
          <p:spPr>
            <a:xfrm>
              <a:off x="3605632" y="2113760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F4A541FF-F1AF-F401-C2C7-BA222A57BBE7}"/>
                </a:ext>
              </a:extLst>
            </p:cNvPr>
            <p:cNvGrpSpPr/>
            <p:nvPr/>
          </p:nvGrpSpPr>
          <p:grpSpPr>
            <a:xfrm>
              <a:off x="3993086" y="2665228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79" name="원통형 78">
                <a:extLst>
                  <a:ext uri="{FF2B5EF4-FFF2-40B4-BE49-F238E27FC236}">
                    <a16:creationId xmlns:a16="http://schemas.microsoft.com/office/drawing/2014/main" id="{7D0491A8-845D-243A-0215-829E871C1179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원통형 79">
                <a:extLst>
                  <a:ext uri="{FF2B5EF4-FFF2-40B4-BE49-F238E27FC236}">
                    <a16:creationId xmlns:a16="http://schemas.microsoft.com/office/drawing/2014/main" id="{D0AEA060-B7D9-F6E2-DECF-D8A59EB81EAE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원통형 80">
                <a:extLst>
                  <a:ext uri="{FF2B5EF4-FFF2-40B4-BE49-F238E27FC236}">
                    <a16:creationId xmlns:a16="http://schemas.microsoft.com/office/drawing/2014/main" id="{876A801F-8FD9-5F1F-AE9D-0963FC9E2089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EF1C0F3-0FD7-2004-ABD5-11BBC6A919D2}"/>
                </a:ext>
              </a:extLst>
            </p:cNvPr>
            <p:cNvSpPr txBox="1"/>
            <p:nvPr/>
          </p:nvSpPr>
          <p:spPr>
            <a:xfrm>
              <a:off x="1221270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D9C774E-6444-E9BF-BEAF-92A32C1A00A7}"/>
                </a:ext>
              </a:extLst>
            </p:cNvPr>
            <p:cNvSpPr txBox="1"/>
            <p:nvPr/>
          </p:nvSpPr>
          <p:spPr>
            <a:xfrm>
              <a:off x="4016904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EDBBB78-3A56-313B-F5B6-C664FCA15131}"/>
                </a:ext>
              </a:extLst>
            </p:cNvPr>
            <p:cNvSpPr txBox="1"/>
            <p:nvPr/>
          </p:nvSpPr>
          <p:spPr>
            <a:xfrm>
              <a:off x="2621543" y="2812405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ADEF6CC4-B450-776A-36FD-D5652AF85A65}"/>
                </a:ext>
              </a:extLst>
            </p:cNvPr>
            <p:cNvCxnSpPr/>
            <p:nvPr/>
          </p:nvCxnSpPr>
          <p:spPr>
            <a:xfrm flipV="1">
              <a:off x="1749746" y="2668056"/>
              <a:ext cx="461317" cy="2828"/>
            </a:xfrm>
            <a:prstGeom prst="lin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6E56AE39-EC51-E582-EF1E-C326BBBB063D}"/>
                </a:ext>
              </a:extLst>
            </p:cNvPr>
            <p:cNvCxnSpPr/>
            <p:nvPr/>
          </p:nvCxnSpPr>
          <p:spPr>
            <a:xfrm flipV="1">
              <a:off x="3150681" y="2661642"/>
              <a:ext cx="461317" cy="2828"/>
            </a:xfrm>
            <a:prstGeom prst="lin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1D352B43-28DD-CECF-D287-619A10DBF5B7}"/>
              </a:ext>
            </a:extLst>
          </p:cNvPr>
          <p:cNvGrpSpPr/>
          <p:nvPr/>
        </p:nvGrpSpPr>
        <p:grpSpPr>
          <a:xfrm>
            <a:off x="943043" y="4308428"/>
            <a:ext cx="3722390" cy="1111420"/>
            <a:chOff x="816494" y="2113760"/>
            <a:chExt cx="3722390" cy="1111420"/>
          </a:xfrm>
          <a:solidFill>
            <a:schemeClr val="bg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C9A2B022-EF46-ABF9-1546-63CFE6B44A82}"/>
                </a:ext>
              </a:extLst>
            </p:cNvPr>
            <p:cNvSpPr/>
            <p:nvPr/>
          </p:nvSpPr>
          <p:spPr>
            <a:xfrm>
              <a:off x="816494" y="2116588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36B0C8EF-1298-5A63-275F-8E74D65F6CA5}"/>
                </a:ext>
              </a:extLst>
            </p:cNvPr>
            <p:cNvGrpSpPr/>
            <p:nvPr/>
          </p:nvGrpSpPr>
          <p:grpSpPr>
            <a:xfrm>
              <a:off x="1203949" y="2668056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106" name="원통형 105">
                <a:extLst>
                  <a:ext uri="{FF2B5EF4-FFF2-40B4-BE49-F238E27FC236}">
                    <a16:creationId xmlns:a16="http://schemas.microsoft.com/office/drawing/2014/main" id="{695473F7-9C8C-8819-0A94-A00E40BF5CD2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7" name="원통형 106">
                <a:extLst>
                  <a:ext uri="{FF2B5EF4-FFF2-40B4-BE49-F238E27FC236}">
                    <a16:creationId xmlns:a16="http://schemas.microsoft.com/office/drawing/2014/main" id="{8808D2DB-9364-FE10-5657-50D97A5A25F5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8" name="원통형 107">
                <a:extLst>
                  <a:ext uri="{FF2B5EF4-FFF2-40B4-BE49-F238E27FC236}">
                    <a16:creationId xmlns:a16="http://schemas.microsoft.com/office/drawing/2014/main" id="{0B18C5A5-8BCB-7D2A-E438-C30CA823390F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8BFD8AD-615A-F7B2-8295-145BF8619F32}"/>
                </a:ext>
              </a:extLst>
            </p:cNvPr>
            <p:cNvSpPr/>
            <p:nvPr/>
          </p:nvSpPr>
          <p:spPr>
            <a:xfrm>
              <a:off x="2211063" y="2113760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DFDA8B8A-0D85-6498-BA32-3C083F5F66B6}"/>
                </a:ext>
              </a:extLst>
            </p:cNvPr>
            <p:cNvGrpSpPr/>
            <p:nvPr/>
          </p:nvGrpSpPr>
          <p:grpSpPr>
            <a:xfrm>
              <a:off x="2598518" y="2665228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103" name="원통형 102">
                <a:extLst>
                  <a:ext uri="{FF2B5EF4-FFF2-40B4-BE49-F238E27FC236}">
                    <a16:creationId xmlns:a16="http://schemas.microsoft.com/office/drawing/2014/main" id="{2B5DE566-C9B7-1B87-3A44-F9D83A5BB628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4" name="원통형 103">
                <a:extLst>
                  <a:ext uri="{FF2B5EF4-FFF2-40B4-BE49-F238E27FC236}">
                    <a16:creationId xmlns:a16="http://schemas.microsoft.com/office/drawing/2014/main" id="{72F8A30A-8D23-2756-7C6F-9E16642438E3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5" name="원통형 104">
                <a:extLst>
                  <a:ext uri="{FF2B5EF4-FFF2-40B4-BE49-F238E27FC236}">
                    <a16:creationId xmlns:a16="http://schemas.microsoft.com/office/drawing/2014/main" id="{046EBD0A-2428-58E6-906A-42411CEC40B2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8323C44-79D1-FE64-EE56-3622D8A6B53B}"/>
                </a:ext>
              </a:extLst>
            </p:cNvPr>
            <p:cNvSpPr/>
            <p:nvPr/>
          </p:nvSpPr>
          <p:spPr>
            <a:xfrm>
              <a:off x="3605632" y="2113760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D7B0770C-3E25-DB7B-1018-B4837A6AAC9B}"/>
                </a:ext>
              </a:extLst>
            </p:cNvPr>
            <p:cNvGrpSpPr/>
            <p:nvPr/>
          </p:nvGrpSpPr>
          <p:grpSpPr>
            <a:xfrm>
              <a:off x="3993086" y="2665228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100" name="원통형 99">
                <a:extLst>
                  <a:ext uri="{FF2B5EF4-FFF2-40B4-BE49-F238E27FC236}">
                    <a16:creationId xmlns:a16="http://schemas.microsoft.com/office/drawing/2014/main" id="{653A55FA-E3F7-81C0-3B6D-A15F8C7C094C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1" name="원통형 100">
                <a:extLst>
                  <a:ext uri="{FF2B5EF4-FFF2-40B4-BE49-F238E27FC236}">
                    <a16:creationId xmlns:a16="http://schemas.microsoft.com/office/drawing/2014/main" id="{7DDDCD55-6033-ADF6-37EC-B668CC3C661F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2" name="원통형 101">
                <a:extLst>
                  <a:ext uri="{FF2B5EF4-FFF2-40B4-BE49-F238E27FC236}">
                    <a16:creationId xmlns:a16="http://schemas.microsoft.com/office/drawing/2014/main" id="{46D70B5C-BB00-D22A-EFF2-EDC09FDDE8A6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2EBE42B-B9FC-D2C5-A705-25B8D18539F9}"/>
                </a:ext>
              </a:extLst>
            </p:cNvPr>
            <p:cNvSpPr txBox="1"/>
            <p:nvPr/>
          </p:nvSpPr>
          <p:spPr>
            <a:xfrm>
              <a:off x="1221270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E614B87-451A-8DC6-F478-3455B51BAA3E}"/>
                </a:ext>
              </a:extLst>
            </p:cNvPr>
            <p:cNvSpPr txBox="1"/>
            <p:nvPr/>
          </p:nvSpPr>
          <p:spPr>
            <a:xfrm>
              <a:off x="4016904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44BE885-5E25-3D4C-072F-6BEB3BEAC278}"/>
                </a:ext>
              </a:extLst>
            </p:cNvPr>
            <p:cNvSpPr txBox="1"/>
            <p:nvPr/>
          </p:nvSpPr>
          <p:spPr>
            <a:xfrm>
              <a:off x="2621543" y="2812405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24A688FC-7D98-DB12-1286-0B7F1A9662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746" y="2668056"/>
              <a:ext cx="461317" cy="2828"/>
            </a:xfrm>
            <a:prstGeom prst="lin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758A6CF7-40E5-41D5-3ED9-33AF874BA303}"/>
                </a:ext>
              </a:extLst>
            </p:cNvPr>
            <p:cNvCxnSpPr/>
            <p:nvPr/>
          </p:nvCxnSpPr>
          <p:spPr>
            <a:xfrm flipV="1">
              <a:off x="3150681" y="2661642"/>
              <a:ext cx="461317" cy="2828"/>
            </a:xfrm>
            <a:prstGeom prst="lin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3359CC85-1383-9DD7-C19D-09DB39FEFE2B}"/>
              </a:ext>
            </a:extLst>
          </p:cNvPr>
          <p:cNvSpPr txBox="1"/>
          <p:nvPr/>
        </p:nvSpPr>
        <p:spPr>
          <a:xfrm>
            <a:off x="310275" y="1442214"/>
            <a:ext cx="4987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전통적인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MPP 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아키텍처는 각 노드가 자신의 데이터 영역과 강력하게 결합된 형태</a:t>
            </a:r>
            <a:endParaRPr lang="en-US" altLang="ko-KR" sz="1500" dirty="0">
              <a:solidFill>
                <a:schemeClr val="bg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altLang="ko-KR" sz="1500" dirty="0">
              <a:solidFill>
                <a:schemeClr val="bg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영역만 확장이 매우 제약적이거나 불가능</a:t>
            </a:r>
            <a:endParaRPr lang="en-US" altLang="ko-KR" sz="1500" dirty="0">
              <a:solidFill>
                <a:schemeClr val="bg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E721750-6B4A-86DC-A6F3-F24A9946A396}"/>
              </a:ext>
            </a:extLst>
          </p:cNvPr>
          <p:cNvSpPr txBox="1"/>
          <p:nvPr/>
        </p:nvSpPr>
        <p:spPr>
          <a:xfrm>
            <a:off x="6893800" y="1442214"/>
            <a:ext cx="4987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500" dirty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Vertica Eon</a:t>
            </a: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은 각 노드가 아닌 </a:t>
            </a:r>
            <a:br>
              <a:rPr lang="en-US" altLang="ko-KR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원격 공용 저장소에 영구 데이터 저장</a:t>
            </a: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500" dirty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컴퓨팅 노드와 무관하게 오브젝트 스토리지만 확장 지원</a:t>
            </a:r>
            <a:endParaRPr lang="en-US" altLang="ko-KR" sz="1500" dirty="0">
              <a:solidFill>
                <a:srgbClr val="C0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1D5E335C-7D79-E581-3189-520C3C9488B3}"/>
              </a:ext>
            </a:extLst>
          </p:cNvPr>
          <p:cNvCxnSpPr/>
          <p:nvPr/>
        </p:nvCxnSpPr>
        <p:spPr>
          <a:xfrm>
            <a:off x="7594600" y="4419600"/>
            <a:ext cx="367100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813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906F6-F2F4-5AEA-6EBC-CA12D5DBF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컴퓨팅과 분리된 스토리지 확장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B5AE4EA-FFDF-188B-7FB8-61F9FED94267}"/>
              </a:ext>
            </a:extLst>
          </p:cNvPr>
          <p:cNvCxnSpPr>
            <a:cxnSpLocks/>
          </p:cNvCxnSpPr>
          <p:nvPr/>
        </p:nvCxnSpPr>
        <p:spPr>
          <a:xfrm>
            <a:off x="7454571" y="4899226"/>
            <a:ext cx="198127" cy="7847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AA15B14-9A9C-48D9-1C62-FDB012BC8561}"/>
              </a:ext>
            </a:extLst>
          </p:cNvPr>
          <p:cNvCxnSpPr>
            <a:cxnSpLocks/>
          </p:cNvCxnSpPr>
          <p:nvPr/>
        </p:nvCxnSpPr>
        <p:spPr>
          <a:xfrm flipH="1">
            <a:off x="8476468" y="4593189"/>
            <a:ext cx="192124" cy="7734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A8CB369-FB96-2A7A-3DE8-62F6B2C015BF}"/>
              </a:ext>
            </a:extLst>
          </p:cNvPr>
          <p:cNvGrpSpPr/>
          <p:nvPr/>
        </p:nvGrpSpPr>
        <p:grpSpPr>
          <a:xfrm>
            <a:off x="7543216" y="3026942"/>
            <a:ext cx="3736369" cy="1115738"/>
            <a:chOff x="7543216" y="2119689"/>
            <a:chExt cx="3736369" cy="11157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2A779C8-FBFF-6D8B-0DFD-46EB4D7075EC}"/>
                </a:ext>
              </a:extLst>
            </p:cNvPr>
            <p:cNvSpPr/>
            <p:nvPr/>
          </p:nvSpPr>
          <p:spPr>
            <a:xfrm>
              <a:off x="7543216" y="2119689"/>
              <a:ext cx="933252" cy="110859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sp>
          <p:nvSpPr>
            <p:cNvPr id="51" name="원통형 50">
              <a:extLst>
                <a:ext uri="{FF2B5EF4-FFF2-40B4-BE49-F238E27FC236}">
                  <a16:creationId xmlns:a16="http://schemas.microsoft.com/office/drawing/2014/main" id="{DBAFC1A2-829E-200D-EB66-4389D572517B}"/>
                </a:ext>
              </a:extLst>
            </p:cNvPr>
            <p:cNvSpPr/>
            <p:nvPr/>
          </p:nvSpPr>
          <p:spPr>
            <a:xfrm>
              <a:off x="7930671" y="2849766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283FED0-44CE-2B47-3DFF-FAB683E09AE6}"/>
                </a:ext>
              </a:extLst>
            </p:cNvPr>
            <p:cNvSpPr/>
            <p:nvPr/>
          </p:nvSpPr>
          <p:spPr>
            <a:xfrm>
              <a:off x="8960641" y="2126836"/>
              <a:ext cx="933252" cy="110859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84EB563-C06C-4BBA-21A7-B80D38E3372A}"/>
                </a:ext>
              </a:extLst>
            </p:cNvPr>
            <p:cNvSpPr/>
            <p:nvPr/>
          </p:nvSpPr>
          <p:spPr>
            <a:xfrm>
              <a:off x="10332354" y="2119689"/>
              <a:ext cx="933252" cy="110859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EDD89C6-493A-6485-1940-3644D1A3265F}"/>
                </a:ext>
              </a:extLst>
            </p:cNvPr>
            <p:cNvSpPr txBox="1"/>
            <p:nvPr/>
          </p:nvSpPr>
          <p:spPr>
            <a:xfrm>
              <a:off x="7860063" y="2907809"/>
              <a:ext cx="6447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solidFill>
                    <a:srgbClr val="000000"/>
                  </a:solidFill>
                </a:rPr>
                <a:t>Cache</a:t>
              </a:r>
            </a:p>
          </p:txBody>
        </p:sp>
        <p:sp>
          <p:nvSpPr>
            <p:cNvPr id="55" name="원통형 54">
              <a:extLst>
                <a:ext uri="{FF2B5EF4-FFF2-40B4-BE49-F238E27FC236}">
                  <a16:creationId xmlns:a16="http://schemas.microsoft.com/office/drawing/2014/main" id="{EB0DAE44-82FE-6348-B725-C4E69E848875}"/>
                </a:ext>
              </a:extLst>
            </p:cNvPr>
            <p:cNvSpPr/>
            <p:nvPr/>
          </p:nvSpPr>
          <p:spPr>
            <a:xfrm>
              <a:off x="9336006" y="2850748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F376D9-418E-76B9-3818-3FC70C38E891}"/>
                </a:ext>
              </a:extLst>
            </p:cNvPr>
            <p:cNvSpPr txBox="1"/>
            <p:nvPr/>
          </p:nvSpPr>
          <p:spPr>
            <a:xfrm>
              <a:off x="9273221" y="2908791"/>
              <a:ext cx="6447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altLang="ko-KR" sz="1200" b="1" dirty="0">
                  <a:solidFill>
                    <a:srgbClr val="000000"/>
                  </a:solidFill>
                </a:rPr>
                <a:t>Cache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원통형 56">
              <a:extLst>
                <a:ext uri="{FF2B5EF4-FFF2-40B4-BE49-F238E27FC236}">
                  <a16:creationId xmlns:a16="http://schemas.microsoft.com/office/drawing/2014/main" id="{508675D7-4646-A069-C0C7-F27B2DFD762C}"/>
                </a:ext>
              </a:extLst>
            </p:cNvPr>
            <p:cNvSpPr/>
            <p:nvPr/>
          </p:nvSpPr>
          <p:spPr>
            <a:xfrm>
              <a:off x="10705465" y="285728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D1DD23D-1F24-073F-25B3-CFAD124E3841}"/>
                </a:ext>
              </a:extLst>
            </p:cNvPr>
            <p:cNvSpPr txBox="1"/>
            <p:nvPr/>
          </p:nvSpPr>
          <p:spPr>
            <a:xfrm>
              <a:off x="10634857" y="2915323"/>
              <a:ext cx="6447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altLang="ko-KR" sz="1200" b="1" dirty="0">
                  <a:solidFill>
                    <a:srgbClr val="000000"/>
                  </a:solidFill>
                </a:rPr>
                <a:t>Cache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4551C555-BF07-B2C5-E8A5-C905B701B67E}"/>
                </a:ext>
              </a:extLst>
            </p:cNvPr>
            <p:cNvCxnSpPr/>
            <p:nvPr/>
          </p:nvCxnSpPr>
          <p:spPr>
            <a:xfrm flipV="1">
              <a:off x="8482834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01402AF9-17ED-6B6B-5534-188A41ADA87F}"/>
                </a:ext>
              </a:extLst>
            </p:cNvPr>
            <p:cNvCxnSpPr/>
            <p:nvPr/>
          </p:nvCxnSpPr>
          <p:spPr>
            <a:xfrm flipV="1">
              <a:off x="9878569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2" name="사다리꼴 141">
            <a:extLst>
              <a:ext uri="{FF2B5EF4-FFF2-40B4-BE49-F238E27FC236}">
                <a16:creationId xmlns:a16="http://schemas.microsoft.com/office/drawing/2014/main" id="{AB30A74C-5A6F-B4CA-184D-C60027DD98A2}"/>
              </a:ext>
            </a:extLst>
          </p:cNvPr>
          <p:cNvSpPr/>
          <p:nvPr/>
        </p:nvSpPr>
        <p:spPr>
          <a:xfrm rot="10800000">
            <a:off x="8917357" y="5131023"/>
            <a:ext cx="1094386" cy="826083"/>
          </a:xfrm>
          <a:prstGeom prst="trapezoid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3017081A-94E2-50EC-6D84-2354BCBEE742}"/>
              </a:ext>
            </a:extLst>
          </p:cNvPr>
          <p:cNvGrpSpPr/>
          <p:nvPr/>
        </p:nvGrpSpPr>
        <p:grpSpPr>
          <a:xfrm>
            <a:off x="8837792" y="4766074"/>
            <a:ext cx="1253518" cy="860030"/>
            <a:chOff x="8760623" y="3825720"/>
            <a:chExt cx="1253518" cy="6178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5" name="사다리꼴 64">
              <a:extLst>
                <a:ext uri="{FF2B5EF4-FFF2-40B4-BE49-F238E27FC236}">
                  <a16:creationId xmlns:a16="http://schemas.microsoft.com/office/drawing/2014/main" id="{7519078C-85D6-58F6-7BDD-CC7D7B11A511}"/>
                </a:ext>
              </a:extLst>
            </p:cNvPr>
            <p:cNvSpPr/>
            <p:nvPr/>
          </p:nvSpPr>
          <p:spPr>
            <a:xfrm rot="10800000">
              <a:off x="8760623" y="3825720"/>
              <a:ext cx="1253518" cy="617856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5D5C0BF-699E-F330-A9CB-3EA06E875F10}"/>
                </a:ext>
              </a:extLst>
            </p:cNvPr>
            <p:cNvSpPr txBox="1"/>
            <p:nvPr/>
          </p:nvSpPr>
          <p:spPr>
            <a:xfrm>
              <a:off x="9131773" y="3980290"/>
              <a:ext cx="558809" cy="3153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Object</a:t>
              </a:r>
              <a:br>
                <a:rPr lang="en-GB" sz="1200" b="1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Store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90763E93-2880-A9C2-5239-39FBF14F4728}"/>
              </a:ext>
            </a:extLst>
          </p:cNvPr>
          <p:cNvGrpSpPr/>
          <p:nvPr/>
        </p:nvGrpSpPr>
        <p:grpSpPr>
          <a:xfrm>
            <a:off x="943043" y="3021013"/>
            <a:ext cx="3722390" cy="1111420"/>
            <a:chOff x="816494" y="2113760"/>
            <a:chExt cx="3722390" cy="1111420"/>
          </a:xfrm>
          <a:solidFill>
            <a:schemeClr val="bg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40836539-69A2-D682-44BE-996A4EFCD2F2}"/>
                </a:ext>
              </a:extLst>
            </p:cNvPr>
            <p:cNvSpPr/>
            <p:nvPr/>
          </p:nvSpPr>
          <p:spPr>
            <a:xfrm>
              <a:off x="816494" y="2116588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sz="1200" b="1" dirty="0"/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06733005-3744-4F6C-F03E-FC891B219D26}"/>
                </a:ext>
              </a:extLst>
            </p:cNvPr>
            <p:cNvGrpSpPr/>
            <p:nvPr/>
          </p:nvGrpSpPr>
          <p:grpSpPr>
            <a:xfrm>
              <a:off x="1203949" y="2668056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85" name="원통형 84">
                <a:extLst>
                  <a:ext uri="{FF2B5EF4-FFF2-40B4-BE49-F238E27FC236}">
                    <a16:creationId xmlns:a16="http://schemas.microsoft.com/office/drawing/2014/main" id="{B18339BE-811A-D24F-8BA4-E53AE9651665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원통형 85">
                <a:extLst>
                  <a:ext uri="{FF2B5EF4-FFF2-40B4-BE49-F238E27FC236}">
                    <a16:creationId xmlns:a16="http://schemas.microsoft.com/office/drawing/2014/main" id="{6515A94E-8472-B2B7-FF3E-57A1189CB697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원통형 86">
                <a:extLst>
                  <a:ext uri="{FF2B5EF4-FFF2-40B4-BE49-F238E27FC236}">
                    <a16:creationId xmlns:a16="http://schemas.microsoft.com/office/drawing/2014/main" id="{A7D843BC-316F-BCD7-4AEF-A99C7B5DC047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8C46141D-B6DD-28F9-71AA-C5DE0332DF31}"/>
                </a:ext>
              </a:extLst>
            </p:cNvPr>
            <p:cNvSpPr/>
            <p:nvPr/>
          </p:nvSpPr>
          <p:spPr>
            <a:xfrm>
              <a:off x="2211063" y="2113760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140A419E-8B7A-97CB-954B-EA30A66FDE7F}"/>
                </a:ext>
              </a:extLst>
            </p:cNvPr>
            <p:cNvGrpSpPr/>
            <p:nvPr/>
          </p:nvGrpSpPr>
          <p:grpSpPr>
            <a:xfrm>
              <a:off x="2598518" y="2665228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82" name="원통형 81">
                <a:extLst>
                  <a:ext uri="{FF2B5EF4-FFF2-40B4-BE49-F238E27FC236}">
                    <a16:creationId xmlns:a16="http://schemas.microsoft.com/office/drawing/2014/main" id="{F531013C-E697-A805-1A6B-D272F50A864F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3" name="원통형 82">
                <a:extLst>
                  <a:ext uri="{FF2B5EF4-FFF2-40B4-BE49-F238E27FC236}">
                    <a16:creationId xmlns:a16="http://schemas.microsoft.com/office/drawing/2014/main" id="{58191025-9BFB-AA39-E9DA-F8653A177F25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원통형 83">
                <a:extLst>
                  <a:ext uri="{FF2B5EF4-FFF2-40B4-BE49-F238E27FC236}">
                    <a16:creationId xmlns:a16="http://schemas.microsoft.com/office/drawing/2014/main" id="{B3168105-7F09-4297-CABB-54D6A56ED84C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B61771CC-E155-71CE-E168-8583612FAF50}"/>
                </a:ext>
              </a:extLst>
            </p:cNvPr>
            <p:cNvSpPr/>
            <p:nvPr/>
          </p:nvSpPr>
          <p:spPr>
            <a:xfrm>
              <a:off x="3605632" y="2113760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F4A541FF-F1AF-F401-C2C7-BA222A57BBE7}"/>
                </a:ext>
              </a:extLst>
            </p:cNvPr>
            <p:cNvGrpSpPr/>
            <p:nvPr/>
          </p:nvGrpSpPr>
          <p:grpSpPr>
            <a:xfrm>
              <a:off x="3993086" y="2665228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79" name="원통형 78">
                <a:extLst>
                  <a:ext uri="{FF2B5EF4-FFF2-40B4-BE49-F238E27FC236}">
                    <a16:creationId xmlns:a16="http://schemas.microsoft.com/office/drawing/2014/main" id="{7D0491A8-845D-243A-0215-829E871C1179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원통형 79">
                <a:extLst>
                  <a:ext uri="{FF2B5EF4-FFF2-40B4-BE49-F238E27FC236}">
                    <a16:creationId xmlns:a16="http://schemas.microsoft.com/office/drawing/2014/main" id="{D0AEA060-B7D9-F6E2-DECF-D8A59EB81EAE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원통형 80">
                <a:extLst>
                  <a:ext uri="{FF2B5EF4-FFF2-40B4-BE49-F238E27FC236}">
                    <a16:creationId xmlns:a16="http://schemas.microsoft.com/office/drawing/2014/main" id="{876A801F-8FD9-5F1F-AE9D-0963FC9E2089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EF1C0F3-0FD7-2004-ABD5-11BBC6A919D2}"/>
                </a:ext>
              </a:extLst>
            </p:cNvPr>
            <p:cNvSpPr txBox="1"/>
            <p:nvPr/>
          </p:nvSpPr>
          <p:spPr>
            <a:xfrm>
              <a:off x="1221270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D9C774E-6444-E9BF-BEAF-92A32C1A00A7}"/>
                </a:ext>
              </a:extLst>
            </p:cNvPr>
            <p:cNvSpPr txBox="1"/>
            <p:nvPr/>
          </p:nvSpPr>
          <p:spPr>
            <a:xfrm>
              <a:off x="4016904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EDBBB78-3A56-313B-F5B6-C664FCA15131}"/>
                </a:ext>
              </a:extLst>
            </p:cNvPr>
            <p:cNvSpPr txBox="1"/>
            <p:nvPr/>
          </p:nvSpPr>
          <p:spPr>
            <a:xfrm>
              <a:off x="2621543" y="2812405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ADEF6CC4-B450-776A-36FD-D5652AF85A65}"/>
                </a:ext>
              </a:extLst>
            </p:cNvPr>
            <p:cNvCxnSpPr/>
            <p:nvPr/>
          </p:nvCxnSpPr>
          <p:spPr>
            <a:xfrm flipV="1">
              <a:off x="1749746" y="2668056"/>
              <a:ext cx="461317" cy="2828"/>
            </a:xfrm>
            <a:prstGeom prst="lin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6E56AE39-EC51-E582-EF1E-C326BBBB063D}"/>
                </a:ext>
              </a:extLst>
            </p:cNvPr>
            <p:cNvCxnSpPr/>
            <p:nvPr/>
          </p:nvCxnSpPr>
          <p:spPr>
            <a:xfrm flipV="1">
              <a:off x="3150681" y="2661642"/>
              <a:ext cx="461317" cy="2828"/>
            </a:xfrm>
            <a:prstGeom prst="lin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1D352B43-28DD-CECF-D287-619A10DBF5B7}"/>
              </a:ext>
            </a:extLst>
          </p:cNvPr>
          <p:cNvGrpSpPr/>
          <p:nvPr/>
        </p:nvGrpSpPr>
        <p:grpSpPr>
          <a:xfrm>
            <a:off x="943043" y="4308428"/>
            <a:ext cx="3722390" cy="1111420"/>
            <a:chOff x="816494" y="2113760"/>
            <a:chExt cx="3722390" cy="1111420"/>
          </a:xfrm>
          <a:solidFill>
            <a:schemeClr val="bg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C9A2B022-EF46-ABF9-1546-63CFE6B44A82}"/>
                </a:ext>
              </a:extLst>
            </p:cNvPr>
            <p:cNvSpPr/>
            <p:nvPr/>
          </p:nvSpPr>
          <p:spPr>
            <a:xfrm>
              <a:off x="816494" y="2116588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36B0C8EF-1298-5A63-275F-8E74D65F6CA5}"/>
                </a:ext>
              </a:extLst>
            </p:cNvPr>
            <p:cNvGrpSpPr/>
            <p:nvPr/>
          </p:nvGrpSpPr>
          <p:grpSpPr>
            <a:xfrm>
              <a:off x="1203949" y="2668056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106" name="원통형 105">
                <a:extLst>
                  <a:ext uri="{FF2B5EF4-FFF2-40B4-BE49-F238E27FC236}">
                    <a16:creationId xmlns:a16="http://schemas.microsoft.com/office/drawing/2014/main" id="{695473F7-9C8C-8819-0A94-A00E40BF5CD2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7" name="원통형 106">
                <a:extLst>
                  <a:ext uri="{FF2B5EF4-FFF2-40B4-BE49-F238E27FC236}">
                    <a16:creationId xmlns:a16="http://schemas.microsoft.com/office/drawing/2014/main" id="{8808D2DB-9364-FE10-5657-50D97A5A25F5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8" name="원통형 107">
                <a:extLst>
                  <a:ext uri="{FF2B5EF4-FFF2-40B4-BE49-F238E27FC236}">
                    <a16:creationId xmlns:a16="http://schemas.microsoft.com/office/drawing/2014/main" id="{0B18C5A5-8BCB-7D2A-E438-C30CA823390F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8BFD8AD-615A-F7B2-8295-145BF8619F32}"/>
                </a:ext>
              </a:extLst>
            </p:cNvPr>
            <p:cNvSpPr/>
            <p:nvPr/>
          </p:nvSpPr>
          <p:spPr>
            <a:xfrm>
              <a:off x="2211063" y="2113760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DFDA8B8A-0D85-6498-BA32-3C083F5F66B6}"/>
                </a:ext>
              </a:extLst>
            </p:cNvPr>
            <p:cNvGrpSpPr/>
            <p:nvPr/>
          </p:nvGrpSpPr>
          <p:grpSpPr>
            <a:xfrm>
              <a:off x="2598518" y="2665228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103" name="원통형 102">
                <a:extLst>
                  <a:ext uri="{FF2B5EF4-FFF2-40B4-BE49-F238E27FC236}">
                    <a16:creationId xmlns:a16="http://schemas.microsoft.com/office/drawing/2014/main" id="{2B5DE566-C9B7-1B87-3A44-F9D83A5BB628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4" name="원통형 103">
                <a:extLst>
                  <a:ext uri="{FF2B5EF4-FFF2-40B4-BE49-F238E27FC236}">
                    <a16:creationId xmlns:a16="http://schemas.microsoft.com/office/drawing/2014/main" id="{72F8A30A-8D23-2756-7C6F-9E16642438E3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5" name="원통형 104">
                <a:extLst>
                  <a:ext uri="{FF2B5EF4-FFF2-40B4-BE49-F238E27FC236}">
                    <a16:creationId xmlns:a16="http://schemas.microsoft.com/office/drawing/2014/main" id="{046EBD0A-2428-58E6-906A-42411CEC40B2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8323C44-79D1-FE64-EE56-3622D8A6B53B}"/>
                </a:ext>
              </a:extLst>
            </p:cNvPr>
            <p:cNvSpPr/>
            <p:nvPr/>
          </p:nvSpPr>
          <p:spPr>
            <a:xfrm>
              <a:off x="3605632" y="2113760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D7B0770C-3E25-DB7B-1018-B4837A6AAC9B}"/>
                </a:ext>
              </a:extLst>
            </p:cNvPr>
            <p:cNvGrpSpPr/>
            <p:nvPr/>
          </p:nvGrpSpPr>
          <p:grpSpPr>
            <a:xfrm>
              <a:off x="3993086" y="2665228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100" name="원통형 99">
                <a:extLst>
                  <a:ext uri="{FF2B5EF4-FFF2-40B4-BE49-F238E27FC236}">
                    <a16:creationId xmlns:a16="http://schemas.microsoft.com/office/drawing/2014/main" id="{653A55FA-E3F7-81C0-3B6D-A15F8C7C094C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1" name="원통형 100">
                <a:extLst>
                  <a:ext uri="{FF2B5EF4-FFF2-40B4-BE49-F238E27FC236}">
                    <a16:creationId xmlns:a16="http://schemas.microsoft.com/office/drawing/2014/main" id="{7DDDCD55-6033-ADF6-37EC-B668CC3C661F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2" name="원통형 101">
                <a:extLst>
                  <a:ext uri="{FF2B5EF4-FFF2-40B4-BE49-F238E27FC236}">
                    <a16:creationId xmlns:a16="http://schemas.microsoft.com/office/drawing/2014/main" id="{46D70B5C-BB00-D22A-EFF2-EDC09FDDE8A6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2EBE42B-B9FC-D2C5-A705-25B8D18539F9}"/>
                </a:ext>
              </a:extLst>
            </p:cNvPr>
            <p:cNvSpPr txBox="1"/>
            <p:nvPr/>
          </p:nvSpPr>
          <p:spPr>
            <a:xfrm>
              <a:off x="1221270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E614B87-451A-8DC6-F478-3455B51BAA3E}"/>
                </a:ext>
              </a:extLst>
            </p:cNvPr>
            <p:cNvSpPr txBox="1"/>
            <p:nvPr/>
          </p:nvSpPr>
          <p:spPr>
            <a:xfrm>
              <a:off x="4016904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44BE885-5E25-3D4C-072F-6BEB3BEAC278}"/>
                </a:ext>
              </a:extLst>
            </p:cNvPr>
            <p:cNvSpPr txBox="1"/>
            <p:nvPr/>
          </p:nvSpPr>
          <p:spPr>
            <a:xfrm>
              <a:off x="2621543" y="2812405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24A688FC-7D98-DB12-1286-0B7F1A9662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746" y="2668056"/>
              <a:ext cx="461317" cy="2828"/>
            </a:xfrm>
            <a:prstGeom prst="lin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758A6CF7-40E5-41D5-3ED9-33AF874BA303}"/>
                </a:ext>
              </a:extLst>
            </p:cNvPr>
            <p:cNvCxnSpPr/>
            <p:nvPr/>
          </p:nvCxnSpPr>
          <p:spPr>
            <a:xfrm flipV="1">
              <a:off x="3150681" y="2661642"/>
              <a:ext cx="461317" cy="2828"/>
            </a:xfrm>
            <a:prstGeom prst="lin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3359CC85-1383-9DD7-C19D-09DB39FEFE2B}"/>
              </a:ext>
            </a:extLst>
          </p:cNvPr>
          <p:cNvSpPr txBox="1"/>
          <p:nvPr/>
        </p:nvSpPr>
        <p:spPr>
          <a:xfrm>
            <a:off x="310275" y="1442214"/>
            <a:ext cx="4987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전통적인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MPP 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아키텍처는 각 노드가 자신의 데이터 영역과 강력하게 결합된 형태</a:t>
            </a:r>
            <a:endParaRPr lang="en-US" altLang="ko-KR" sz="1500" dirty="0">
              <a:solidFill>
                <a:schemeClr val="bg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altLang="ko-KR" sz="1500" dirty="0">
              <a:solidFill>
                <a:schemeClr val="bg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영역만 확장이 매우 제약적이거나 불가능</a:t>
            </a:r>
            <a:endParaRPr lang="en-US" altLang="ko-KR" sz="1500" dirty="0">
              <a:solidFill>
                <a:schemeClr val="bg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E721750-6B4A-86DC-A6F3-F24A9946A396}"/>
              </a:ext>
            </a:extLst>
          </p:cNvPr>
          <p:cNvSpPr txBox="1"/>
          <p:nvPr/>
        </p:nvSpPr>
        <p:spPr>
          <a:xfrm>
            <a:off x="6893800" y="1442214"/>
            <a:ext cx="4987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500" dirty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Vertica Eon</a:t>
            </a: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은 각 노드가 아닌 </a:t>
            </a:r>
            <a:br>
              <a:rPr lang="en-US" altLang="ko-KR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원격 공용 저장소에 영구 데이터 저장</a:t>
            </a: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500" dirty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컴퓨팅 노드와 무관하게 오브젝트 스토리지만 확장 지원</a:t>
            </a:r>
            <a:endParaRPr lang="en-US" altLang="ko-KR" sz="1500" dirty="0">
              <a:solidFill>
                <a:srgbClr val="C0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1D5E335C-7D79-E581-3189-520C3C9488B3}"/>
              </a:ext>
            </a:extLst>
          </p:cNvPr>
          <p:cNvCxnSpPr/>
          <p:nvPr/>
        </p:nvCxnSpPr>
        <p:spPr>
          <a:xfrm>
            <a:off x="7594600" y="4419600"/>
            <a:ext cx="367100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190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906F6-F2F4-5AEA-6EBC-CA12D5DBF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컴퓨팅과 분리된 스토리지 확장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B5AE4EA-FFDF-188B-7FB8-61F9FED94267}"/>
              </a:ext>
            </a:extLst>
          </p:cNvPr>
          <p:cNvCxnSpPr>
            <a:cxnSpLocks/>
          </p:cNvCxnSpPr>
          <p:nvPr/>
        </p:nvCxnSpPr>
        <p:spPr>
          <a:xfrm>
            <a:off x="7454571" y="4899226"/>
            <a:ext cx="198127" cy="7847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AA15B14-9A9C-48D9-1C62-FDB012BC8561}"/>
              </a:ext>
            </a:extLst>
          </p:cNvPr>
          <p:cNvCxnSpPr>
            <a:cxnSpLocks/>
          </p:cNvCxnSpPr>
          <p:nvPr/>
        </p:nvCxnSpPr>
        <p:spPr>
          <a:xfrm flipH="1">
            <a:off x="8476468" y="4593189"/>
            <a:ext cx="192124" cy="7734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A8CB369-FB96-2A7A-3DE8-62F6B2C015BF}"/>
              </a:ext>
            </a:extLst>
          </p:cNvPr>
          <p:cNvGrpSpPr/>
          <p:nvPr/>
        </p:nvGrpSpPr>
        <p:grpSpPr>
          <a:xfrm>
            <a:off x="7543216" y="3026942"/>
            <a:ext cx="3736369" cy="1115738"/>
            <a:chOff x="7543216" y="2119689"/>
            <a:chExt cx="3736369" cy="11157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2A779C8-FBFF-6D8B-0DFD-46EB4D7075EC}"/>
                </a:ext>
              </a:extLst>
            </p:cNvPr>
            <p:cNvSpPr/>
            <p:nvPr/>
          </p:nvSpPr>
          <p:spPr>
            <a:xfrm>
              <a:off x="7543216" y="2119689"/>
              <a:ext cx="933252" cy="110859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sp>
          <p:nvSpPr>
            <p:cNvPr id="51" name="원통형 50">
              <a:extLst>
                <a:ext uri="{FF2B5EF4-FFF2-40B4-BE49-F238E27FC236}">
                  <a16:creationId xmlns:a16="http://schemas.microsoft.com/office/drawing/2014/main" id="{DBAFC1A2-829E-200D-EB66-4389D572517B}"/>
                </a:ext>
              </a:extLst>
            </p:cNvPr>
            <p:cNvSpPr/>
            <p:nvPr/>
          </p:nvSpPr>
          <p:spPr>
            <a:xfrm>
              <a:off x="7930671" y="2849766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283FED0-44CE-2B47-3DFF-FAB683E09AE6}"/>
                </a:ext>
              </a:extLst>
            </p:cNvPr>
            <p:cNvSpPr/>
            <p:nvPr/>
          </p:nvSpPr>
          <p:spPr>
            <a:xfrm>
              <a:off x="8960641" y="2126836"/>
              <a:ext cx="933252" cy="110859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84EB563-C06C-4BBA-21A7-B80D38E3372A}"/>
                </a:ext>
              </a:extLst>
            </p:cNvPr>
            <p:cNvSpPr/>
            <p:nvPr/>
          </p:nvSpPr>
          <p:spPr>
            <a:xfrm>
              <a:off x="10332354" y="2119689"/>
              <a:ext cx="933252" cy="110859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EDD89C6-493A-6485-1940-3644D1A3265F}"/>
                </a:ext>
              </a:extLst>
            </p:cNvPr>
            <p:cNvSpPr txBox="1"/>
            <p:nvPr/>
          </p:nvSpPr>
          <p:spPr>
            <a:xfrm>
              <a:off x="7860063" y="2907809"/>
              <a:ext cx="6447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solidFill>
                    <a:srgbClr val="000000"/>
                  </a:solidFill>
                </a:rPr>
                <a:t>Cache</a:t>
              </a:r>
            </a:p>
          </p:txBody>
        </p:sp>
        <p:sp>
          <p:nvSpPr>
            <p:cNvPr id="55" name="원통형 54">
              <a:extLst>
                <a:ext uri="{FF2B5EF4-FFF2-40B4-BE49-F238E27FC236}">
                  <a16:creationId xmlns:a16="http://schemas.microsoft.com/office/drawing/2014/main" id="{EB0DAE44-82FE-6348-B725-C4E69E848875}"/>
                </a:ext>
              </a:extLst>
            </p:cNvPr>
            <p:cNvSpPr/>
            <p:nvPr/>
          </p:nvSpPr>
          <p:spPr>
            <a:xfrm>
              <a:off x="9336006" y="2850748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F376D9-418E-76B9-3818-3FC70C38E891}"/>
                </a:ext>
              </a:extLst>
            </p:cNvPr>
            <p:cNvSpPr txBox="1"/>
            <p:nvPr/>
          </p:nvSpPr>
          <p:spPr>
            <a:xfrm>
              <a:off x="9273221" y="2908791"/>
              <a:ext cx="6447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altLang="ko-KR" sz="1200" b="1" dirty="0">
                  <a:solidFill>
                    <a:srgbClr val="000000"/>
                  </a:solidFill>
                </a:rPr>
                <a:t>Cache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원통형 56">
              <a:extLst>
                <a:ext uri="{FF2B5EF4-FFF2-40B4-BE49-F238E27FC236}">
                  <a16:creationId xmlns:a16="http://schemas.microsoft.com/office/drawing/2014/main" id="{508675D7-4646-A069-C0C7-F27B2DFD762C}"/>
                </a:ext>
              </a:extLst>
            </p:cNvPr>
            <p:cNvSpPr/>
            <p:nvPr/>
          </p:nvSpPr>
          <p:spPr>
            <a:xfrm>
              <a:off x="10705465" y="285728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D1DD23D-1F24-073F-25B3-CFAD124E3841}"/>
                </a:ext>
              </a:extLst>
            </p:cNvPr>
            <p:cNvSpPr txBox="1"/>
            <p:nvPr/>
          </p:nvSpPr>
          <p:spPr>
            <a:xfrm>
              <a:off x="10634857" y="2915323"/>
              <a:ext cx="6447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altLang="ko-KR" sz="1200" b="1" dirty="0">
                  <a:solidFill>
                    <a:srgbClr val="000000"/>
                  </a:solidFill>
                </a:rPr>
                <a:t>Cache</a:t>
              </a:r>
              <a:endParaRPr lang="en-GB" sz="1200" b="1" dirty="0">
                <a:solidFill>
                  <a:srgbClr val="000000"/>
                </a:solidFill>
              </a:endParaRPr>
            </a:p>
          </p:txBody>
        </p: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4551C555-BF07-B2C5-E8A5-C905B701B67E}"/>
                </a:ext>
              </a:extLst>
            </p:cNvPr>
            <p:cNvCxnSpPr/>
            <p:nvPr/>
          </p:nvCxnSpPr>
          <p:spPr>
            <a:xfrm flipV="1">
              <a:off x="8482834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01402AF9-17ED-6B6B-5534-188A41ADA87F}"/>
                </a:ext>
              </a:extLst>
            </p:cNvPr>
            <p:cNvCxnSpPr/>
            <p:nvPr/>
          </p:nvCxnSpPr>
          <p:spPr>
            <a:xfrm flipV="1">
              <a:off x="9878569" y="2671156"/>
              <a:ext cx="461317" cy="2828"/>
            </a:xfrm>
            <a:prstGeom prst="line">
              <a:avLst/>
            </a:prstGeom>
            <a:solidFill>
              <a:srgbClr val="0079E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3017081A-94E2-50EC-6D84-2354BCBEE742}"/>
              </a:ext>
            </a:extLst>
          </p:cNvPr>
          <p:cNvGrpSpPr/>
          <p:nvPr/>
        </p:nvGrpSpPr>
        <p:grpSpPr>
          <a:xfrm>
            <a:off x="8837792" y="4766074"/>
            <a:ext cx="1253518" cy="860030"/>
            <a:chOff x="8760623" y="3825720"/>
            <a:chExt cx="1253518" cy="6178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5" name="사다리꼴 64">
              <a:extLst>
                <a:ext uri="{FF2B5EF4-FFF2-40B4-BE49-F238E27FC236}">
                  <a16:creationId xmlns:a16="http://schemas.microsoft.com/office/drawing/2014/main" id="{7519078C-85D6-58F6-7BDD-CC7D7B11A511}"/>
                </a:ext>
              </a:extLst>
            </p:cNvPr>
            <p:cNvSpPr/>
            <p:nvPr/>
          </p:nvSpPr>
          <p:spPr>
            <a:xfrm rot="10800000">
              <a:off x="8760623" y="3825720"/>
              <a:ext cx="1253518" cy="617856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5D5C0BF-699E-F330-A9CB-3EA06E875F10}"/>
                </a:ext>
              </a:extLst>
            </p:cNvPr>
            <p:cNvSpPr txBox="1"/>
            <p:nvPr/>
          </p:nvSpPr>
          <p:spPr>
            <a:xfrm>
              <a:off x="9131773" y="3980290"/>
              <a:ext cx="558809" cy="3153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Object</a:t>
              </a:r>
              <a:br>
                <a:rPr lang="en-GB" sz="1200" b="1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Store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90763E93-2880-A9C2-5239-39FBF14F4728}"/>
              </a:ext>
            </a:extLst>
          </p:cNvPr>
          <p:cNvGrpSpPr/>
          <p:nvPr/>
        </p:nvGrpSpPr>
        <p:grpSpPr>
          <a:xfrm>
            <a:off x="943043" y="3021013"/>
            <a:ext cx="3722390" cy="1111420"/>
            <a:chOff x="816494" y="2113760"/>
            <a:chExt cx="3722390" cy="1111420"/>
          </a:xfrm>
          <a:solidFill>
            <a:schemeClr val="bg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40836539-69A2-D682-44BE-996A4EFCD2F2}"/>
                </a:ext>
              </a:extLst>
            </p:cNvPr>
            <p:cNvSpPr/>
            <p:nvPr/>
          </p:nvSpPr>
          <p:spPr>
            <a:xfrm>
              <a:off x="816494" y="2116588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sz="1200" b="1" dirty="0"/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06733005-3744-4F6C-F03E-FC891B219D26}"/>
                </a:ext>
              </a:extLst>
            </p:cNvPr>
            <p:cNvGrpSpPr/>
            <p:nvPr/>
          </p:nvGrpSpPr>
          <p:grpSpPr>
            <a:xfrm>
              <a:off x="1203949" y="2668056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85" name="원통형 84">
                <a:extLst>
                  <a:ext uri="{FF2B5EF4-FFF2-40B4-BE49-F238E27FC236}">
                    <a16:creationId xmlns:a16="http://schemas.microsoft.com/office/drawing/2014/main" id="{B18339BE-811A-D24F-8BA4-E53AE9651665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원통형 85">
                <a:extLst>
                  <a:ext uri="{FF2B5EF4-FFF2-40B4-BE49-F238E27FC236}">
                    <a16:creationId xmlns:a16="http://schemas.microsoft.com/office/drawing/2014/main" id="{6515A94E-8472-B2B7-FF3E-57A1189CB697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원통형 86">
                <a:extLst>
                  <a:ext uri="{FF2B5EF4-FFF2-40B4-BE49-F238E27FC236}">
                    <a16:creationId xmlns:a16="http://schemas.microsoft.com/office/drawing/2014/main" id="{A7D843BC-316F-BCD7-4AEF-A99C7B5DC047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8C46141D-B6DD-28F9-71AA-C5DE0332DF31}"/>
                </a:ext>
              </a:extLst>
            </p:cNvPr>
            <p:cNvSpPr/>
            <p:nvPr/>
          </p:nvSpPr>
          <p:spPr>
            <a:xfrm>
              <a:off x="2211063" y="2113760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140A419E-8B7A-97CB-954B-EA30A66FDE7F}"/>
                </a:ext>
              </a:extLst>
            </p:cNvPr>
            <p:cNvGrpSpPr/>
            <p:nvPr/>
          </p:nvGrpSpPr>
          <p:grpSpPr>
            <a:xfrm>
              <a:off x="2598518" y="2665228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82" name="원통형 81">
                <a:extLst>
                  <a:ext uri="{FF2B5EF4-FFF2-40B4-BE49-F238E27FC236}">
                    <a16:creationId xmlns:a16="http://schemas.microsoft.com/office/drawing/2014/main" id="{F531013C-E697-A805-1A6B-D272F50A864F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3" name="원통형 82">
                <a:extLst>
                  <a:ext uri="{FF2B5EF4-FFF2-40B4-BE49-F238E27FC236}">
                    <a16:creationId xmlns:a16="http://schemas.microsoft.com/office/drawing/2014/main" id="{58191025-9BFB-AA39-E9DA-F8653A177F25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원통형 83">
                <a:extLst>
                  <a:ext uri="{FF2B5EF4-FFF2-40B4-BE49-F238E27FC236}">
                    <a16:creationId xmlns:a16="http://schemas.microsoft.com/office/drawing/2014/main" id="{B3168105-7F09-4297-CABB-54D6A56ED84C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B61771CC-E155-71CE-E168-8583612FAF50}"/>
                </a:ext>
              </a:extLst>
            </p:cNvPr>
            <p:cNvSpPr/>
            <p:nvPr/>
          </p:nvSpPr>
          <p:spPr>
            <a:xfrm>
              <a:off x="3605632" y="2113760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F4A541FF-F1AF-F401-C2C7-BA222A57BBE7}"/>
                </a:ext>
              </a:extLst>
            </p:cNvPr>
            <p:cNvGrpSpPr/>
            <p:nvPr/>
          </p:nvGrpSpPr>
          <p:grpSpPr>
            <a:xfrm>
              <a:off x="3993086" y="2665228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79" name="원통형 78">
                <a:extLst>
                  <a:ext uri="{FF2B5EF4-FFF2-40B4-BE49-F238E27FC236}">
                    <a16:creationId xmlns:a16="http://schemas.microsoft.com/office/drawing/2014/main" id="{7D0491A8-845D-243A-0215-829E871C1179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원통형 79">
                <a:extLst>
                  <a:ext uri="{FF2B5EF4-FFF2-40B4-BE49-F238E27FC236}">
                    <a16:creationId xmlns:a16="http://schemas.microsoft.com/office/drawing/2014/main" id="{D0AEA060-B7D9-F6E2-DECF-D8A59EB81EAE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원통형 80">
                <a:extLst>
                  <a:ext uri="{FF2B5EF4-FFF2-40B4-BE49-F238E27FC236}">
                    <a16:creationId xmlns:a16="http://schemas.microsoft.com/office/drawing/2014/main" id="{876A801F-8FD9-5F1F-AE9D-0963FC9E2089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EF1C0F3-0FD7-2004-ABD5-11BBC6A919D2}"/>
                </a:ext>
              </a:extLst>
            </p:cNvPr>
            <p:cNvSpPr txBox="1"/>
            <p:nvPr/>
          </p:nvSpPr>
          <p:spPr>
            <a:xfrm>
              <a:off x="1221270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D9C774E-6444-E9BF-BEAF-92A32C1A00A7}"/>
                </a:ext>
              </a:extLst>
            </p:cNvPr>
            <p:cNvSpPr txBox="1"/>
            <p:nvPr/>
          </p:nvSpPr>
          <p:spPr>
            <a:xfrm>
              <a:off x="4016904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EDBBB78-3A56-313B-F5B6-C664FCA15131}"/>
                </a:ext>
              </a:extLst>
            </p:cNvPr>
            <p:cNvSpPr txBox="1"/>
            <p:nvPr/>
          </p:nvSpPr>
          <p:spPr>
            <a:xfrm>
              <a:off x="2621543" y="2812405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ADEF6CC4-B450-776A-36FD-D5652AF85A65}"/>
                </a:ext>
              </a:extLst>
            </p:cNvPr>
            <p:cNvCxnSpPr/>
            <p:nvPr/>
          </p:nvCxnSpPr>
          <p:spPr>
            <a:xfrm flipV="1">
              <a:off x="1749746" y="2668056"/>
              <a:ext cx="461317" cy="2828"/>
            </a:xfrm>
            <a:prstGeom prst="lin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6E56AE39-EC51-E582-EF1E-C326BBBB063D}"/>
                </a:ext>
              </a:extLst>
            </p:cNvPr>
            <p:cNvCxnSpPr/>
            <p:nvPr/>
          </p:nvCxnSpPr>
          <p:spPr>
            <a:xfrm flipV="1">
              <a:off x="3150681" y="2661642"/>
              <a:ext cx="461317" cy="2828"/>
            </a:xfrm>
            <a:prstGeom prst="lin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1D352B43-28DD-CECF-D287-619A10DBF5B7}"/>
              </a:ext>
            </a:extLst>
          </p:cNvPr>
          <p:cNvGrpSpPr/>
          <p:nvPr/>
        </p:nvGrpSpPr>
        <p:grpSpPr>
          <a:xfrm>
            <a:off x="943043" y="4308428"/>
            <a:ext cx="3722390" cy="1111420"/>
            <a:chOff x="816494" y="2113760"/>
            <a:chExt cx="3722390" cy="1111420"/>
          </a:xfrm>
          <a:solidFill>
            <a:schemeClr val="bg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C9A2B022-EF46-ABF9-1546-63CFE6B44A82}"/>
                </a:ext>
              </a:extLst>
            </p:cNvPr>
            <p:cNvSpPr/>
            <p:nvPr/>
          </p:nvSpPr>
          <p:spPr>
            <a:xfrm>
              <a:off x="816494" y="2116588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36B0C8EF-1298-5A63-275F-8E74D65F6CA5}"/>
                </a:ext>
              </a:extLst>
            </p:cNvPr>
            <p:cNvGrpSpPr/>
            <p:nvPr/>
          </p:nvGrpSpPr>
          <p:grpSpPr>
            <a:xfrm>
              <a:off x="1203949" y="2668056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106" name="원통형 105">
                <a:extLst>
                  <a:ext uri="{FF2B5EF4-FFF2-40B4-BE49-F238E27FC236}">
                    <a16:creationId xmlns:a16="http://schemas.microsoft.com/office/drawing/2014/main" id="{695473F7-9C8C-8819-0A94-A00E40BF5CD2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7" name="원통형 106">
                <a:extLst>
                  <a:ext uri="{FF2B5EF4-FFF2-40B4-BE49-F238E27FC236}">
                    <a16:creationId xmlns:a16="http://schemas.microsoft.com/office/drawing/2014/main" id="{8808D2DB-9364-FE10-5657-50D97A5A25F5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8" name="원통형 107">
                <a:extLst>
                  <a:ext uri="{FF2B5EF4-FFF2-40B4-BE49-F238E27FC236}">
                    <a16:creationId xmlns:a16="http://schemas.microsoft.com/office/drawing/2014/main" id="{0B18C5A5-8BCB-7D2A-E438-C30CA823390F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8BFD8AD-615A-F7B2-8295-145BF8619F32}"/>
                </a:ext>
              </a:extLst>
            </p:cNvPr>
            <p:cNvSpPr/>
            <p:nvPr/>
          </p:nvSpPr>
          <p:spPr>
            <a:xfrm>
              <a:off x="2211063" y="2113760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DFDA8B8A-0D85-6498-BA32-3C083F5F66B6}"/>
                </a:ext>
              </a:extLst>
            </p:cNvPr>
            <p:cNvGrpSpPr/>
            <p:nvPr/>
          </p:nvGrpSpPr>
          <p:grpSpPr>
            <a:xfrm>
              <a:off x="2598518" y="2665228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103" name="원통형 102">
                <a:extLst>
                  <a:ext uri="{FF2B5EF4-FFF2-40B4-BE49-F238E27FC236}">
                    <a16:creationId xmlns:a16="http://schemas.microsoft.com/office/drawing/2014/main" id="{2B5DE566-C9B7-1B87-3A44-F9D83A5BB628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4" name="원통형 103">
                <a:extLst>
                  <a:ext uri="{FF2B5EF4-FFF2-40B4-BE49-F238E27FC236}">
                    <a16:creationId xmlns:a16="http://schemas.microsoft.com/office/drawing/2014/main" id="{72F8A30A-8D23-2756-7C6F-9E16642438E3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5" name="원통형 104">
                <a:extLst>
                  <a:ext uri="{FF2B5EF4-FFF2-40B4-BE49-F238E27FC236}">
                    <a16:creationId xmlns:a16="http://schemas.microsoft.com/office/drawing/2014/main" id="{046EBD0A-2428-58E6-906A-42411CEC40B2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8323C44-79D1-FE64-EE56-3622D8A6B53B}"/>
                </a:ext>
              </a:extLst>
            </p:cNvPr>
            <p:cNvSpPr/>
            <p:nvPr/>
          </p:nvSpPr>
          <p:spPr>
            <a:xfrm>
              <a:off x="3605632" y="2113760"/>
              <a:ext cx="933252" cy="1108592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200" b="1" dirty="0"/>
                <a:t>Compute</a:t>
              </a:r>
              <a:br>
                <a:rPr lang="en-US" altLang="ko-KR" sz="1200" b="1" dirty="0"/>
              </a:br>
              <a:r>
                <a:rPr lang="en-US" altLang="ko-KR" sz="1200" b="1" dirty="0"/>
                <a:t>Node</a:t>
              </a:r>
              <a:endParaRPr lang="en-GB" altLang="ko-KR" sz="1200" b="1" dirty="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D7B0770C-3E25-DB7B-1018-B4837A6AAC9B}"/>
                </a:ext>
              </a:extLst>
            </p:cNvPr>
            <p:cNvGrpSpPr/>
            <p:nvPr/>
          </p:nvGrpSpPr>
          <p:grpSpPr>
            <a:xfrm>
              <a:off x="3993086" y="2665228"/>
              <a:ext cx="492069" cy="492079"/>
              <a:chOff x="2387600" y="2876550"/>
              <a:chExt cx="514349" cy="731400"/>
            </a:xfrm>
            <a:grpFill/>
          </p:grpSpPr>
          <p:sp>
            <p:nvSpPr>
              <p:cNvPr id="100" name="원통형 99">
                <a:extLst>
                  <a:ext uri="{FF2B5EF4-FFF2-40B4-BE49-F238E27FC236}">
                    <a16:creationId xmlns:a16="http://schemas.microsoft.com/office/drawing/2014/main" id="{653A55FA-E3F7-81C0-3B6D-A15F8C7C094C}"/>
                  </a:ext>
                </a:extLst>
              </p:cNvPr>
              <p:cNvSpPr/>
              <p:nvPr/>
            </p:nvSpPr>
            <p:spPr>
              <a:xfrm>
                <a:off x="2387600" y="33337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1" name="원통형 100">
                <a:extLst>
                  <a:ext uri="{FF2B5EF4-FFF2-40B4-BE49-F238E27FC236}">
                    <a16:creationId xmlns:a16="http://schemas.microsoft.com/office/drawing/2014/main" id="{7DDDCD55-6033-ADF6-37EC-B668CC3C661F}"/>
                  </a:ext>
                </a:extLst>
              </p:cNvPr>
              <p:cNvSpPr/>
              <p:nvPr/>
            </p:nvSpPr>
            <p:spPr>
              <a:xfrm>
                <a:off x="2387600" y="31051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2" name="원통형 101">
                <a:extLst>
                  <a:ext uri="{FF2B5EF4-FFF2-40B4-BE49-F238E27FC236}">
                    <a16:creationId xmlns:a16="http://schemas.microsoft.com/office/drawing/2014/main" id="{46D70B5C-BB00-D22A-EFF2-EDC09FDDE8A6}"/>
                  </a:ext>
                </a:extLst>
              </p:cNvPr>
              <p:cNvSpPr/>
              <p:nvPr/>
            </p:nvSpPr>
            <p:spPr>
              <a:xfrm>
                <a:off x="2387600" y="2876550"/>
                <a:ext cx="514349" cy="274200"/>
              </a:xfrm>
              <a:prstGeom prst="can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2EBE42B-B9FC-D2C5-A705-25B8D18539F9}"/>
                </a:ext>
              </a:extLst>
            </p:cNvPr>
            <p:cNvSpPr txBox="1"/>
            <p:nvPr/>
          </p:nvSpPr>
          <p:spPr>
            <a:xfrm>
              <a:off x="1221270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E614B87-451A-8DC6-F478-3455B51BAA3E}"/>
                </a:ext>
              </a:extLst>
            </p:cNvPr>
            <p:cNvSpPr txBox="1"/>
            <p:nvPr/>
          </p:nvSpPr>
          <p:spPr>
            <a:xfrm>
              <a:off x="4016904" y="2810671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44BE885-5E25-3D4C-072F-6BEB3BEAC278}"/>
                </a:ext>
              </a:extLst>
            </p:cNvPr>
            <p:cNvSpPr txBox="1"/>
            <p:nvPr/>
          </p:nvSpPr>
          <p:spPr>
            <a:xfrm>
              <a:off x="2621543" y="2812405"/>
              <a:ext cx="4619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ROS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24A688FC-7D98-DB12-1286-0B7F1A9662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746" y="2668056"/>
              <a:ext cx="461317" cy="2828"/>
            </a:xfrm>
            <a:prstGeom prst="lin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758A6CF7-40E5-41D5-3ED9-33AF874BA303}"/>
                </a:ext>
              </a:extLst>
            </p:cNvPr>
            <p:cNvCxnSpPr/>
            <p:nvPr/>
          </p:nvCxnSpPr>
          <p:spPr>
            <a:xfrm flipV="1">
              <a:off x="3150681" y="2661642"/>
              <a:ext cx="461317" cy="2828"/>
            </a:xfrm>
            <a:prstGeom prst="lin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3359CC85-1383-9DD7-C19D-09DB39FEFE2B}"/>
              </a:ext>
            </a:extLst>
          </p:cNvPr>
          <p:cNvSpPr txBox="1"/>
          <p:nvPr/>
        </p:nvSpPr>
        <p:spPr>
          <a:xfrm>
            <a:off x="310275" y="1442214"/>
            <a:ext cx="4987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전통적인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MPP 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아키텍처는 각 노드가 자신의 데이터 영역과 강력하게 결합된 형태</a:t>
            </a:r>
            <a:endParaRPr lang="en-US" altLang="ko-KR" sz="1500" dirty="0">
              <a:solidFill>
                <a:schemeClr val="bg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altLang="ko-KR" sz="1500" dirty="0">
              <a:solidFill>
                <a:schemeClr val="bg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영역만 확장이 매우 제약적이거나 불가능</a:t>
            </a:r>
            <a:endParaRPr lang="en-US" altLang="ko-KR" sz="1500" dirty="0">
              <a:solidFill>
                <a:schemeClr val="bg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E721750-6B4A-86DC-A6F3-F24A9946A396}"/>
              </a:ext>
            </a:extLst>
          </p:cNvPr>
          <p:cNvSpPr txBox="1"/>
          <p:nvPr/>
        </p:nvSpPr>
        <p:spPr>
          <a:xfrm>
            <a:off x="6893800" y="1442214"/>
            <a:ext cx="4987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500" dirty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Vertica Eon</a:t>
            </a: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은 각 노드가 아닌 </a:t>
            </a:r>
            <a:br>
              <a:rPr lang="en-US" altLang="ko-KR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원격 공용 저장소에 영구 데이터 저장</a:t>
            </a: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500" dirty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컴퓨팅 노드와 무관하게 오브젝트 스토리지만 확장 지원</a:t>
            </a:r>
            <a:endParaRPr lang="en-US" altLang="ko-KR" sz="1500" dirty="0">
              <a:solidFill>
                <a:srgbClr val="C0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1D5E335C-7D79-E581-3189-520C3C9488B3}"/>
              </a:ext>
            </a:extLst>
          </p:cNvPr>
          <p:cNvCxnSpPr/>
          <p:nvPr/>
        </p:nvCxnSpPr>
        <p:spPr>
          <a:xfrm>
            <a:off x="7594600" y="4419600"/>
            <a:ext cx="367100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656F6FE7-0367-9974-53A3-28FD054406E5}"/>
              </a:ext>
            </a:extLst>
          </p:cNvPr>
          <p:cNvGrpSpPr/>
          <p:nvPr/>
        </p:nvGrpSpPr>
        <p:grpSpPr>
          <a:xfrm>
            <a:off x="10260508" y="4766074"/>
            <a:ext cx="1253518" cy="860030"/>
            <a:chOff x="8760623" y="3825720"/>
            <a:chExt cx="1253518" cy="617856"/>
          </a:xfr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60340082-2F4A-F5F0-13D8-EC5196C6BA47}"/>
                </a:ext>
              </a:extLst>
            </p:cNvPr>
            <p:cNvSpPr/>
            <p:nvPr/>
          </p:nvSpPr>
          <p:spPr>
            <a:xfrm rot="10800000">
              <a:off x="8760623" y="3825720"/>
              <a:ext cx="1253518" cy="617856"/>
            </a:xfrm>
            <a:prstGeom prst="trapezoid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CEFB52-134A-0032-53C5-440212B1AB22}"/>
                </a:ext>
              </a:extLst>
            </p:cNvPr>
            <p:cNvSpPr txBox="1"/>
            <p:nvPr/>
          </p:nvSpPr>
          <p:spPr>
            <a:xfrm>
              <a:off x="9131773" y="3980290"/>
              <a:ext cx="558809" cy="315319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Object</a:t>
              </a:r>
              <a:br>
                <a:rPr lang="en-GB" sz="1200" b="1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Store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0131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3D41B4C-EF0C-8EA2-BCB6-35D9B1B19E2B}"/>
              </a:ext>
            </a:extLst>
          </p:cNvPr>
          <p:cNvSpPr txBox="1">
            <a:spLocks/>
          </p:cNvSpPr>
          <p:nvPr/>
        </p:nvSpPr>
        <p:spPr bwMode="auto">
          <a:xfrm>
            <a:off x="4348733" y="1955272"/>
            <a:ext cx="1092200" cy="131286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16600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GB" sz="10000" dirty="0"/>
              <a:t>“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7CA129A-ED29-1D2D-3B2C-85CE8063B4BA}"/>
              </a:ext>
            </a:extLst>
          </p:cNvPr>
          <p:cNvSpPr txBox="1">
            <a:spLocks/>
          </p:cNvSpPr>
          <p:nvPr/>
        </p:nvSpPr>
        <p:spPr bwMode="auto">
          <a:xfrm>
            <a:off x="5066284" y="2060575"/>
            <a:ext cx="6849005" cy="410527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16000" rIns="91440" bIns="45720" numCol="1" anchor="t" anchorCtr="0" compatLnSpc="1">
            <a:prstTxWarp prst="textNoShape">
              <a:avLst/>
            </a:prstTxWarp>
            <a:normAutofit fontScale="97500"/>
          </a:bodyPr>
          <a:lstStyle>
            <a:lvl1pPr algn="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1" i="0" kern="1200" baseline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5pPr>
            <a:lvl6pPr marL="609562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6pPr>
            <a:lvl7pPr marL="1219124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7pPr>
            <a:lvl8pPr marL="1828686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8pPr>
            <a:lvl9pPr marL="2438248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9pPr>
          </a:lstStyle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OS 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나 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H/W </a:t>
            </a:r>
            <a:r>
              <a:rPr lang="ko-KR" altLang="en-US" sz="2400" u="sng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종료에</a:t>
            </a:r>
            <a:r>
              <a:rPr lang="en-US" altLang="ko-KR" sz="2400" u="sng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따른 대응을 위해서는</a:t>
            </a:r>
            <a:b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 이관 작업이 필수적인데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b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중단 및 리스크를 최소화 하고 싶습니다</a:t>
            </a:r>
            <a:r>
              <a:rPr lang="en-GB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..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．</a:t>
            </a:r>
            <a:endParaRPr lang="en-GB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9422411-64F2-74A7-ACE2-AF4CA4F1B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3089" y="3181103"/>
            <a:ext cx="1092200" cy="937013"/>
          </a:xfrm>
        </p:spPr>
        <p:txBody>
          <a:bodyPr/>
          <a:lstStyle/>
          <a:p>
            <a:r>
              <a:rPr lang="en-US" sz="10000" dirty="0"/>
              <a:t>”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CFCC546-EF9B-1DA3-3E89-F9613EFBA2D8}"/>
              </a:ext>
            </a:extLst>
          </p:cNvPr>
          <p:cNvSpPr txBox="1">
            <a:spLocks/>
          </p:cNvSpPr>
          <p:nvPr/>
        </p:nvSpPr>
        <p:spPr bwMode="auto">
          <a:xfrm>
            <a:off x="815077" y="327237"/>
            <a:ext cx="9243323" cy="105177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1600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1" i="0" kern="1200" baseline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5pPr>
            <a:lvl6pPr marL="609562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6pPr>
            <a:lvl7pPr marL="1219124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7pPr>
            <a:lvl8pPr marL="1828686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8pPr>
            <a:lvl9pPr marL="2438248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9pPr>
          </a:lstStyle>
          <a:p>
            <a:pPr algn="l">
              <a:buClrTx/>
              <a:buSzTx/>
              <a:buFontTx/>
            </a:pPr>
            <a:r>
              <a:rPr lang="en-GB" sz="4000" dirty="0"/>
              <a:t>Challenge: EOS/EOL Issues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7ED002F-CA28-A3EA-7DB2-F28334121F99}"/>
              </a:ext>
            </a:extLst>
          </p:cNvPr>
          <p:cNvGrpSpPr/>
          <p:nvPr/>
        </p:nvGrpSpPr>
        <p:grpSpPr>
          <a:xfrm>
            <a:off x="129276" y="517500"/>
            <a:ext cx="546100" cy="646331"/>
            <a:chOff x="129276" y="178156"/>
            <a:chExt cx="546100" cy="646331"/>
          </a:xfrm>
        </p:grpSpPr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AD5B44F2-6F6C-3122-E855-3034A1C076E8}"/>
                </a:ext>
              </a:extLst>
            </p:cNvPr>
            <p:cNvSpPr/>
            <p:nvPr/>
          </p:nvSpPr>
          <p:spPr>
            <a:xfrm>
              <a:off x="129276" y="234490"/>
              <a:ext cx="546100" cy="470776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41376-CE80-DF6E-D7B6-A49FC4263236}"/>
                </a:ext>
              </a:extLst>
            </p:cNvPr>
            <p:cNvSpPr txBox="1"/>
            <p:nvPr/>
          </p:nvSpPr>
          <p:spPr>
            <a:xfrm>
              <a:off x="212210" y="178156"/>
              <a:ext cx="3802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GB" sz="3600" dirty="0">
                  <a:solidFill>
                    <a:srgbClr val="041042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53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3D41B4C-EF0C-8EA2-BCB6-35D9B1B19E2B}"/>
              </a:ext>
            </a:extLst>
          </p:cNvPr>
          <p:cNvSpPr txBox="1">
            <a:spLocks/>
          </p:cNvSpPr>
          <p:nvPr/>
        </p:nvSpPr>
        <p:spPr bwMode="auto">
          <a:xfrm>
            <a:off x="4348733" y="1955272"/>
            <a:ext cx="1092200" cy="131286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en-US" sz="16600" b="1" i="0" kern="1200" baseline="0" dirty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22250" indent="-21272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2pPr>
            <a:lvl3pPr marL="468000" indent="-2268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3pPr>
            <a:lvl4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4pPr>
            <a:lvl5pPr marL="666000" indent="-212400" algn="l" rtl="0" eaLnBrk="1" fontAlgn="base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+mj-lt"/>
                <a:ea typeface="ＭＳ Ｐゴシック" charset="0"/>
                <a:cs typeface="HelveticaNeueLT Std"/>
              </a:defRPr>
            </a:lvl5pPr>
            <a:lvl6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tabLst/>
              <a:defRPr lang="en-US" sz="140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666000" indent="-212400" algn="l" defTabSz="1219124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lang="en-US" sz="140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GB" sz="10000" dirty="0"/>
              <a:t>“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7CA129A-ED29-1D2D-3B2C-85CE8063B4BA}"/>
              </a:ext>
            </a:extLst>
          </p:cNvPr>
          <p:cNvSpPr txBox="1">
            <a:spLocks/>
          </p:cNvSpPr>
          <p:nvPr/>
        </p:nvSpPr>
        <p:spPr bwMode="auto">
          <a:xfrm>
            <a:off x="5066284" y="2060575"/>
            <a:ext cx="6849005" cy="410527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16000" rIns="91440" bIns="45720" numCol="1" anchor="t" anchorCtr="0" compatLnSpc="1">
            <a:prstTxWarp prst="textNoShape">
              <a:avLst/>
            </a:prstTxWarp>
            <a:normAutofit fontScale="97500"/>
          </a:bodyPr>
          <a:lstStyle>
            <a:lvl1pPr algn="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1" i="0" kern="1200" baseline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5pPr>
            <a:lvl6pPr marL="609562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6pPr>
            <a:lvl7pPr marL="1219124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7pPr>
            <a:lvl8pPr marL="1828686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8pPr>
            <a:lvl9pPr marL="2438248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9pPr>
          </a:lstStyle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회사의 전략적인 결정에 의해 </a:t>
            </a:r>
            <a:r>
              <a:rPr lang="ko-KR" altLang="en-US" sz="2400" u="sng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인프라 전환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 계획되어 있으나 데이터 플랫폼을 새로운 유형의 인프라로 전환할 엄두가 나지 않습니다</a:t>
            </a:r>
            <a:r>
              <a:rPr lang="en-GB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..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．</a:t>
            </a:r>
            <a:endParaRPr lang="en-GB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9422411-64F2-74A7-ACE2-AF4CA4F1B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91974" y="3296198"/>
            <a:ext cx="1092200" cy="937013"/>
          </a:xfrm>
        </p:spPr>
        <p:txBody>
          <a:bodyPr/>
          <a:lstStyle/>
          <a:p>
            <a:r>
              <a:rPr lang="en-US" sz="10000" dirty="0"/>
              <a:t>”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CFCC546-EF9B-1DA3-3E89-F9613EFBA2D8}"/>
              </a:ext>
            </a:extLst>
          </p:cNvPr>
          <p:cNvSpPr txBox="1">
            <a:spLocks/>
          </p:cNvSpPr>
          <p:nvPr/>
        </p:nvSpPr>
        <p:spPr bwMode="auto">
          <a:xfrm>
            <a:off x="815077" y="327237"/>
            <a:ext cx="9243323" cy="105177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1600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400" b="1" i="0" kern="1200" baseline="0">
                <a:solidFill>
                  <a:schemeClr val="bg1"/>
                </a:solidFill>
                <a:effectLst>
                  <a:outerShdw blurRad="304800" dist="38100" dir="6600000" sx="101000" sy="101000" algn="tl" rotWithShape="0">
                    <a:prstClr val="black">
                      <a:alpha val="27000"/>
                    </a:prstClr>
                  </a:outerShdw>
                </a:effectLst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5pPr>
            <a:lvl6pPr marL="609562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6pPr>
            <a:lvl7pPr marL="1219124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7pPr>
            <a:lvl8pPr marL="1828686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8pPr>
            <a:lvl9pPr marL="2438248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9pPr>
          </a:lstStyle>
          <a:p>
            <a:pPr algn="l">
              <a:buClrTx/>
              <a:buSzTx/>
              <a:buFontTx/>
            </a:pPr>
            <a:r>
              <a:rPr lang="en-GB" sz="4000" dirty="0"/>
              <a:t>Challenge: Lock-in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7ED002F-CA28-A3EA-7DB2-F28334121F99}"/>
              </a:ext>
            </a:extLst>
          </p:cNvPr>
          <p:cNvGrpSpPr/>
          <p:nvPr/>
        </p:nvGrpSpPr>
        <p:grpSpPr>
          <a:xfrm>
            <a:off x="129276" y="517500"/>
            <a:ext cx="546100" cy="646331"/>
            <a:chOff x="129276" y="178156"/>
            <a:chExt cx="546100" cy="646331"/>
          </a:xfrm>
        </p:grpSpPr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AD5B44F2-6F6C-3122-E855-3034A1C076E8}"/>
                </a:ext>
              </a:extLst>
            </p:cNvPr>
            <p:cNvSpPr/>
            <p:nvPr/>
          </p:nvSpPr>
          <p:spPr>
            <a:xfrm>
              <a:off x="129276" y="234490"/>
              <a:ext cx="546100" cy="470776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41376-CE80-DF6E-D7B6-A49FC4263236}"/>
                </a:ext>
              </a:extLst>
            </p:cNvPr>
            <p:cNvSpPr txBox="1"/>
            <p:nvPr/>
          </p:nvSpPr>
          <p:spPr>
            <a:xfrm>
              <a:off x="212210" y="178156"/>
              <a:ext cx="3802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GB" sz="3600" dirty="0">
                  <a:solidFill>
                    <a:srgbClr val="041042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145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6886B179-F027-A2EE-61A7-D663311D3B29}"/>
              </a:ext>
            </a:extLst>
          </p:cNvPr>
          <p:cNvSpPr/>
          <p:nvPr/>
        </p:nvSpPr>
        <p:spPr>
          <a:xfrm>
            <a:off x="6964575" y="2267002"/>
            <a:ext cx="933252" cy="11085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Compute</a:t>
            </a:r>
            <a:br>
              <a:rPr lang="en-US" altLang="ko-KR" sz="1200" b="1" dirty="0"/>
            </a:br>
            <a:r>
              <a:rPr lang="en-US" altLang="ko-KR" sz="1200" b="1" dirty="0"/>
              <a:t>Node</a:t>
            </a:r>
            <a:endParaRPr lang="en-GB" altLang="ko-KR" sz="1200" b="1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8C1EFDA-3F48-355E-B633-11D0EADD22BA}"/>
              </a:ext>
            </a:extLst>
          </p:cNvPr>
          <p:cNvGrpSpPr/>
          <p:nvPr/>
        </p:nvGrpSpPr>
        <p:grpSpPr>
          <a:xfrm>
            <a:off x="5854310" y="4261096"/>
            <a:ext cx="534121" cy="335042"/>
            <a:chOff x="7324624" y="2687330"/>
            <a:chExt cx="534121" cy="335042"/>
          </a:xfrm>
        </p:grpSpPr>
        <p:sp>
          <p:nvSpPr>
            <p:cNvPr id="50" name="원통형 49">
              <a:extLst>
                <a:ext uri="{FF2B5EF4-FFF2-40B4-BE49-F238E27FC236}">
                  <a16:creationId xmlns:a16="http://schemas.microsoft.com/office/drawing/2014/main" id="{95CF7CCD-1728-8AFB-2BFC-792B2FF39482}"/>
                </a:ext>
              </a:extLst>
            </p:cNvPr>
            <p:cNvSpPr/>
            <p:nvPr/>
          </p:nvSpPr>
          <p:spPr>
            <a:xfrm>
              <a:off x="7337686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7C541B9-1859-FC3B-696A-A201149149A7}"/>
                </a:ext>
              </a:extLst>
            </p:cNvPr>
            <p:cNvSpPr txBox="1"/>
            <p:nvPr/>
          </p:nvSpPr>
          <p:spPr>
            <a:xfrm>
              <a:off x="7324624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109BA9D-CEF0-E2EA-A499-EB2F55A20519}"/>
              </a:ext>
            </a:extLst>
          </p:cNvPr>
          <p:cNvSpPr/>
          <p:nvPr/>
        </p:nvSpPr>
        <p:spPr>
          <a:xfrm>
            <a:off x="5592862" y="2274149"/>
            <a:ext cx="933252" cy="11085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Compute</a:t>
            </a:r>
            <a:br>
              <a:rPr lang="en-US" altLang="ko-KR" sz="1200" b="1" dirty="0"/>
            </a:br>
            <a:r>
              <a:rPr lang="en-US" altLang="ko-KR" sz="1200" b="1" dirty="0"/>
              <a:t>Node</a:t>
            </a:r>
            <a:endParaRPr lang="en-GB" altLang="ko-KR" sz="1200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B54F6BB-5A01-ACA5-05DA-DCD00BF49ADA}"/>
              </a:ext>
            </a:extLst>
          </p:cNvPr>
          <p:cNvGrpSpPr/>
          <p:nvPr/>
        </p:nvGrpSpPr>
        <p:grpSpPr>
          <a:xfrm>
            <a:off x="5861092" y="4271985"/>
            <a:ext cx="534121" cy="335042"/>
            <a:chOff x="5961833" y="2687330"/>
            <a:chExt cx="534121" cy="335042"/>
          </a:xfrm>
        </p:grpSpPr>
        <p:sp>
          <p:nvSpPr>
            <p:cNvPr id="52" name="원통형 51">
              <a:extLst>
                <a:ext uri="{FF2B5EF4-FFF2-40B4-BE49-F238E27FC236}">
                  <a16:creationId xmlns:a16="http://schemas.microsoft.com/office/drawing/2014/main" id="{27E861F1-F411-C241-FDD8-F818103D4D42}"/>
                </a:ext>
              </a:extLst>
            </p:cNvPr>
            <p:cNvSpPr/>
            <p:nvPr/>
          </p:nvSpPr>
          <p:spPr>
            <a:xfrm>
              <a:off x="597489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A147B67-3AF3-C52F-40BB-6E929E5DD84A}"/>
                </a:ext>
              </a:extLst>
            </p:cNvPr>
            <p:cNvSpPr txBox="1"/>
            <p:nvPr/>
          </p:nvSpPr>
          <p:spPr>
            <a:xfrm>
              <a:off x="596183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6C70A97-E756-1F54-D446-5A2ED59EABAF}"/>
              </a:ext>
            </a:extLst>
          </p:cNvPr>
          <p:cNvSpPr/>
          <p:nvPr/>
        </p:nvSpPr>
        <p:spPr>
          <a:xfrm>
            <a:off x="4175437" y="2267002"/>
            <a:ext cx="933252" cy="11085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Compute</a:t>
            </a:r>
            <a:br>
              <a:rPr lang="en-US" altLang="ko-KR" sz="1200" b="1" dirty="0"/>
            </a:br>
            <a:r>
              <a:rPr lang="en-US" altLang="ko-KR" sz="1200" b="1" dirty="0"/>
              <a:t>Node</a:t>
            </a:r>
            <a:endParaRPr lang="en-GB" altLang="ko-KR" sz="1200" b="1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D09D55B-7E46-1839-B07A-C0648800D99D}"/>
              </a:ext>
            </a:extLst>
          </p:cNvPr>
          <p:cNvGrpSpPr/>
          <p:nvPr/>
        </p:nvGrpSpPr>
        <p:grpSpPr>
          <a:xfrm>
            <a:off x="5835150" y="4274748"/>
            <a:ext cx="534121" cy="335042"/>
            <a:chOff x="4550623" y="2687330"/>
            <a:chExt cx="534121" cy="335042"/>
          </a:xfrm>
        </p:grpSpPr>
        <p:sp>
          <p:nvSpPr>
            <p:cNvPr id="54" name="원통형 53">
              <a:extLst>
                <a:ext uri="{FF2B5EF4-FFF2-40B4-BE49-F238E27FC236}">
                  <a16:creationId xmlns:a16="http://schemas.microsoft.com/office/drawing/2014/main" id="{994485AB-8A67-4F15-B00F-726834A7B890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9C927F5-EAB3-888C-0971-00A5FE3F1B41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57" name="내용 개체 틀 56">
            <a:extLst>
              <a:ext uri="{FF2B5EF4-FFF2-40B4-BE49-F238E27FC236}">
                <a16:creationId xmlns:a16="http://schemas.microsoft.com/office/drawing/2014/main" id="{37A7115D-29F0-C121-5B84-140B3BB008F6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영구 데이터 및 메타 데이터는 오브젝트 스토어에 영구 저장되며</a:t>
            </a:r>
            <a:r>
              <a:rPr lang="en-GB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OS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의존성을 가지지 않음</a:t>
            </a:r>
            <a:r>
              <a:rPr lang="en-GB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컴퓨팅 노드에 저장된 데이터는 영구가 아닌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캐싱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용도로 활용되므로 데이터 이관이 불필요하며 </a:t>
            </a:r>
            <a:r>
              <a:rPr lang="ko-KR" altLang="en-US" sz="1200" dirty="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메타 정보 동기화만으로 새로운 클러스터로 </a:t>
            </a:r>
            <a:r>
              <a:rPr lang="en-US" altLang="ko-KR" sz="1200" dirty="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DB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되살리는 기능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이관에 따른 절차나 소요시간이 최소화되어 </a:t>
            </a:r>
            <a:r>
              <a:rPr lang="ko-KR" altLang="en-US" sz="1200" dirty="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운영 안정성 및 서비스 중단 최소화</a:t>
            </a:r>
            <a:endParaRPr lang="en-GB" altLang="ko-KR" sz="1200" dirty="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A579DF-EFE5-7E33-4C47-C0EE76EE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Reviving Database?</a:t>
            </a:r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A4604A7-0F97-EAC0-0162-7912E4FC6133}"/>
              </a:ext>
            </a:extLst>
          </p:cNvPr>
          <p:cNvCxnSpPr>
            <a:cxnSpLocks/>
          </p:cNvCxnSpPr>
          <p:nvPr/>
        </p:nvCxnSpPr>
        <p:spPr>
          <a:xfrm>
            <a:off x="4100771" y="4246997"/>
            <a:ext cx="198127" cy="7847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3670F4B-BED6-6453-B9AC-288826D0C77A}"/>
              </a:ext>
            </a:extLst>
          </p:cNvPr>
          <p:cNvCxnSpPr>
            <a:cxnSpLocks/>
          </p:cNvCxnSpPr>
          <p:nvPr/>
        </p:nvCxnSpPr>
        <p:spPr>
          <a:xfrm flipH="1">
            <a:off x="5122668" y="3940960"/>
            <a:ext cx="192124" cy="7734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다리꼴 19">
            <a:extLst>
              <a:ext uri="{FF2B5EF4-FFF2-40B4-BE49-F238E27FC236}">
                <a16:creationId xmlns:a16="http://schemas.microsoft.com/office/drawing/2014/main" id="{5EE609F3-E3EC-EF43-DD3C-EADA79FB8498}"/>
              </a:ext>
            </a:extLst>
          </p:cNvPr>
          <p:cNvSpPr/>
          <p:nvPr/>
        </p:nvSpPr>
        <p:spPr>
          <a:xfrm rot="10800000">
            <a:off x="5483992" y="4113843"/>
            <a:ext cx="1253518" cy="860030"/>
          </a:xfrm>
          <a:prstGeom prst="trapezoid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54C0249-0F62-A9E2-0E08-D7043A019655}"/>
              </a:ext>
            </a:extLst>
          </p:cNvPr>
          <p:cNvCxnSpPr/>
          <p:nvPr/>
        </p:nvCxnSpPr>
        <p:spPr>
          <a:xfrm>
            <a:off x="4240800" y="3767371"/>
            <a:ext cx="367100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원통형 27">
            <a:extLst>
              <a:ext uri="{FF2B5EF4-FFF2-40B4-BE49-F238E27FC236}">
                <a16:creationId xmlns:a16="http://schemas.microsoft.com/office/drawing/2014/main" id="{13B148F5-FEE4-CD8D-D254-596F4BC175AE}"/>
              </a:ext>
            </a:extLst>
          </p:cNvPr>
          <p:cNvSpPr/>
          <p:nvPr/>
        </p:nvSpPr>
        <p:spPr>
          <a:xfrm>
            <a:off x="4562892" y="2997079"/>
            <a:ext cx="492069" cy="304772"/>
          </a:xfrm>
          <a:prstGeom prst="can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11C9EB-643A-0607-BFEB-647785290098}"/>
              </a:ext>
            </a:extLst>
          </p:cNvPr>
          <p:cNvSpPr txBox="1"/>
          <p:nvPr/>
        </p:nvSpPr>
        <p:spPr>
          <a:xfrm>
            <a:off x="4492284" y="3055122"/>
            <a:ext cx="64472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dirty="0">
                <a:solidFill>
                  <a:srgbClr val="000000"/>
                </a:solidFill>
              </a:rPr>
              <a:t>Cache</a:t>
            </a:r>
          </a:p>
        </p:txBody>
      </p:sp>
      <p:sp>
        <p:nvSpPr>
          <p:cNvPr id="32" name="원통형 31">
            <a:extLst>
              <a:ext uri="{FF2B5EF4-FFF2-40B4-BE49-F238E27FC236}">
                <a16:creationId xmlns:a16="http://schemas.microsoft.com/office/drawing/2014/main" id="{FDE2606A-00FF-3783-8B94-5C09DFC23121}"/>
              </a:ext>
            </a:extLst>
          </p:cNvPr>
          <p:cNvSpPr/>
          <p:nvPr/>
        </p:nvSpPr>
        <p:spPr>
          <a:xfrm>
            <a:off x="5968227" y="2998061"/>
            <a:ext cx="492069" cy="304772"/>
          </a:xfrm>
          <a:prstGeom prst="can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96FA8E-A0F3-E2A6-14F4-5161B140BADC}"/>
              </a:ext>
            </a:extLst>
          </p:cNvPr>
          <p:cNvSpPr txBox="1"/>
          <p:nvPr/>
        </p:nvSpPr>
        <p:spPr>
          <a:xfrm>
            <a:off x="5905442" y="3056104"/>
            <a:ext cx="64472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altLang="ko-KR" sz="1200" b="1" dirty="0">
                <a:solidFill>
                  <a:srgbClr val="000000"/>
                </a:solidFill>
              </a:rPr>
              <a:t>Cache</a:t>
            </a:r>
            <a:endParaRPr lang="en-GB" sz="1200" b="1" dirty="0">
              <a:solidFill>
                <a:srgbClr val="000000"/>
              </a:solidFill>
            </a:endParaRPr>
          </a:p>
        </p:txBody>
      </p:sp>
      <p:sp>
        <p:nvSpPr>
          <p:cNvPr id="34" name="원통형 33">
            <a:extLst>
              <a:ext uri="{FF2B5EF4-FFF2-40B4-BE49-F238E27FC236}">
                <a16:creationId xmlns:a16="http://schemas.microsoft.com/office/drawing/2014/main" id="{BA06AC62-665C-0558-AB9C-2395B0D230B0}"/>
              </a:ext>
            </a:extLst>
          </p:cNvPr>
          <p:cNvSpPr/>
          <p:nvPr/>
        </p:nvSpPr>
        <p:spPr>
          <a:xfrm>
            <a:off x="7337686" y="3004593"/>
            <a:ext cx="492069" cy="304772"/>
          </a:xfrm>
          <a:prstGeom prst="can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4D333B-55AF-4F2A-F123-0CEF3C028D7E}"/>
              </a:ext>
            </a:extLst>
          </p:cNvPr>
          <p:cNvSpPr txBox="1"/>
          <p:nvPr/>
        </p:nvSpPr>
        <p:spPr>
          <a:xfrm>
            <a:off x="7267078" y="3062636"/>
            <a:ext cx="64472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altLang="ko-KR" sz="1200" b="1" dirty="0">
                <a:solidFill>
                  <a:srgbClr val="000000"/>
                </a:solidFill>
              </a:rPr>
              <a:t>Cache</a:t>
            </a:r>
            <a:endParaRPr lang="en-GB" sz="1200" b="1" dirty="0">
              <a:solidFill>
                <a:srgbClr val="000000"/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AB661A0-C021-C6FB-9CA3-B9C503D86FD5}"/>
              </a:ext>
            </a:extLst>
          </p:cNvPr>
          <p:cNvCxnSpPr/>
          <p:nvPr/>
        </p:nvCxnSpPr>
        <p:spPr>
          <a:xfrm flipV="1">
            <a:off x="5115055" y="2818469"/>
            <a:ext cx="461317" cy="2828"/>
          </a:xfrm>
          <a:prstGeom prst="line">
            <a:avLst/>
          </a:prstGeom>
          <a:solidFill>
            <a:srgbClr val="0079E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7EFBFD9-7F12-B551-AD87-3FB0AE0E05BE}"/>
              </a:ext>
            </a:extLst>
          </p:cNvPr>
          <p:cNvCxnSpPr/>
          <p:nvPr/>
        </p:nvCxnSpPr>
        <p:spPr>
          <a:xfrm flipV="1">
            <a:off x="6510790" y="2818469"/>
            <a:ext cx="461317" cy="2828"/>
          </a:xfrm>
          <a:prstGeom prst="line">
            <a:avLst/>
          </a:prstGeom>
          <a:solidFill>
            <a:srgbClr val="0079E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8FF87C4-1841-BD83-4709-F86F83D338BE}"/>
              </a:ext>
            </a:extLst>
          </p:cNvPr>
          <p:cNvGrpSpPr/>
          <p:nvPr/>
        </p:nvGrpSpPr>
        <p:grpSpPr>
          <a:xfrm>
            <a:off x="5722192" y="4602295"/>
            <a:ext cx="777693" cy="338175"/>
            <a:chOff x="2597007" y="4602295"/>
            <a:chExt cx="777693" cy="338175"/>
          </a:xfrm>
        </p:grpSpPr>
        <p:sp>
          <p:nvSpPr>
            <p:cNvPr id="38" name="원통형 37">
              <a:extLst>
                <a:ext uri="{FF2B5EF4-FFF2-40B4-BE49-F238E27FC236}">
                  <a16:creationId xmlns:a16="http://schemas.microsoft.com/office/drawing/2014/main" id="{99788A2B-082A-FB8B-8B7D-44FD4C55959A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F6D9F78-4FEB-3049-4091-57AEE86D4A06}"/>
                </a:ext>
              </a:extLst>
            </p:cNvPr>
            <p:cNvSpPr txBox="1"/>
            <p:nvPr/>
          </p:nvSpPr>
          <p:spPr>
            <a:xfrm>
              <a:off x="2718781" y="4663471"/>
              <a:ext cx="5164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rgbClr val="FF0000"/>
                  </a:solidFill>
                </a:rPr>
                <a:t>Data</a:t>
              </a:r>
              <a:endParaRPr lang="en-GB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2480B44-1E79-8154-306E-3495E209E1DA}"/>
              </a:ext>
            </a:extLst>
          </p:cNvPr>
          <p:cNvGrpSpPr/>
          <p:nvPr/>
        </p:nvGrpSpPr>
        <p:grpSpPr>
          <a:xfrm>
            <a:off x="5722192" y="4253601"/>
            <a:ext cx="777693" cy="338175"/>
            <a:chOff x="2597007" y="4602295"/>
            <a:chExt cx="777693" cy="338175"/>
          </a:xfrm>
        </p:grpSpPr>
        <p:sp>
          <p:nvSpPr>
            <p:cNvPr id="48" name="원통형 47">
              <a:extLst>
                <a:ext uri="{FF2B5EF4-FFF2-40B4-BE49-F238E27FC236}">
                  <a16:creationId xmlns:a16="http://schemas.microsoft.com/office/drawing/2014/main" id="{3040A251-8844-54F4-FC89-2D15E72B042B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EDC5012-1D4A-CF27-E33E-B4FE318C693D}"/>
                </a:ext>
              </a:extLst>
            </p:cNvPr>
            <p:cNvSpPr txBox="1"/>
            <p:nvPr/>
          </p:nvSpPr>
          <p:spPr>
            <a:xfrm>
              <a:off x="2709964" y="4663471"/>
              <a:ext cx="5341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0847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6886B179-F027-A2EE-61A7-D663311D3B29}"/>
              </a:ext>
            </a:extLst>
          </p:cNvPr>
          <p:cNvSpPr/>
          <p:nvPr/>
        </p:nvSpPr>
        <p:spPr>
          <a:xfrm>
            <a:off x="6964575" y="2267002"/>
            <a:ext cx="933252" cy="11085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Compute</a:t>
            </a:r>
            <a:br>
              <a:rPr lang="en-US" altLang="ko-KR" sz="1200" b="1" dirty="0"/>
            </a:br>
            <a:r>
              <a:rPr lang="en-US" altLang="ko-KR" sz="1200" b="1" dirty="0"/>
              <a:t>Node</a:t>
            </a:r>
            <a:endParaRPr lang="en-GB" altLang="ko-KR" sz="1200" b="1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8C1EFDA-3F48-355E-B633-11D0EADD22BA}"/>
              </a:ext>
            </a:extLst>
          </p:cNvPr>
          <p:cNvGrpSpPr/>
          <p:nvPr/>
        </p:nvGrpSpPr>
        <p:grpSpPr>
          <a:xfrm>
            <a:off x="5854310" y="4261096"/>
            <a:ext cx="534121" cy="335042"/>
            <a:chOff x="7324624" y="2687330"/>
            <a:chExt cx="534121" cy="335042"/>
          </a:xfrm>
        </p:grpSpPr>
        <p:sp>
          <p:nvSpPr>
            <p:cNvPr id="50" name="원통형 49">
              <a:extLst>
                <a:ext uri="{FF2B5EF4-FFF2-40B4-BE49-F238E27FC236}">
                  <a16:creationId xmlns:a16="http://schemas.microsoft.com/office/drawing/2014/main" id="{95CF7CCD-1728-8AFB-2BFC-792B2FF39482}"/>
                </a:ext>
              </a:extLst>
            </p:cNvPr>
            <p:cNvSpPr/>
            <p:nvPr/>
          </p:nvSpPr>
          <p:spPr>
            <a:xfrm>
              <a:off x="7337686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7C541B9-1859-FC3B-696A-A201149149A7}"/>
                </a:ext>
              </a:extLst>
            </p:cNvPr>
            <p:cNvSpPr txBox="1"/>
            <p:nvPr/>
          </p:nvSpPr>
          <p:spPr>
            <a:xfrm>
              <a:off x="7324624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109BA9D-CEF0-E2EA-A499-EB2F55A20519}"/>
              </a:ext>
            </a:extLst>
          </p:cNvPr>
          <p:cNvSpPr/>
          <p:nvPr/>
        </p:nvSpPr>
        <p:spPr>
          <a:xfrm>
            <a:off x="5592862" y="2274149"/>
            <a:ext cx="933252" cy="11085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Compute</a:t>
            </a:r>
            <a:br>
              <a:rPr lang="en-US" altLang="ko-KR" sz="1200" b="1" dirty="0"/>
            </a:br>
            <a:r>
              <a:rPr lang="en-US" altLang="ko-KR" sz="1200" b="1" dirty="0"/>
              <a:t>Node</a:t>
            </a:r>
            <a:endParaRPr lang="en-GB" altLang="ko-KR" sz="1200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B54F6BB-5A01-ACA5-05DA-DCD00BF49ADA}"/>
              </a:ext>
            </a:extLst>
          </p:cNvPr>
          <p:cNvGrpSpPr/>
          <p:nvPr/>
        </p:nvGrpSpPr>
        <p:grpSpPr>
          <a:xfrm>
            <a:off x="5861092" y="4271985"/>
            <a:ext cx="534121" cy="335042"/>
            <a:chOff x="5961833" y="2687330"/>
            <a:chExt cx="534121" cy="335042"/>
          </a:xfrm>
        </p:grpSpPr>
        <p:sp>
          <p:nvSpPr>
            <p:cNvPr id="52" name="원통형 51">
              <a:extLst>
                <a:ext uri="{FF2B5EF4-FFF2-40B4-BE49-F238E27FC236}">
                  <a16:creationId xmlns:a16="http://schemas.microsoft.com/office/drawing/2014/main" id="{27E861F1-F411-C241-FDD8-F818103D4D42}"/>
                </a:ext>
              </a:extLst>
            </p:cNvPr>
            <p:cNvSpPr/>
            <p:nvPr/>
          </p:nvSpPr>
          <p:spPr>
            <a:xfrm>
              <a:off x="597489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A147B67-3AF3-C52F-40BB-6E929E5DD84A}"/>
                </a:ext>
              </a:extLst>
            </p:cNvPr>
            <p:cNvSpPr txBox="1"/>
            <p:nvPr/>
          </p:nvSpPr>
          <p:spPr>
            <a:xfrm>
              <a:off x="596183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6C70A97-E756-1F54-D446-5A2ED59EABAF}"/>
              </a:ext>
            </a:extLst>
          </p:cNvPr>
          <p:cNvSpPr/>
          <p:nvPr/>
        </p:nvSpPr>
        <p:spPr>
          <a:xfrm>
            <a:off x="4175437" y="2267002"/>
            <a:ext cx="933252" cy="11085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b="1" dirty="0"/>
              <a:t>Compute</a:t>
            </a:r>
            <a:br>
              <a:rPr lang="en-US" altLang="ko-KR" sz="1200" b="1" dirty="0"/>
            </a:br>
            <a:r>
              <a:rPr lang="en-US" altLang="ko-KR" sz="1200" b="1" dirty="0"/>
              <a:t>Node</a:t>
            </a:r>
            <a:endParaRPr lang="en-GB" altLang="ko-KR" sz="1200" b="1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D09D55B-7E46-1839-B07A-C0648800D99D}"/>
              </a:ext>
            </a:extLst>
          </p:cNvPr>
          <p:cNvGrpSpPr/>
          <p:nvPr/>
        </p:nvGrpSpPr>
        <p:grpSpPr>
          <a:xfrm>
            <a:off x="5835150" y="4274748"/>
            <a:ext cx="534121" cy="335042"/>
            <a:chOff x="4550623" y="2687330"/>
            <a:chExt cx="534121" cy="335042"/>
          </a:xfrm>
        </p:grpSpPr>
        <p:sp>
          <p:nvSpPr>
            <p:cNvPr id="54" name="원통형 53">
              <a:extLst>
                <a:ext uri="{FF2B5EF4-FFF2-40B4-BE49-F238E27FC236}">
                  <a16:creationId xmlns:a16="http://schemas.microsoft.com/office/drawing/2014/main" id="{994485AB-8A67-4F15-B00F-726834A7B890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9C927F5-EAB3-888C-0971-00A5FE3F1B41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57" name="내용 개체 틀 56">
            <a:extLst>
              <a:ext uri="{FF2B5EF4-FFF2-40B4-BE49-F238E27FC236}">
                <a16:creationId xmlns:a16="http://schemas.microsoft.com/office/drawing/2014/main" id="{37A7115D-29F0-C121-5B84-140B3BB008F6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영구 데이터 및 메타 데이터는 오브젝트 스토어에 영구 저장되며</a:t>
            </a:r>
            <a:r>
              <a:rPr lang="en-GB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OS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의존성을 가지지 않음</a:t>
            </a:r>
            <a:r>
              <a:rPr lang="en-GB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컴퓨팅 노드에 저장된 데이터는 영구가 아닌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캐싱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용도로 활용되므로 데이터 이관이 불필요하며 </a:t>
            </a:r>
            <a:r>
              <a:rPr lang="ko-KR" altLang="en-US" sz="1200" dirty="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메타 정보 동기화만으로 새로운 클러스터로 </a:t>
            </a:r>
            <a:r>
              <a:rPr lang="en-US" altLang="ko-KR" sz="1200" dirty="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DB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되살리는 기능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이관에 따른 절차나 소요시간이 최소화되어 </a:t>
            </a:r>
            <a:r>
              <a:rPr lang="ko-KR" altLang="en-US" sz="1200" dirty="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운영 안정성 및 서비스 중단 최소화</a:t>
            </a:r>
            <a:endParaRPr lang="en-GB" altLang="ko-KR" sz="1200" dirty="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A579DF-EFE5-7E33-4C47-C0EE76EE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Reviving Database?</a:t>
            </a:r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A4604A7-0F97-EAC0-0162-7912E4FC6133}"/>
              </a:ext>
            </a:extLst>
          </p:cNvPr>
          <p:cNvCxnSpPr>
            <a:cxnSpLocks/>
          </p:cNvCxnSpPr>
          <p:nvPr/>
        </p:nvCxnSpPr>
        <p:spPr>
          <a:xfrm>
            <a:off x="4100771" y="4246997"/>
            <a:ext cx="198127" cy="7847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3670F4B-BED6-6453-B9AC-288826D0C77A}"/>
              </a:ext>
            </a:extLst>
          </p:cNvPr>
          <p:cNvCxnSpPr>
            <a:cxnSpLocks/>
          </p:cNvCxnSpPr>
          <p:nvPr/>
        </p:nvCxnSpPr>
        <p:spPr>
          <a:xfrm flipH="1">
            <a:off x="5122668" y="3940960"/>
            <a:ext cx="192124" cy="7734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다리꼴 19">
            <a:extLst>
              <a:ext uri="{FF2B5EF4-FFF2-40B4-BE49-F238E27FC236}">
                <a16:creationId xmlns:a16="http://schemas.microsoft.com/office/drawing/2014/main" id="{5EE609F3-E3EC-EF43-DD3C-EADA79FB8498}"/>
              </a:ext>
            </a:extLst>
          </p:cNvPr>
          <p:cNvSpPr/>
          <p:nvPr/>
        </p:nvSpPr>
        <p:spPr>
          <a:xfrm rot="10800000">
            <a:off x="5483992" y="4113843"/>
            <a:ext cx="1253518" cy="860030"/>
          </a:xfrm>
          <a:prstGeom prst="trapezoid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2ABA0C-1D9D-648A-617E-D9A7AF72AEE3}"/>
              </a:ext>
            </a:extLst>
          </p:cNvPr>
          <p:cNvSpPr txBox="1"/>
          <p:nvPr/>
        </p:nvSpPr>
        <p:spPr>
          <a:xfrm>
            <a:off x="6588686" y="3800721"/>
            <a:ext cx="67839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Revive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54C0249-0F62-A9E2-0E08-D7043A019655}"/>
              </a:ext>
            </a:extLst>
          </p:cNvPr>
          <p:cNvCxnSpPr/>
          <p:nvPr/>
        </p:nvCxnSpPr>
        <p:spPr>
          <a:xfrm>
            <a:off x="4240800" y="3767371"/>
            <a:ext cx="367100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원통형 27">
            <a:extLst>
              <a:ext uri="{FF2B5EF4-FFF2-40B4-BE49-F238E27FC236}">
                <a16:creationId xmlns:a16="http://schemas.microsoft.com/office/drawing/2014/main" id="{13B148F5-FEE4-CD8D-D254-596F4BC175AE}"/>
              </a:ext>
            </a:extLst>
          </p:cNvPr>
          <p:cNvSpPr/>
          <p:nvPr/>
        </p:nvSpPr>
        <p:spPr>
          <a:xfrm>
            <a:off x="4562892" y="2997079"/>
            <a:ext cx="492069" cy="304772"/>
          </a:xfrm>
          <a:prstGeom prst="can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11C9EB-643A-0607-BFEB-647785290098}"/>
              </a:ext>
            </a:extLst>
          </p:cNvPr>
          <p:cNvSpPr txBox="1"/>
          <p:nvPr/>
        </p:nvSpPr>
        <p:spPr>
          <a:xfrm>
            <a:off x="4492284" y="3055122"/>
            <a:ext cx="64472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dirty="0">
                <a:solidFill>
                  <a:srgbClr val="000000"/>
                </a:solidFill>
              </a:rPr>
              <a:t>Cache</a:t>
            </a:r>
          </a:p>
        </p:txBody>
      </p:sp>
      <p:sp>
        <p:nvSpPr>
          <p:cNvPr id="32" name="원통형 31">
            <a:extLst>
              <a:ext uri="{FF2B5EF4-FFF2-40B4-BE49-F238E27FC236}">
                <a16:creationId xmlns:a16="http://schemas.microsoft.com/office/drawing/2014/main" id="{FDE2606A-00FF-3783-8B94-5C09DFC23121}"/>
              </a:ext>
            </a:extLst>
          </p:cNvPr>
          <p:cNvSpPr/>
          <p:nvPr/>
        </p:nvSpPr>
        <p:spPr>
          <a:xfrm>
            <a:off x="5968227" y="2998061"/>
            <a:ext cx="492069" cy="304772"/>
          </a:xfrm>
          <a:prstGeom prst="can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96FA8E-A0F3-E2A6-14F4-5161B140BADC}"/>
              </a:ext>
            </a:extLst>
          </p:cNvPr>
          <p:cNvSpPr txBox="1"/>
          <p:nvPr/>
        </p:nvSpPr>
        <p:spPr>
          <a:xfrm>
            <a:off x="5905442" y="3056104"/>
            <a:ext cx="64472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altLang="ko-KR" sz="1200" b="1" dirty="0">
                <a:solidFill>
                  <a:srgbClr val="000000"/>
                </a:solidFill>
              </a:rPr>
              <a:t>Cache</a:t>
            </a:r>
            <a:endParaRPr lang="en-GB" sz="1200" b="1" dirty="0">
              <a:solidFill>
                <a:srgbClr val="000000"/>
              </a:solidFill>
            </a:endParaRPr>
          </a:p>
        </p:txBody>
      </p:sp>
      <p:sp>
        <p:nvSpPr>
          <p:cNvPr id="34" name="원통형 33">
            <a:extLst>
              <a:ext uri="{FF2B5EF4-FFF2-40B4-BE49-F238E27FC236}">
                <a16:creationId xmlns:a16="http://schemas.microsoft.com/office/drawing/2014/main" id="{BA06AC62-665C-0558-AB9C-2395B0D230B0}"/>
              </a:ext>
            </a:extLst>
          </p:cNvPr>
          <p:cNvSpPr/>
          <p:nvPr/>
        </p:nvSpPr>
        <p:spPr>
          <a:xfrm>
            <a:off x="7337686" y="3004593"/>
            <a:ext cx="492069" cy="304772"/>
          </a:xfrm>
          <a:prstGeom prst="can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4D333B-55AF-4F2A-F123-0CEF3C028D7E}"/>
              </a:ext>
            </a:extLst>
          </p:cNvPr>
          <p:cNvSpPr txBox="1"/>
          <p:nvPr/>
        </p:nvSpPr>
        <p:spPr>
          <a:xfrm>
            <a:off x="7267078" y="3062636"/>
            <a:ext cx="64472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altLang="ko-KR" sz="1200" b="1" dirty="0">
                <a:solidFill>
                  <a:srgbClr val="000000"/>
                </a:solidFill>
              </a:rPr>
              <a:t>Cache</a:t>
            </a:r>
            <a:endParaRPr lang="en-GB" sz="1200" b="1" dirty="0">
              <a:solidFill>
                <a:srgbClr val="000000"/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AB661A0-C021-C6FB-9CA3-B9C503D86FD5}"/>
              </a:ext>
            </a:extLst>
          </p:cNvPr>
          <p:cNvCxnSpPr/>
          <p:nvPr/>
        </p:nvCxnSpPr>
        <p:spPr>
          <a:xfrm flipV="1">
            <a:off x="5115055" y="2818469"/>
            <a:ext cx="461317" cy="2828"/>
          </a:xfrm>
          <a:prstGeom prst="line">
            <a:avLst/>
          </a:prstGeom>
          <a:solidFill>
            <a:srgbClr val="0079E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7EFBFD9-7F12-B551-AD87-3FB0AE0E05BE}"/>
              </a:ext>
            </a:extLst>
          </p:cNvPr>
          <p:cNvCxnSpPr/>
          <p:nvPr/>
        </p:nvCxnSpPr>
        <p:spPr>
          <a:xfrm flipV="1">
            <a:off x="6510790" y="2818469"/>
            <a:ext cx="461317" cy="2828"/>
          </a:xfrm>
          <a:prstGeom prst="line">
            <a:avLst/>
          </a:prstGeom>
          <a:solidFill>
            <a:srgbClr val="0079E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8FF87C4-1841-BD83-4709-F86F83D338BE}"/>
              </a:ext>
            </a:extLst>
          </p:cNvPr>
          <p:cNvGrpSpPr/>
          <p:nvPr/>
        </p:nvGrpSpPr>
        <p:grpSpPr>
          <a:xfrm>
            <a:off x="5722192" y="4602295"/>
            <a:ext cx="777693" cy="338175"/>
            <a:chOff x="2597007" y="4602295"/>
            <a:chExt cx="777693" cy="338175"/>
          </a:xfrm>
        </p:grpSpPr>
        <p:sp>
          <p:nvSpPr>
            <p:cNvPr id="38" name="원통형 37">
              <a:extLst>
                <a:ext uri="{FF2B5EF4-FFF2-40B4-BE49-F238E27FC236}">
                  <a16:creationId xmlns:a16="http://schemas.microsoft.com/office/drawing/2014/main" id="{99788A2B-082A-FB8B-8B7D-44FD4C55959A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F6D9F78-4FEB-3049-4091-57AEE86D4A06}"/>
                </a:ext>
              </a:extLst>
            </p:cNvPr>
            <p:cNvSpPr txBox="1"/>
            <p:nvPr/>
          </p:nvSpPr>
          <p:spPr>
            <a:xfrm>
              <a:off x="2718781" y="4663471"/>
              <a:ext cx="5164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rgbClr val="FF0000"/>
                  </a:solidFill>
                </a:rPr>
                <a:t>Data</a:t>
              </a:r>
              <a:endParaRPr lang="en-GB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2480B44-1E79-8154-306E-3495E209E1DA}"/>
              </a:ext>
            </a:extLst>
          </p:cNvPr>
          <p:cNvGrpSpPr/>
          <p:nvPr/>
        </p:nvGrpSpPr>
        <p:grpSpPr>
          <a:xfrm>
            <a:off x="5722192" y="4253601"/>
            <a:ext cx="777693" cy="338175"/>
            <a:chOff x="2597007" y="4602295"/>
            <a:chExt cx="777693" cy="338175"/>
          </a:xfrm>
        </p:grpSpPr>
        <p:sp>
          <p:nvSpPr>
            <p:cNvPr id="48" name="원통형 47">
              <a:extLst>
                <a:ext uri="{FF2B5EF4-FFF2-40B4-BE49-F238E27FC236}">
                  <a16:creationId xmlns:a16="http://schemas.microsoft.com/office/drawing/2014/main" id="{3040A251-8844-54F4-FC89-2D15E72B042B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EDC5012-1D4A-CF27-E33E-B4FE318C693D}"/>
                </a:ext>
              </a:extLst>
            </p:cNvPr>
            <p:cNvSpPr txBox="1"/>
            <p:nvPr/>
          </p:nvSpPr>
          <p:spPr>
            <a:xfrm>
              <a:off x="2709964" y="4663471"/>
              <a:ext cx="5341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pic>
        <p:nvPicPr>
          <p:cNvPr id="8" name="그래픽 7" descr="로켓">
            <a:extLst>
              <a:ext uri="{FF2B5EF4-FFF2-40B4-BE49-F238E27FC236}">
                <a16:creationId xmlns:a16="http://schemas.microsoft.com/office/drawing/2014/main" id="{D0AB6ED4-A673-DE3E-E004-A118CCB3B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3401" y="2394965"/>
            <a:ext cx="914400" cy="91440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CCAD3556-D43B-0585-6662-9E570B0FF6E8}"/>
              </a:ext>
            </a:extLst>
          </p:cNvPr>
          <p:cNvGrpSpPr/>
          <p:nvPr/>
        </p:nvGrpSpPr>
        <p:grpSpPr>
          <a:xfrm>
            <a:off x="4550698" y="2727594"/>
            <a:ext cx="534121" cy="335042"/>
            <a:chOff x="4550623" y="2687330"/>
            <a:chExt cx="534121" cy="335042"/>
          </a:xfrm>
        </p:grpSpPr>
        <p:sp>
          <p:nvSpPr>
            <p:cNvPr id="10" name="원통형 9">
              <a:extLst>
                <a:ext uri="{FF2B5EF4-FFF2-40B4-BE49-F238E27FC236}">
                  <a16:creationId xmlns:a16="http://schemas.microsoft.com/office/drawing/2014/main" id="{B249D690-6977-5F04-B9B2-3AD1F7598AD4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C05E19-82F8-D386-B337-FC5B730CF531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488A74F-7D3C-553D-C115-485772704EF3}"/>
              </a:ext>
            </a:extLst>
          </p:cNvPr>
          <p:cNvGrpSpPr/>
          <p:nvPr/>
        </p:nvGrpSpPr>
        <p:grpSpPr>
          <a:xfrm>
            <a:off x="5952613" y="2727594"/>
            <a:ext cx="534121" cy="335042"/>
            <a:chOff x="4550623" y="2687330"/>
            <a:chExt cx="534121" cy="335042"/>
          </a:xfrm>
        </p:grpSpPr>
        <p:sp>
          <p:nvSpPr>
            <p:cNvPr id="13" name="원통형 12">
              <a:extLst>
                <a:ext uri="{FF2B5EF4-FFF2-40B4-BE49-F238E27FC236}">
                  <a16:creationId xmlns:a16="http://schemas.microsoft.com/office/drawing/2014/main" id="{E7E38BEC-1531-4123-99C8-01262EA08533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D0A4735-BF30-EC93-41B6-1FBF9046A417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8F2E6FF-437B-0BC9-1039-20657CF87DFA}"/>
              </a:ext>
            </a:extLst>
          </p:cNvPr>
          <p:cNvGrpSpPr/>
          <p:nvPr/>
        </p:nvGrpSpPr>
        <p:grpSpPr>
          <a:xfrm>
            <a:off x="7339631" y="2727594"/>
            <a:ext cx="534121" cy="335042"/>
            <a:chOff x="4550623" y="2687330"/>
            <a:chExt cx="534121" cy="335042"/>
          </a:xfrm>
        </p:grpSpPr>
        <p:sp>
          <p:nvSpPr>
            <p:cNvPr id="16" name="원통형 15">
              <a:extLst>
                <a:ext uri="{FF2B5EF4-FFF2-40B4-BE49-F238E27FC236}">
                  <a16:creationId xmlns:a16="http://schemas.microsoft.com/office/drawing/2014/main" id="{844C1086-BA20-5CC2-166F-A252A332A35E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8E2181-B1D3-46E9-7AFB-D491E90BEA92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8" name="화살표: 왼쪽으로 구부러짐 17">
            <a:extLst>
              <a:ext uri="{FF2B5EF4-FFF2-40B4-BE49-F238E27FC236}">
                <a16:creationId xmlns:a16="http://schemas.microsoft.com/office/drawing/2014/main" id="{B7D24BAA-B23F-D561-64B6-D1C1AC151DC3}"/>
              </a:ext>
            </a:extLst>
          </p:cNvPr>
          <p:cNvSpPr/>
          <p:nvPr/>
        </p:nvSpPr>
        <p:spPr>
          <a:xfrm rot="12600000" flipH="1">
            <a:off x="6953801" y="3535979"/>
            <a:ext cx="345302" cy="853924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1745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579DF-EFE5-7E33-4C47-C0EE76EE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When?</a:t>
            </a:r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09AB4CBC-E5D4-AC53-1D1D-CE6F6651D800}"/>
              </a:ext>
            </a:extLst>
          </p:cNvPr>
          <p:cNvGraphicFramePr>
            <a:graphicFrameLocks noGrp="1"/>
          </p:cNvGraphicFramePr>
          <p:nvPr/>
        </p:nvGraphicFramePr>
        <p:xfrm>
          <a:off x="263525" y="992239"/>
          <a:ext cx="11664950" cy="133480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50126">
                  <a:extLst>
                    <a:ext uri="{9D8B030D-6E8A-4147-A177-3AD203B41FA5}">
                      <a16:colId xmlns:a16="http://schemas.microsoft.com/office/drawing/2014/main" val="2833768099"/>
                    </a:ext>
                  </a:extLst>
                </a:gridCol>
                <a:gridCol w="2536816">
                  <a:extLst>
                    <a:ext uri="{9D8B030D-6E8A-4147-A177-3AD203B41FA5}">
                      <a16:colId xmlns:a16="http://schemas.microsoft.com/office/drawing/2014/main" val="1483954532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32944985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75995707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402632294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3010232207"/>
                    </a:ext>
                  </a:extLst>
                </a:gridCol>
              </a:tblGrid>
              <a:tr h="470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Target cluster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 Case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Downtime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Unnecessary time </a:t>
                      </a:r>
                      <a:b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and steps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92410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신규 클러스터로 </a:t>
                      </a:r>
                      <a:r>
                        <a:rPr lang="en-US" altLang="ko-K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</a:t>
                      </a:r>
                      <a:endParaRPr lang="ko-KR" altLang="en-US" sz="1200" b="1" u="none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12191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컴퓨팅 노드들의 인프라 전환</a:t>
                      </a:r>
                      <a:endParaRPr lang="en-US" altLang="ko-KR" sz="1200" u="none" strike="noStrike" dirty="0">
                        <a:solidFill>
                          <a:schemeClr val="bg1"/>
                        </a:solidFill>
                        <a:effectLst/>
                        <a:highlight>
                          <a:srgbClr val="FF0000"/>
                        </a:highlight>
                      </a:endParaRPr>
                    </a:p>
                    <a:p>
                      <a:pPr marL="0" marR="0" lvl="0" indent="0" algn="ctr" defTabSz="12191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및 하드웨어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EOS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대응 </a:t>
                      </a:r>
                      <a:b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</a:b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e.g., On-prem to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Cloud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b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Cloud to Cloud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하드웨어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&amp; 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재구성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altLang="ko-KR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신규 클러스터 구성이므로 기존 클러스터 중단 불필요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Data migration</a:t>
                      </a:r>
                    </a:p>
                    <a:p>
                      <a:pPr algn="ctr" fontAlgn="ctr"/>
                      <a:r>
                        <a:rPr lang="en-US" altLang="ko-KR" sz="12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 full restore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719539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버티카 클러스터 구성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altLang="ko-KR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신규 구성으로 기존 서비스 중단 불필요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21952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 &amp;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버티카 기동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수분내</a:t>
                      </a:r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3891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503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57B5C6E8-2F78-8510-7333-FE38B8E1B76D}"/>
              </a:ext>
            </a:extLst>
          </p:cNvPr>
          <p:cNvGrpSpPr/>
          <p:nvPr/>
        </p:nvGrpSpPr>
        <p:grpSpPr>
          <a:xfrm>
            <a:off x="2754576" y="5151342"/>
            <a:ext cx="485142" cy="302650"/>
            <a:chOff x="4563685" y="2687330"/>
            <a:chExt cx="499017" cy="311306"/>
          </a:xfrm>
        </p:grpSpPr>
        <p:sp>
          <p:nvSpPr>
            <p:cNvPr id="40" name="원통형 39">
              <a:extLst>
                <a:ext uri="{FF2B5EF4-FFF2-40B4-BE49-F238E27FC236}">
                  <a16:creationId xmlns:a16="http://schemas.microsoft.com/office/drawing/2014/main" id="{503CFDBC-3C12-6775-4D76-CAC2676EA67D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3BBD5C0-2986-0109-9544-EA1FADD8775C}"/>
                </a:ext>
              </a:extLst>
            </p:cNvPr>
            <p:cNvSpPr txBox="1"/>
            <p:nvPr/>
          </p:nvSpPr>
          <p:spPr>
            <a:xfrm>
              <a:off x="4572665" y="2745373"/>
              <a:ext cx="490037" cy="253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000" b="1" dirty="0">
                  <a:solidFill>
                    <a:schemeClr val="accent2"/>
                  </a:solidFill>
                </a:rPr>
                <a:t>Meta</a:t>
              </a:r>
              <a:endParaRPr lang="en-GB" sz="10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557E375-5012-1108-7570-82FC50D225A2}"/>
              </a:ext>
            </a:extLst>
          </p:cNvPr>
          <p:cNvGrpSpPr/>
          <p:nvPr/>
        </p:nvGrpSpPr>
        <p:grpSpPr>
          <a:xfrm>
            <a:off x="2747822" y="5151341"/>
            <a:ext cx="485141" cy="302651"/>
            <a:chOff x="4563686" y="2687329"/>
            <a:chExt cx="499016" cy="311307"/>
          </a:xfrm>
        </p:grpSpPr>
        <p:sp>
          <p:nvSpPr>
            <p:cNvPr id="46" name="원통형 45">
              <a:extLst>
                <a:ext uri="{FF2B5EF4-FFF2-40B4-BE49-F238E27FC236}">
                  <a16:creationId xmlns:a16="http://schemas.microsoft.com/office/drawing/2014/main" id="{F2B007AE-8EEC-F951-3B4B-17327B4D5970}"/>
                </a:ext>
              </a:extLst>
            </p:cNvPr>
            <p:cNvSpPr/>
            <p:nvPr/>
          </p:nvSpPr>
          <p:spPr>
            <a:xfrm>
              <a:off x="4563686" y="2687329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8D4247D-7287-B3B8-E128-2656B7DAE075}"/>
                </a:ext>
              </a:extLst>
            </p:cNvPr>
            <p:cNvSpPr txBox="1"/>
            <p:nvPr/>
          </p:nvSpPr>
          <p:spPr>
            <a:xfrm>
              <a:off x="4572665" y="2745373"/>
              <a:ext cx="490037" cy="253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000" b="1" dirty="0">
                  <a:solidFill>
                    <a:schemeClr val="accent2"/>
                  </a:solidFill>
                </a:rPr>
                <a:t>Meta</a:t>
              </a:r>
              <a:endParaRPr lang="en-GB" sz="10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9EC5A15-9B0F-1B1F-6F9C-4D0CD3847DFE}"/>
              </a:ext>
            </a:extLst>
          </p:cNvPr>
          <p:cNvGrpSpPr/>
          <p:nvPr/>
        </p:nvGrpSpPr>
        <p:grpSpPr>
          <a:xfrm>
            <a:off x="2750299" y="5143475"/>
            <a:ext cx="485141" cy="302651"/>
            <a:chOff x="4563686" y="2687329"/>
            <a:chExt cx="499016" cy="311307"/>
          </a:xfrm>
        </p:grpSpPr>
        <p:sp>
          <p:nvSpPr>
            <p:cNvPr id="50" name="원통형 49">
              <a:extLst>
                <a:ext uri="{FF2B5EF4-FFF2-40B4-BE49-F238E27FC236}">
                  <a16:creationId xmlns:a16="http://schemas.microsoft.com/office/drawing/2014/main" id="{AD224C1B-48DE-FF44-B9BB-2F60CACF28DD}"/>
                </a:ext>
              </a:extLst>
            </p:cNvPr>
            <p:cNvSpPr/>
            <p:nvPr/>
          </p:nvSpPr>
          <p:spPr>
            <a:xfrm>
              <a:off x="4563686" y="2687329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66FE65E-C07E-4797-0B60-571FBAC3597A}"/>
                </a:ext>
              </a:extLst>
            </p:cNvPr>
            <p:cNvSpPr txBox="1"/>
            <p:nvPr/>
          </p:nvSpPr>
          <p:spPr>
            <a:xfrm>
              <a:off x="4572665" y="2745373"/>
              <a:ext cx="490037" cy="253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000" b="1" dirty="0">
                  <a:solidFill>
                    <a:schemeClr val="accent2"/>
                  </a:solidFill>
                </a:rPr>
                <a:t>Meta</a:t>
              </a:r>
              <a:endParaRPr lang="en-GB" sz="10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A6A579DF-EFE5-7E33-4C47-C0EE76EE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When?</a:t>
            </a:r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09AB4CBC-E5D4-AC53-1D1D-CE6F6651D800}"/>
              </a:ext>
            </a:extLst>
          </p:cNvPr>
          <p:cNvGraphicFramePr>
            <a:graphicFrameLocks noGrp="1"/>
          </p:cNvGraphicFramePr>
          <p:nvPr/>
        </p:nvGraphicFramePr>
        <p:xfrm>
          <a:off x="263525" y="992239"/>
          <a:ext cx="11664950" cy="133480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50126">
                  <a:extLst>
                    <a:ext uri="{9D8B030D-6E8A-4147-A177-3AD203B41FA5}">
                      <a16:colId xmlns:a16="http://schemas.microsoft.com/office/drawing/2014/main" val="2833768099"/>
                    </a:ext>
                  </a:extLst>
                </a:gridCol>
                <a:gridCol w="2536816">
                  <a:extLst>
                    <a:ext uri="{9D8B030D-6E8A-4147-A177-3AD203B41FA5}">
                      <a16:colId xmlns:a16="http://schemas.microsoft.com/office/drawing/2014/main" val="1483954532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32944985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75995707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402632294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3010232207"/>
                    </a:ext>
                  </a:extLst>
                </a:gridCol>
              </a:tblGrid>
              <a:tr h="470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Target cluster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 Case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Downtime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Unnecessary time </a:t>
                      </a:r>
                      <a:b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and steps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92410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신규 클러스터로 </a:t>
                      </a:r>
                      <a:r>
                        <a:rPr lang="en-US" altLang="ko-K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</a:t>
                      </a:r>
                      <a:endParaRPr lang="ko-KR" altLang="en-US" sz="1200" b="1" u="none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12191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컴퓨팅 노드들의 인프라 전환</a:t>
                      </a:r>
                      <a:endParaRPr lang="en-US" altLang="ko-KR" sz="1200" u="none" strike="noStrike" dirty="0">
                        <a:solidFill>
                          <a:schemeClr val="bg1"/>
                        </a:solidFill>
                        <a:effectLst/>
                        <a:highlight>
                          <a:srgbClr val="FF0000"/>
                        </a:highlight>
                      </a:endParaRPr>
                    </a:p>
                    <a:p>
                      <a:pPr marL="0" marR="0" lvl="0" indent="0" algn="ctr" defTabSz="12191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및 하드웨어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EOS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대응 </a:t>
                      </a:r>
                      <a:b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</a:b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e.g., On-prem to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Cloud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b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Cloud to Cloud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하드웨어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&amp; 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재구성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altLang="ko-KR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신규 클러스터 구성이므로 기존 클러스터 중단 불필요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Data migration</a:t>
                      </a:r>
                    </a:p>
                    <a:p>
                      <a:pPr algn="ctr" fontAlgn="ctr"/>
                      <a:r>
                        <a:rPr lang="en-US" altLang="ko-KR" sz="12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 full restore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719539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버티카 클러스터 구성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altLang="ko-KR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신규 구성으로 기존 서비스 중단 불필요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21952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 &amp;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버티카 기동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수분내</a:t>
                      </a:r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3891568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DC0001E-D719-0EDA-EFF4-29D0ED64D919}"/>
              </a:ext>
            </a:extLst>
          </p:cNvPr>
          <p:cNvCxnSpPr>
            <a:cxnSpLocks/>
          </p:cNvCxnSpPr>
          <p:nvPr/>
        </p:nvCxnSpPr>
        <p:spPr>
          <a:xfrm>
            <a:off x="975586" y="5128356"/>
            <a:ext cx="198127" cy="7847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B36381C-E874-D098-EEC6-99BC220B6A41}"/>
              </a:ext>
            </a:extLst>
          </p:cNvPr>
          <p:cNvCxnSpPr>
            <a:cxnSpLocks/>
          </p:cNvCxnSpPr>
          <p:nvPr/>
        </p:nvCxnSpPr>
        <p:spPr>
          <a:xfrm flipH="1">
            <a:off x="1997483" y="4822319"/>
            <a:ext cx="192124" cy="7734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7302167E-7E1C-0D86-344D-E1EAE4A65F33}"/>
              </a:ext>
            </a:extLst>
          </p:cNvPr>
          <p:cNvGrpSpPr/>
          <p:nvPr/>
        </p:nvGrpSpPr>
        <p:grpSpPr>
          <a:xfrm>
            <a:off x="2358807" y="4995202"/>
            <a:ext cx="1253518" cy="1326742"/>
            <a:chOff x="8760623" y="3825720"/>
            <a:chExt cx="1253518" cy="9531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사다리꼴 7">
              <a:extLst>
                <a:ext uri="{FF2B5EF4-FFF2-40B4-BE49-F238E27FC236}">
                  <a16:creationId xmlns:a16="http://schemas.microsoft.com/office/drawing/2014/main" id="{CD6F896C-A1D1-1AD9-C996-B80D06A2B621}"/>
                </a:ext>
              </a:extLst>
            </p:cNvPr>
            <p:cNvSpPr/>
            <p:nvPr/>
          </p:nvSpPr>
          <p:spPr>
            <a:xfrm rot="10800000">
              <a:off x="8760623" y="3825720"/>
              <a:ext cx="1253518" cy="617856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6013E6-C83A-3E1F-E9DF-BE93ED5132CE}"/>
                </a:ext>
              </a:extLst>
            </p:cNvPr>
            <p:cNvSpPr txBox="1"/>
            <p:nvPr/>
          </p:nvSpPr>
          <p:spPr>
            <a:xfrm>
              <a:off x="9079196" y="4447202"/>
              <a:ext cx="663964" cy="33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Object</a:t>
              </a:r>
              <a:br>
                <a:rPr lang="en-GB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</a:br>
              <a:r>
                <a:rPr lang="en-GB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Store</a:t>
              </a:r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29EDF5D-BB2C-A04F-EF36-48B4487837A1}"/>
              </a:ext>
            </a:extLst>
          </p:cNvPr>
          <p:cNvCxnSpPr/>
          <p:nvPr/>
        </p:nvCxnSpPr>
        <p:spPr>
          <a:xfrm>
            <a:off x="1115615" y="4648730"/>
            <a:ext cx="367100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593791D-3822-658F-5911-C863DC893122}"/>
              </a:ext>
            </a:extLst>
          </p:cNvPr>
          <p:cNvGrpSpPr/>
          <p:nvPr/>
        </p:nvGrpSpPr>
        <p:grpSpPr>
          <a:xfrm>
            <a:off x="2597007" y="5483654"/>
            <a:ext cx="777693" cy="338175"/>
            <a:chOff x="2597007" y="4602295"/>
            <a:chExt cx="777693" cy="338175"/>
          </a:xfrm>
        </p:grpSpPr>
        <p:sp>
          <p:nvSpPr>
            <p:cNvPr id="15" name="원통형 14">
              <a:extLst>
                <a:ext uri="{FF2B5EF4-FFF2-40B4-BE49-F238E27FC236}">
                  <a16:creationId xmlns:a16="http://schemas.microsoft.com/office/drawing/2014/main" id="{02311D82-EFBA-BFB0-A3A7-6744950EAA80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1673C1-C867-5A20-0BF0-ED76582E9C35}"/>
                </a:ext>
              </a:extLst>
            </p:cNvPr>
            <p:cNvSpPr txBox="1"/>
            <p:nvPr/>
          </p:nvSpPr>
          <p:spPr>
            <a:xfrm>
              <a:off x="2718781" y="4663471"/>
              <a:ext cx="5164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rgbClr val="FF0000"/>
                  </a:solidFill>
                </a:rPr>
                <a:t>Data</a:t>
              </a:r>
              <a:endParaRPr lang="en-GB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9A6BEB4-43F4-8F8C-1B24-02991FAA6BFE}"/>
              </a:ext>
            </a:extLst>
          </p:cNvPr>
          <p:cNvGrpSpPr/>
          <p:nvPr/>
        </p:nvGrpSpPr>
        <p:grpSpPr>
          <a:xfrm>
            <a:off x="2597007" y="5134960"/>
            <a:ext cx="777693" cy="338175"/>
            <a:chOff x="2597007" y="4602295"/>
            <a:chExt cx="777693" cy="338175"/>
          </a:xfrm>
        </p:grpSpPr>
        <p:sp>
          <p:nvSpPr>
            <p:cNvPr id="18" name="원통형 17">
              <a:extLst>
                <a:ext uri="{FF2B5EF4-FFF2-40B4-BE49-F238E27FC236}">
                  <a16:creationId xmlns:a16="http://schemas.microsoft.com/office/drawing/2014/main" id="{73E7828C-8C4F-8AF6-9D67-8BB6308C82F0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E3F61B-6FFE-2D10-C6C2-B758AD939DFA}"/>
                </a:ext>
              </a:extLst>
            </p:cNvPr>
            <p:cNvSpPr txBox="1"/>
            <p:nvPr/>
          </p:nvSpPr>
          <p:spPr>
            <a:xfrm>
              <a:off x="2709964" y="4663471"/>
              <a:ext cx="5341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4FFB937-FB8B-82B1-8A31-ED8EF8BEFCC3}"/>
              </a:ext>
            </a:extLst>
          </p:cNvPr>
          <p:cNvGrpSpPr/>
          <p:nvPr/>
        </p:nvGrpSpPr>
        <p:grpSpPr>
          <a:xfrm>
            <a:off x="1002379" y="3148361"/>
            <a:ext cx="3840078" cy="1115738"/>
            <a:chOff x="1002379" y="3148361"/>
            <a:chExt cx="3840078" cy="1115738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1558F9E6-1BC4-0E56-CE35-97614BD6D5B4}"/>
                </a:ext>
              </a:extLst>
            </p:cNvPr>
            <p:cNvGrpSpPr/>
            <p:nvPr/>
          </p:nvGrpSpPr>
          <p:grpSpPr>
            <a:xfrm>
              <a:off x="1002379" y="3148361"/>
              <a:ext cx="1029000" cy="1108591"/>
              <a:chOff x="1002379" y="2267002"/>
              <a:chExt cx="1029000" cy="1108591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D87C865D-B1AF-8A33-9669-344D43CF6827}"/>
                  </a:ext>
                </a:extLst>
              </p:cNvPr>
              <p:cNvSpPr/>
              <p:nvPr/>
            </p:nvSpPr>
            <p:spPr>
              <a:xfrm>
                <a:off x="1050252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D899506-22EE-4CD4-75F4-6E7135B88025}"/>
                  </a:ext>
                </a:extLst>
              </p:cNvPr>
              <p:cNvSpPr txBox="1"/>
              <p:nvPr/>
            </p:nvSpPr>
            <p:spPr>
              <a:xfrm>
                <a:off x="1002379" y="2895117"/>
                <a:ext cx="102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</a:rPr>
                  <a:t>Vertica 24.x</a:t>
                </a:r>
                <a:br>
                  <a:rPr lang="en-US" altLang="ko-KR" sz="1200" b="1" dirty="0">
                    <a:solidFill>
                      <a:schemeClr val="bg1"/>
                    </a:solidFill>
                  </a:rPr>
                </a:br>
                <a:r>
                  <a:rPr lang="en-US" altLang="ko-KR" sz="1200" b="1" dirty="0">
                    <a:solidFill>
                      <a:schemeClr val="bg1"/>
                    </a:solidFill>
                  </a:rPr>
                  <a:t>RHEL8</a:t>
                </a:r>
                <a:endParaRPr lang="ko-KR" altLang="en-US" sz="1200" b="1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25AC53D3-7912-B324-C6BC-6BCB041A9C32}"/>
                </a:ext>
              </a:extLst>
            </p:cNvPr>
            <p:cNvGrpSpPr/>
            <p:nvPr/>
          </p:nvGrpSpPr>
          <p:grpSpPr>
            <a:xfrm>
              <a:off x="2417651" y="3155508"/>
              <a:ext cx="1029000" cy="1108591"/>
              <a:chOff x="2417651" y="2274149"/>
              <a:chExt cx="1029000" cy="1108591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149A767-B281-39E7-A7DE-18A2161CD658}"/>
                  </a:ext>
                </a:extLst>
              </p:cNvPr>
              <p:cNvSpPr/>
              <p:nvPr/>
            </p:nvSpPr>
            <p:spPr>
              <a:xfrm>
                <a:off x="2467677" y="2274149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39F6FB-607B-3695-5F5B-C5F71FD3A5B7}"/>
                  </a:ext>
                </a:extLst>
              </p:cNvPr>
              <p:cNvSpPr txBox="1"/>
              <p:nvPr/>
            </p:nvSpPr>
            <p:spPr>
              <a:xfrm>
                <a:off x="2417651" y="2914167"/>
                <a:ext cx="102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</a:rPr>
                  <a:t>Vertica 24.x</a:t>
                </a:r>
                <a:br>
                  <a:rPr lang="en-US" altLang="ko-KR" sz="1200" b="1" dirty="0">
                    <a:solidFill>
                      <a:schemeClr val="bg1"/>
                    </a:solidFill>
                  </a:rPr>
                </a:br>
                <a:r>
                  <a:rPr lang="en-US" altLang="ko-KR" sz="1200" b="1" dirty="0">
                    <a:solidFill>
                      <a:schemeClr val="bg1"/>
                    </a:solidFill>
                  </a:rPr>
                  <a:t>RHEL8</a:t>
                </a:r>
                <a:endParaRPr lang="ko-KR" altLang="en-US" sz="1200" b="1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C0CCD18F-38A2-4A29-DD98-94EE89825572}"/>
                </a:ext>
              </a:extLst>
            </p:cNvPr>
            <p:cNvGrpSpPr/>
            <p:nvPr/>
          </p:nvGrpSpPr>
          <p:grpSpPr>
            <a:xfrm>
              <a:off x="3813457" y="3148361"/>
              <a:ext cx="1029000" cy="1108591"/>
              <a:chOff x="3813457" y="2267002"/>
              <a:chExt cx="1029000" cy="110859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91A2E341-F7A5-09FE-B81A-0EB1809E06B3}"/>
                  </a:ext>
                </a:extLst>
              </p:cNvPr>
              <p:cNvSpPr/>
              <p:nvPr/>
            </p:nvSpPr>
            <p:spPr>
              <a:xfrm>
                <a:off x="3839390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6C79E5-8A1E-2EEB-1CCB-7A3ACD60AE66}"/>
                  </a:ext>
                </a:extLst>
              </p:cNvPr>
              <p:cNvSpPr txBox="1"/>
              <p:nvPr/>
            </p:nvSpPr>
            <p:spPr>
              <a:xfrm>
                <a:off x="3813457" y="2904642"/>
                <a:ext cx="102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</a:rPr>
                  <a:t>Vertica 24.x</a:t>
                </a:r>
                <a:br>
                  <a:rPr lang="en-US" altLang="ko-KR" sz="1200" b="1" dirty="0">
                    <a:solidFill>
                      <a:schemeClr val="bg1"/>
                    </a:solidFill>
                  </a:rPr>
                </a:br>
                <a:r>
                  <a:rPr lang="en-US" altLang="ko-KR" sz="1200" b="1" dirty="0">
                    <a:solidFill>
                      <a:schemeClr val="bg1"/>
                    </a:solidFill>
                  </a:rPr>
                  <a:t>RHEL8</a:t>
                </a:r>
                <a:endParaRPr lang="ko-KR" altLang="en-US" sz="1200" b="1" dirty="0" err="1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57B7613-6416-4C73-8837-55FA058DC883}"/>
              </a:ext>
            </a:extLst>
          </p:cNvPr>
          <p:cNvSpPr txBox="1"/>
          <p:nvPr/>
        </p:nvSpPr>
        <p:spPr>
          <a:xfrm>
            <a:off x="2633056" y="2609850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IDC</a:t>
            </a:r>
            <a:endParaRPr lang="ko-KR" altLang="en-US" dirty="0" err="1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693400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784A1B68-564B-849A-CB51-4147B23BACFA}"/>
              </a:ext>
            </a:extLst>
          </p:cNvPr>
          <p:cNvGrpSpPr/>
          <p:nvPr/>
        </p:nvGrpSpPr>
        <p:grpSpPr>
          <a:xfrm>
            <a:off x="6698330" y="3148361"/>
            <a:ext cx="3840077" cy="1115738"/>
            <a:chOff x="6698330" y="3148361"/>
            <a:chExt cx="3840077" cy="1115738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7FC58A3-110E-433C-300D-70E909CDFDA0}"/>
                </a:ext>
              </a:extLst>
            </p:cNvPr>
            <p:cNvGrpSpPr/>
            <p:nvPr/>
          </p:nvGrpSpPr>
          <p:grpSpPr>
            <a:xfrm>
              <a:off x="6698330" y="3148361"/>
              <a:ext cx="1029000" cy="1108591"/>
              <a:chOff x="1002380" y="2267002"/>
              <a:chExt cx="1029000" cy="1108591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8B0FB743-4931-83E0-0789-9B2A5A017E1B}"/>
                  </a:ext>
                </a:extLst>
              </p:cNvPr>
              <p:cNvSpPr/>
              <p:nvPr/>
            </p:nvSpPr>
            <p:spPr>
              <a:xfrm>
                <a:off x="1050252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BEED8B-64A3-6642-CE3E-8EE5F3DDF900}"/>
                  </a:ext>
                </a:extLst>
              </p:cNvPr>
              <p:cNvSpPr txBox="1"/>
              <p:nvPr/>
            </p:nvSpPr>
            <p:spPr>
              <a:xfrm>
                <a:off x="1002380" y="2904642"/>
                <a:ext cx="102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Vertica 25.x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RHEL9</a:t>
                </a:r>
                <a:endParaRPr lang="ko-KR" altLang="en-US" sz="1200" b="1" dirty="0" err="1">
                  <a:solidFill>
                    <a:schemeClr val="bg1"/>
                  </a:solidFill>
                  <a:highlight>
                    <a:srgbClr val="FF0000"/>
                  </a:highlight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1D044F0-622E-B82C-8484-D10E9A5750E5}"/>
                </a:ext>
              </a:extLst>
            </p:cNvPr>
            <p:cNvGrpSpPr/>
            <p:nvPr/>
          </p:nvGrpSpPr>
          <p:grpSpPr>
            <a:xfrm>
              <a:off x="8113600" y="3155508"/>
              <a:ext cx="1029001" cy="1108591"/>
              <a:chOff x="2417650" y="2274149"/>
              <a:chExt cx="1029001" cy="1108591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3350B7CB-074E-2868-7F65-0AA879FC39A9}"/>
                  </a:ext>
                </a:extLst>
              </p:cNvPr>
              <p:cNvSpPr/>
              <p:nvPr/>
            </p:nvSpPr>
            <p:spPr>
              <a:xfrm>
                <a:off x="2467677" y="2274149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D538A4-1E5D-CDC9-0C24-7B408CA95343}"/>
                  </a:ext>
                </a:extLst>
              </p:cNvPr>
              <p:cNvSpPr txBox="1"/>
              <p:nvPr/>
            </p:nvSpPr>
            <p:spPr>
              <a:xfrm>
                <a:off x="2417650" y="2914167"/>
                <a:ext cx="10290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Vertica 25.x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RHEL9</a:t>
                </a:r>
                <a:endParaRPr lang="ko-KR" altLang="en-US" sz="1200" b="1" dirty="0" err="1">
                  <a:solidFill>
                    <a:schemeClr val="bg1"/>
                  </a:solidFill>
                  <a:highlight>
                    <a:srgbClr val="FF0000"/>
                  </a:highlight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D7D06C7-D258-A5AE-F79C-F24BA378AC10}"/>
                </a:ext>
              </a:extLst>
            </p:cNvPr>
            <p:cNvGrpSpPr/>
            <p:nvPr/>
          </p:nvGrpSpPr>
          <p:grpSpPr>
            <a:xfrm>
              <a:off x="9509406" y="3148361"/>
              <a:ext cx="1029001" cy="1108591"/>
              <a:chOff x="3813456" y="2267002"/>
              <a:chExt cx="1029001" cy="1108591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ECDD7A5E-781B-FD7E-6177-657CA641ADDA}"/>
                  </a:ext>
                </a:extLst>
              </p:cNvPr>
              <p:cNvSpPr/>
              <p:nvPr/>
            </p:nvSpPr>
            <p:spPr>
              <a:xfrm>
                <a:off x="3839390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6F3171-EF73-971F-1A52-3398B8570FC0}"/>
                  </a:ext>
                </a:extLst>
              </p:cNvPr>
              <p:cNvSpPr txBox="1"/>
              <p:nvPr/>
            </p:nvSpPr>
            <p:spPr>
              <a:xfrm>
                <a:off x="3813456" y="2904642"/>
                <a:ext cx="10290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Vertica 25.x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RHEL9</a:t>
                </a:r>
                <a:endParaRPr lang="ko-KR" altLang="en-US" sz="1200" b="1" dirty="0" err="1">
                  <a:solidFill>
                    <a:schemeClr val="bg1"/>
                  </a:solidFill>
                  <a:highlight>
                    <a:srgbClr val="FF0000"/>
                  </a:highlight>
                </a:endParaRP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7B5C6E8-2F78-8510-7333-FE38B8E1B76D}"/>
              </a:ext>
            </a:extLst>
          </p:cNvPr>
          <p:cNvGrpSpPr/>
          <p:nvPr/>
        </p:nvGrpSpPr>
        <p:grpSpPr>
          <a:xfrm>
            <a:off x="2754576" y="5151342"/>
            <a:ext cx="485142" cy="302650"/>
            <a:chOff x="4563685" y="2687330"/>
            <a:chExt cx="499017" cy="311306"/>
          </a:xfrm>
        </p:grpSpPr>
        <p:sp>
          <p:nvSpPr>
            <p:cNvPr id="40" name="원통형 39">
              <a:extLst>
                <a:ext uri="{FF2B5EF4-FFF2-40B4-BE49-F238E27FC236}">
                  <a16:creationId xmlns:a16="http://schemas.microsoft.com/office/drawing/2014/main" id="{503CFDBC-3C12-6775-4D76-CAC2676EA67D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3BBD5C0-2986-0109-9544-EA1FADD8775C}"/>
                </a:ext>
              </a:extLst>
            </p:cNvPr>
            <p:cNvSpPr txBox="1"/>
            <p:nvPr/>
          </p:nvSpPr>
          <p:spPr>
            <a:xfrm>
              <a:off x="4572665" y="2745373"/>
              <a:ext cx="490037" cy="253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000" b="1" dirty="0">
                  <a:solidFill>
                    <a:schemeClr val="accent2"/>
                  </a:solidFill>
                </a:rPr>
                <a:t>Meta</a:t>
              </a:r>
              <a:endParaRPr lang="en-GB" sz="10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557E375-5012-1108-7570-82FC50D225A2}"/>
              </a:ext>
            </a:extLst>
          </p:cNvPr>
          <p:cNvGrpSpPr/>
          <p:nvPr/>
        </p:nvGrpSpPr>
        <p:grpSpPr>
          <a:xfrm>
            <a:off x="2747822" y="5151341"/>
            <a:ext cx="485141" cy="302651"/>
            <a:chOff x="4563686" y="2687329"/>
            <a:chExt cx="499016" cy="311307"/>
          </a:xfrm>
        </p:grpSpPr>
        <p:sp>
          <p:nvSpPr>
            <p:cNvPr id="46" name="원통형 45">
              <a:extLst>
                <a:ext uri="{FF2B5EF4-FFF2-40B4-BE49-F238E27FC236}">
                  <a16:creationId xmlns:a16="http://schemas.microsoft.com/office/drawing/2014/main" id="{F2B007AE-8EEC-F951-3B4B-17327B4D5970}"/>
                </a:ext>
              </a:extLst>
            </p:cNvPr>
            <p:cNvSpPr/>
            <p:nvPr/>
          </p:nvSpPr>
          <p:spPr>
            <a:xfrm>
              <a:off x="4563686" y="2687329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8D4247D-7287-B3B8-E128-2656B7DAE075}"/>
                </a:ext>
              </a:extLst>
            </p:cNvPr>
            <p:cNvSpPr txBox="1"/>
            <p:nvPr/>
          </p:nvSpPr>
          <p:spPr>
            <a:xfrm>
              <a:off x="4572665" y="2745373"/>
              <a:ext cx="490037" cy="253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000" b="1" dirty="0">
                  <a:solidFill>
                    <a:schemeClr val="accent2"/>
                  </a:solidFill>
                </a:rPr>
                <a:t>Meta</a:t>
              </a:r>
              <a:endParaRPr lang="en-GB" sz="10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9EC5A15-9B0F-1B1F-6F9C-4D0CD3847DFE}"/>
              </a:ext>
            </a:extLst>
          </p:cNvPr>
          <p:cNvGrpSpPr/>
          <p:nvPr/>
        </p:nvGrpSpPr>
        <p:grpSpPr>
          <a:xfrm>
            <a:off x="2750299" y="5143475"/>
            <a:ext cx="485141" cy="302651"/>
            <a:chOff x="4563686" y="2687329"/>
            <a:chExt cx="499016" cy="311307"/>
          </a:xfrm>
        </p:grpSpPr>
        <p:sp>
          <p:nvSpPr>
            <p:cNvPr id="50" name="원통형 49">
              <a:extLst>
                <a:ext uri="{FF2B5EF4-FFF2-40B4-BE49-F238E27FC236}">
                  <a16:creationId xmlns:a16="http://schemas.microsoft.com/office/drawing/2014/main" id="{AD224C1B-48DE-FF44-B9BB-2F60CACF28DD}"/>
                </a:ext>
              </a:extLst>
            </p:cNvPr>
            <p:cNvSpPr/>
            <p:nvPr/>
          </p:nvSpPr>
          <p:spPr>
            <a:xfrm>
              <a:off x="4563686" y="2687329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66FE65E-C07E-4797-0B60-571FBAC3597A}"/>
                </a:ext>
              </a:extLst>
            </p:cNvPr>
            <p:cNvSpPr txBox="1"/>
            <p:nvPr/>
          </p:nvSpPr>
          <p:spPr>
            <a:xfrm>
              <a:off x="4572665" y="2745373"/>
              <a:ext cx="490037" cy="253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000" b="1" dirty="0">
                  <a:solidFill>
                    <a:schemeClr val="accent2"/>
                  </a:solidFill>
                </a:rPr>
                <a:t>Meta</a:t>
              </a:r>
              <a:endParaRPr lang="en-GB" sz="10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A6A579DF-EFE5-7E33-4C47-C0EE76EE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When?</a:t>
            </a:r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09AB4CBC-E5D4-AC53-1D1D-CE6F6651D800}"/>
              </a:ext>
            </a:extLst>
          </p:cNvPr>
          <p:cNvGraphicFramePr>
            <a:graphicFrameLocks noGrp="1"/>
          </p:cNvGraphicFramePr>
          <p:nvPr/>
        </p:nvGraphicFramePr>
        <p:xfrm>
          <a:off x="263525" y="992239"/>
          <a:ext cx="11664950" cy="133480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50126">
                  <a:extLst>
                    <a:ext uri="{9D8B030D-6E8A-4147-A177-3AD203B41FA5}">
                      <a16:colId xmlns:a16="http://schemas.microsoft.com/office/drawing/2014/main" val="2833768099"/>
                    </a:ext>
                  </a:extLst>
                </a:gridCol>
                <a:gridCol w="2536816">
                  <a:extLst>
                    <a:ext uri="{9D8B030D-6E8A-4147-A177-3AD203B41FA5}">
                      <a16:colId xmlns:a16="http://schemas.microsoft.com/office/drawing/2014/main" val="1483954532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32944985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75995707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402632294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3010232207"/>
                    </a:ext>
                  </a:extLst>
                </a:gridCol>
              </a:tblGrid>
              <a:tr h="470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Target cluster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 Case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Downtime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Unnecessary time </a:t>
                      </a:r>
                      <a:b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and steps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92410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신규 클러스터로 </a:t>
                      </a:r>
                      <a:r>
                        <a:rPr lang="en-US" altLang="ko-K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</a:t>
                      </a:r>
                      <a:endParaRPr lang="ko-KR" altLang="en-US" sz="1200" b="1" u="none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12191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컴퓨팅 노드들의 인프라 전환</a:t>
                      </a:r>
                      <a:endParaRPr lang="en-US" altLang="ko-KR" sz="1200" u="none" strike="noStrike" dirty="0">
                        <a:solidFill>
                          <a:schemeClr val="bg1"/>
                        </a:solidFill>
                        <a:effectLst/>
                        <a:highlight>
                          <a:srgbClr val="FF0000"/>
                        </a:highlight>
                      </a:endParaRPr>
                    </a:p>
                    <a:p>
                      <a:pPr marL="0" marR="0" lvl="0" indent="0" algn="ctr" defTabSz="12191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및 하드웨어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EOS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대응 </a:t>
                      </a:r>
                      <a:b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</a:b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e.g., On-prem to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Cloud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b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Cloud to Cloud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하드웨어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&amp; 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재구성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altLang="ko-KR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신규 클러스터 구성이므로 기존 클러스터 중단 불필요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Data migration</a:t>
                      </a:r>
                    </a:p>
                    <a:p>
                      <a:pPr algn="ctr" fontAlgn="ctr"/>
                      <a:r>
                        <a:rPr lang="en-US" altLang="ko-KR" sz="12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 full restore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719539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버티카 클러스터 구성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altLang="ko-KR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신규 구성으로 기존 서비스 중단 불필요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21952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 &amp;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버티카 기동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수분내</a:t>
                      </a:r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3891568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DC0001E-D719-0EDA-EFF4-29D0ED64D919}"/>
              </a:ext>
            </a:extLst>
          </p:cNvPr>
          <p:cNvCxnSpPr>
            <a:cxnSpLocks/>
          </p:cNvCxnSpPr>
          <p:nvPr/>
        </p:nvCxnSpPr>
        <p:spPr>
          <a:xfrm>
            <a:off x="975586" y="5128356"/>
            <a:ext cx="198127" cy="7847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B36381C-E874-D098-EEC6-99BC220B6A41}"/>
              </a:ext>
            </a:extLst>
          </p:cNvPr>
          <p:cNvCxnSpPr>
            <a:cxnSpLocks/>
          </p:cNvCxnSpPr>
          <p:nvPr/>
        </p:nvCxnSpPr>
        <p:spPr>
          <a:xfrm flipH="1">
            <a:off x="1997483" y="4822319"/>
            <a:ext cx="192124" cy="7734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7302167E-7E1C-0D86-344D-E1EAE4A65F33}"/>
              </a:ext>
            </a:extLst>
          </p:cNvPr>
          <p:cNvGrpSpPr/>
          <p:nvPr/>
        </p:nvGrpSpPr>
        <p:grpSpPr>
          <a:xfrm>
            <a:off x="2358807" y="4995202"/>
            <a:ext cx="1253518" cy="1326742"/>
            <a:chOff x="8760623" y="3825720"/>
            <a:chExt cx="1253518" cy="9531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사다리꼴 7">
              <a:extLst>
                <a:ext uri="{FF2B5EF4-FFF2-40B4-BE49-F238E27FC236}">
                  <a16:creationId xmlns:a16="http://schemas.microsoft.com/office/drawing/2014/main" id="{CD6F896C-A1D1-1AD9-C996-B80D06A2B621}"/>
                </a:ext>
              </a:extLst>
            </p:cNvPr>
            <p:cNvSpPr/>
            <p:nvPr/>
          </p:nvSpPr>
          <p:spPr>
            <a:xfrm rot="10800000">
              <a:off x="8760623" y="3825720"/>
              <a:ext cx="1253518" cy="617856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6013E6-C83A-3E1F-E9DF-BE93ED5132CE}"/>
                </a:ext>
              </a:extLst>
            </p:cNvPr>
            <p:cNvSpPr txBox="1"/>
            <p:nvPr/>
          </p:nvSpPr>
          <p:spPr>
            <a:xfrm>
              <a:off x="9079196" y="4447202"/>
              <a:ext cx="663964" cy="33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Object</a:t>
              </a:r>
              <a:br>
                <a:rPr lang="en-GB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</a:br>
              <a:r>
                <a:rPr lang="en-GB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Store</a:t>
              </a:r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29EDF5D-BB2C-A04F-EF36-48B4487837A1}"/>
              </a:ext>
            </a:extLst>
          </p:cNvPr>
          <p:cNvCxnSpPr/>
          <p:nvPr/>
        </p:nvCxnSpPr>
        <p:spPr>
          <a:xfrm>
            <a:off x="1115615" y="4648730"/>
            <a:ext cx="367100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593791D-3822-658F-5911-C863DC893122}"/>
              </a:ext>
            </a:extLst>
          </p:cNvPr>
          <p:cNvGrpSpPr/>
          <p:nvPr/>
        </p:nvGrpSpPr>
        <p:grpSpPr>
          <a:xfrm>
            <a:off x="2597007" y="5483654"/>
            <a:ext cx="777693" cy="338175"/>
            <a:chOff x="2597007" y="4602295"/>
            <a:chExt cx="777693" cy="338175"/>
          </a:xfrm>
        </p:grpSpPr>
        <p:sp>
          <p:nvSpPr>
            <p:cNvPr id="15" name="원통형 14">
              <a:extLst>
                <a:ext uri="{FF2B5EF4-FFF2-40B4-BE49-F238E27FC236}">
                  <a16:creationId xmlns:a16="http://schemas.microsoft.com/office/drawing/2014/main" id="{02311D82-EFBA-BFB0-A3A7-6744950EAA80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1673C1-C867-5A20-0BF0-ED76582E9C35}"/>
                </a:ext>
              </a:extLst>
            </p:cNvPr>
            <p:cNvSpPr txBox="1"/>
            <p:nvPr/>
          </p:nvSpPr>
          <p:spPr>
            <a:xfrm>
              <a:off x="2718781" y="4663471"/>
              <a:ext cx="5164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rgbClr val="FF0000"/>
                  </a:solidFill>
                </a:rPr>
                <a:t>Data</a:t>
              </a:r>
              <a:endParaRPr lang="en-GB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9A6BEB4-43F4-8F8C-1B24-02991FAA6BFE}"/>
              </a:ext>
            </a:extLst>
          </p:cNvPr>
          <p:cNvGrpSpPr/>
          <p:nvPr/>
        </p:nvGrpSpPr>
        <p:grpSpPr>
          <a:xfrm>
            <a:off x="2597007" y="5134960"/>
            <a:ext cx="777693" cy="338175"/>
            <a:chOff x="2597007" y="4602295"/>
            <a:chExt cx="777693" cy="338175"/>
          </a:xfrm>
        </p:grpSpPr>
        <p:sp>
          <p:nvSpPr>
            <p:cNvPr id="18" name="원통형 17">
              <a:extLst>
                <a:ext uri="{FF2B5EF4-FFF2-40B4-BE49-F238E27FC236}">
                  <a16:creationId xmlns:a16="http://schemas.microsoft.com/office/drawing/2014/main" id="{73E7828C-8C4F-8AF6-9D67-8BB6308C82F0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E3F61B-6FFE-2D10-C6C2-B758AD939DFA}"/>
                </a:ext>
              </a:extLst>
            </p:cNvPr>
            <p:cNvSpPr txBox="1"/>
            <p:nvPr/>
          </p:nvSpPr>
          <p:spPr>
            <a:xfrm>
              <a:off x="2709964" y="4663471"/>
              <a:ext cx="5341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4FFB937-FB8B-82B1-8A31-ED8EF8BEFCC3}"/>
              </a:ext>
            </a:extLst>
          </p:cNvPr>
          <p:cNvGrpSpPr/>
          <p:nvPr/>
        </p:nvGrpSpPr>
        <p:grpSpPr>
          <a:xfrm>
            <a:off x="1002379" y="3148361"/>
            <a:ext cx="3840078" cy="1115738"/>
            <a:chOff x="1002379" y="3148361"/>
            <a:chExt cx="3840078" cy="1115738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1558F9E6-1BC4-0E56-CE35-97614BD6D5B4}"/>
                </a:ext>
              </a:extLst>
            </p:cNvPr>
            <p:cNvGrpSpPr/>
            <p:nvPr/>
          </p:nvGrpSpPr>
          <p:grpSpPr>
            <a:xfrm>
              <a:off x="1002379" y="3148361"/>
              <a:ext cx="1029000" cy="1108591"/>
              <a:chOff x="1002379" y="2267002"/>
              <a:chExt cx="1029000" cy="1108591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D87C865D-B1AF-8A33-9669-344D43CF6827}"/>
                  </a:ext>
                </a:extLst>
              </p:cNvPr>
              <p:cNvSpPr/>
              <p:nvPr/>
            </p:nvSpPr>
            <p:spPr>
              <a:xfrm>
                <a:off x="1050252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D899506-22EE-4CD4-75F4-6E7135B88025}"/>
                  </a:ext>
                </a:extLst>
              </p:cNvPr>
              <p:cNvSpPr txBox="1"/>
              <p:nvPr/>
            </p:nvSpPr>
            <p:spPr>
              <a:xfrm>
                <a:off x="1002379" y="2895117"/>
                <a:ext cx="102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</a:rPr>
                  <a:t>Vertica 24.x</a:t>
                </a:r>
                <a:br>
                  <a:rPr lang="en-US" altLang="ko-KR" sz="1200" b="1" dirty="0">
                    <a:solidFill>
                      <a:schemeClr val="bg1"/>
                    </a:solidFill>
                  </a:rPr>
                </a:br>
                <a:r>
                  <a:rPr lang="en-US" altLang="ko-KR" sz="1200" b="1" dirty="0">
                    <a:solidFill>
                      <a:schemeClr val="bg1"/>
                    </a:solidFill>
                  </a:rPr>
                  <a:t>RHEL8</a:t>
                </a:r>
                <a:endParaRPr lang="ko-KR" altLang="en-US" sz="1200" b="1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25AC53D3-7912-B324-C6BC-6BCB041A9C32}"/>
                </a:ext>
              </a:extLst>
            </p:cNvPr>
            <p:cNvGrpSpPr/>
            <p:nvPr/>
          </p:nvGrpSpPr>
          <p:grpSpPr>
            <a:xfrm>
              <a:off x="2417651" y="3155508"/>
              <a:ext cx="1029000" cy="1108591"/>
              <a:chOff x="2417651" y="2274149"/>
              <a:chExt cx="1029000" cy="1108591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149A767-B281-39E7-A7DE-18A2161CD658}"/>
                  </a:ext>
                </a:extLst>
              </p:cNvPr>
              <p:cNvSpPr/>
              <p:nvPr/>
            </p:nvSpPr>
            <p:spPr>
              <a:xfrm>
                <a:off x="2467677" y="2274149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39F6FB-607B-3695-5F5B-C5F71FD3A5B7}"/>
                  </a:ext>
                </a:extLst>
              </p:cNvPr>
              <p:cNvSpPr txBox="1"/>
              <p:nvPr/>
            </p:nvSpPr>
            <p:spPr>
              <a:xfrm>
                <a:off x="2417651" y="2914167"/>
                <a:ext cx="102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</a:rPr>
                  <a:t>Vertica 24.x</a:t>
                </a:r>
                <a:br>
                  <a:rPr lang="en-US" altLang="ko-KR" sz="1200" b="1" dirty="0">
                    <a:solidFill>
                      <a:schemeClr val="bg1"/>
                    </a:solidFill>
                  </a:rPr>
                </a:br>
                <a:r>
                  <a:rPr lang="en-US" altLang="ko-KR" sz="1200" b="1" dirty="0">
                    <a:solidFill>
                      <a:schemeClr val="bg1"/>
                    </a:solidFill>
                  </a:rPr>
                  <a:t>RHEL8</a:t>
                </a:r>
                <a:endParaRPr lang="ko-KR" altLang="en-US" sz="1200" b="1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C0CCD18F-38A2-4A29-DD98-94EE89825572}"/>
                </a:ext>
              </a:extLst>
            </p:cNvPr>
            <p:cNvGrpSpPr/>
            <p:nvPr/>
          </p:nvGrpSpPr>
          <p:grpSpPr>
            <a:xfrm>
              <a:off x="3813457" y="3148361"/>
              <a:ext cx="1029000" cy="1108591"/>
              <a:chOff x="3813457" y="2267002"/>
              <a:chExt cx="1029000" cy="110859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91A2E341-F7A5-09FE-B81A-0EB1809E06B3}"/>
                  </a:ext>
                </a:extLst>
              </p:cNvPr>
              <p:cNvSpPr/>
              <p:nvPr/>
            </p:nvSpPr>
            <p:spPr>
              <a:xfrm>
                <a:off x="3839390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6C79E5-8A1E-2EEB-1CCB-7A3ACD60AE66}"/>
                  </a:ext>
                </a:extLst>
              </p:cNvPr>
              <p:cNvSpPr txBox="1"/>
              <p:nvPr/>
            </p:nvSpPr>
            <p:spPr>
              <a:xfrm>
                <a:off x="3813457" y="2904642"/>
                <a:ext cx="102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</a:rPr>
                  <a:t>Vertica 24.x</a:t>
                </a:r>
                <a:br>
                  <a:rPr lang="en-US" altLang="ko-KR" sz="1200" b="1" dirty="0">
                    <a:solidFill>
                      <a:schemeClr val="bg1"/>
                    </a:solidFill>
                  </a:rPr>
                </a:br>
                <a:r>
                  <a:rPr lang="en-US" altLang="ko-KR" sz="1200" b="1" dirty="0">
                    <a:solidFill>
                      <a:schemeClr val="bg1"/>
                    </a:solidFill>
                  </a:rPr>
                  <a:t>RHEL8</a:t>
                </a:r>
                <a:endParaRPr lang="ko-KR" altLang="en-US" sz="1200" b="1" dirty="0" err="1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57B7613-6416-4C73-8837-55FA058DC883}"/>
              </a:ext>
            </a:extLst>
          </p:cNvPr>
          <p:cNvSpPr txBox="1"/>
          <p:nvPr/>
        </p:nvSpPr>
        <p:spPr>
          <a:xfrm>
            <a:off x="2633056" y="2609850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IDC</a:t>
            </a:r>
            <a:endParaRPr lang="ko-KR" altLang="en-US" dirty="0" err="1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64863CF-42C7-CB50-68FD-99BA7C8FC763}"/>
              </a:ext>
            </a:extLst>
          </p:cNvPr>
          <p:cNvGrpSpPr/>
          <p:nvPr/>
        </p:nvGrpSpPr>
        <p:grpSpPr>
          <a:xfrm>
            <a:off x="6867401" y="2609850"/>
            <a:ext cx="3671006" cy="2038880"/>
            <a:chOff x="6867401" y="2609850"/>
            <a:chExt cx="3671006" cy="203888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07D767F-939E-9406-8FB8-333F2F91292E}"/>
                </a:ext>
              </a:extLst>
            </p:cNvPr>
            <p:cNvSpPr txBox="1"/>
            <p:nvPr/>
          </p:nvSpPr>
          <p:spPr>
            <a:xfrm>
              <a:off x="7790406" y="2609850"/>
              <a:ext cx="16273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Public Cloud</a:t>
              </a:r>
              <a:endParaRPr lang="ko-KR" altLang="en-US" dirty="0" err="1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DAD8BCD5-058A-0FEB-F517-E4F86EFBBE52}"/>
                </a:ext>
              </a:extLst>
            </p:cNvPr>
            <p:cNvCxnSpPr/>
            <p:nvPr/>
          </p:nvCxnSpPr>
          <p:spPr>
            <a:xfrm>
              <a:off x="6867401" y="4648730"/>
              <a:ext cx="3671006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90769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784A1B68-564B-849A-CB51-4147B23BACFA}"/>
              </a:ext>
            </a:extLst>
          </p:cNvPr>
          <p:cNvGrpSpPr/>
          <p:nvPr/>
        </p:nvGrpSpPr>
        <p:grpSpPr>
          <a:xfrm>
            <a:off x="6698330" y="3148361"/>
            <a:ext cx="3840077" cy="1115738"/>
            <a:chOff x="6698330" y="3148361"/>
            <a:chExt cx="3840077" cy="1115738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7FC58A3-110E-433C-300D-70E909CDFDA0}"/>
                </a:ext>
              </a:extLst>
            </p:cNvPr>
            <p:cNvGrpSpPr/>
            <p:nvPr/>
          </p:nvGrpSpPr>
          <p:grpSpPr>
            <a:xfrm>
              <a:off x="6698330" y="3148361"/>
              <a:ext cx="1029000" cy="1108591"/>
              <a:chOff x="1002380" y="2267002"/>
              <a:chExt cx="1029000" cy="1108591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8B0FB743-4931-83E0-0789-9B2A5A017E1B}"/>
                  </a:ext>
                </a:extLst>
              </p:cNvPr>
              <p:cNvSpPr/>
              <p:nvPr/>
            </p:nvSpPr>
            <p:spPr>
              <a:xfrm>
                <a:off x="1050252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BEED8B-64A3-6642-CE3E-8EE5F3DDF900}"/>
                  </a:ext>
                </a:extLst>
              </p:cNvPr>
              <p:cNvSpPr txBox="1"/>
              <p:nvPr/>
            </p:nvSpPr>
            <p:spPr>
              <a:xfrm>
                <a:off x="1002380" y="2904642"/>
                <a:ext cx="102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Vertica 25.x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RHEL9</a:t>
                </a:r>
                <a:endParaRPr lang="ko-KR" altLang="en-US" sz="1200" b="1" dirty="0" err="1">
                  <a:solidFill>
                    <a:schemeClr val="bg1"/>
                  </a:solidFill>
                  <a:highlight>
                    <a:srgbClr val="FF0000"/>
                  </a:highlight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1D044F0-622E-B82C-8484-D10E9A5750E5}"/>
                </a:ext>
              </a:extLst>
            </p:cNvPr>
            <p:cNvGrpSpPr/>
            <p:nvPr/>
          </p:nvGrpSpPr>
          <p:grpSpPr>
            <a:xfrm>
              <a:off x="8113600" y="3155508"/>
              <a:ext cx="1029001" cy="1108591"/>
              <a:chOff x="2417650" y="2274149"/>
              <a:chExt cx="1029001" cy="1108591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3350B7CB-074E-2868-7F65-0AA879FC39A9}"/>
                  </a:ext>
                </a:extLst>
              </p:cNvPr>
              <p:cNvSpPr/>
              <p:nvPr/>
            </p:nvSpPr>
            <p:spPr>
              <a:xfrm>
                <a:off x="2467677" y="2274149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D538A4-1E5D-CDC9-0C24-7B408CA95343}"/>
                  </a:ext>
                </a:extLst>
              </p:cNvPr>
              <p:cNvSpPr txBox="1"/>
              <p:nvPr/>
            </p:nvSpPr>
            <p:spPr>
              <a:xfrm>
                <a:off x="2417650" y="2914167"/>
                <a:ext cx="10290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Vertica 25.x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RHEL9</a:t>
                </a:r>
                <a:endParaRPr lang="ko-KR" altLang="en-US" sz="1200" b="1" dirty="0" err="1">
                  <a:solidFill>
                    <a:schemeClr val="bg1"/>
                  </a:solidFill>
                  <a:highlight>
                    <a:srgbClr val="FF0000"/>
                  </a:highlight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D7D06C7-D258-A5AE-F79C-F24BA378AC10}"/>
                </a:ext>
              </a:extLst>
            </p:cNvPr>
            <p:cNvGrpSpPr/>
            <p:nvPr/>
          </p:nvGrpSpPr>
          <p:grpSpPr>
            <a:xfrm>
              <a:off x="9509406" y="3148361"/>
              <a:ext cx="1029001" cy="1108591"/>
              <a:chOff x="3813456" y="2267002"/>
              <a:chExt cx="1029001" cy="1108591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ECDD7A5E-781B-FD7E-6177-657CA641ADDA}"/>
                  </a:ext>
                </a:extLst>
              </p:cNvPr>
              <p:cNvSpPr/>
              <p:nvPr/>
            </p:nvSpPr>
            <p:spPr>
              <a:xfrm>
                <a:off x="3839390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6F3171-EF73-971F-1A52-3398B8570FC0}"/>
                  </a:ext>
                </a:extLst>
              </p:cNvPr>
              <p:cNvSpPr txBox="1"/>
              <p:nvPr/>
            </p:nvSpPr>
            <p:spPr>
              <a:xfrm>
                <a:off x="3813456" y="2904642"/>
                <a:ext cx="10290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Vertica 25.x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RHEL9</a:t>
                </a:r>
                <a:endParaRPr lang="ko-KR" altLang="en-US" sz="1200" b="1" dirty="0" err="1">
                  <a:solidFill>
                    <a:schemeClr val="bg1"/>
                  </a:solidFill>
                  <a:highlight>
                    <a:srgbClr val="FF0000"/>
                  </a:highlight>
                </a:endParaRP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7B5C6E8-2F78-8510-7333-FE38B8E1B76D}"/>
              </a:ext>
            </a:extLst>
          </p:cNvPr>
          <p:cNvGrpSpPr/>
          <p:nvPr/>
        </p:nvGrpSpPr>
        <p:grpSpPr>
          <a:xfrm>
            <a:off x="2754576" y="5151342"/>
            <a:ext cx="485142" cy="302650"/>
            <a:chOff x="4563685" y="2687330"/>
            <a:chExt cx="499017" cy="311306"/>
          </a:xfrm>
        </p:grpSpPr>
        <p:sp>
          <p:nvSpPr>
            <p:cNvPr id="40" name="원통형 39">
              <a:extLst>
                <a:ext uri="{FF2B5EF4-FFF2-40B4-BE49-F238E27FC236}">
                  <a16:creationId xmlns:a16="http://schemas.microsoft.com/office/drawing/2014/main" id="{503CFDBC-3C12-6775-4D76-CAC2676EA67D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3BBD5C0-2986-0109-9544-EA1FADD8775C}"/>
                </a:ext>
              </a:extLst>
            </p:cNvPr>
            <p:cNvSpPr txBox="1"/>
            <p:nvPr/>
          </p:nvSpPr>
          <p:spPr>
            <a:xfrm>
              <a:off x="4572665" y="2745373"/>
              <a:ext cx="490037" cy="253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000" b="1" dirty="0">
                  <a:solidFill>
                    <a:schemeClr val="accent2"/>
                  </a:solidFill>
                </a:rPr>
                <a:t>Meta</a:t>
              </a:r>
              <a:endParaRPr lang="en-GB" sz="10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557E375-5012-1108-7570-82FC50D225A2}"/>
              </a:ext>
            </a:extLst>
          </p:cNvPr>
          <p:cNvGrpSpPr/>
          <p:nvPr/>
        </p:nvGrpSpPr>
        <p:grpSpPr>
          <a:xfrm>
            <a:off x="2747822" y="5151341"/>
            <a:ext cx="485141" cy="302651"/>
            <a:chOff x="4563686" y="2687329"/>
            <a:chExt cx="499016" cy="311307"/>
          </a:xfrm>
        </p:grpSpPr>
        <p:sp>
          <p:nvSpPr>
            <p:cNvPr id="46" name="원통형 45">
              <a:extLst>
                <a:ext uri="{FF2B5EF4-FFF2-40B4-BE49-F238E27FC236}">
                  <a16:creationId xmlns:a16="http://schemas.microsoft.com/office/drawing/2014/main" id="{F2B007AE-8EEC-F951-3B4B-17327B4D5970}"/>
                </a:ext>
              </a:extLst>
            </p:cNvPr>
            <p:cNvSpPr/>
            <p:nvPr/>
          </p:nvSpPr>
          <p:spPr>
            <a:xfrm>
              <a:off x="4563686" y="2687329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8D4247D-7287-B3B8-E128-2656B7DAE075}"/>
                </a:ext>
              </a:extLst>
            </p:cNvPr>
            <p:cNvSpPr txBox="1"/>
            <p:nvPr/>
          </p:nvSpPr>
          <p:spPr>
            <a:xfrm>
              <a:off x="4572665" y="2745373"/>
              <a:ext cx="490037" cy="253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000" b="1" dirty="0">
                  <a:solidFill>
                    <a:schemeClr val="accent2"/>
                  </a:solidFill>
                </a:rPr>
                <a:t>Meta</a:t>
              </a:r>
              <a:endParaRPr lang="en-GB" sz="10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9EC5A15-9B0F-1B1F-6F9C-4D0CD3847DFE}"/>
              </a:ext>
            </a:extLst>
          </p:cNvPr>
          <p:cNvGrpSpPr/>
          <p:nvPr/>
        </p:nvGrpSpPr>
        <p:grpSpPr>
          <a:xfrm>
            <a:off x="2750299" y="5143475"/>
            <a:ext cx="485141" cy="302651"/>
            <a:chOff x="4563686" y="2687329"/>
            <a:chExt cx="499016" cy="311307"/>
          </a:xfrm>
        </p:grpSpPr>
        <p:sp>
          <p:nvSpPr>
            <p:cNvPr id="50" name="원통형 49">
              <a:extLst>
                <a:ext uri="{FF2B5EF4-FFF2-40B4-BE49-F238E27FC236}">
                  <a16:creationId xmlns:a16="http://schemas.microsoft.com/office/drawing/2014/main" id="{AD224C1B-48DE-FF44-B9BB-2F60CACF28DD}"/>
                </a:ext>
              </a:extLst>
            </p:cNvPr>
            <p:cNvSpPr/>
            <p:nvPr/>
          </p:nvSpPr>
          <p:spPr>
            <a:xfrm>
              <a:off x="4563686" y="2687329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66FE65E-C07E-4797-0B60-571FBAC3597A}"/>
                </a:ext>
              </a:extLst>
            </p:cNvPr>
            <p:cNvSpPr txBox="1"/>
            <p:nvPr/>
          </p:nvSpPr>
          <p:spPr>
            <a:xfrm>
              <a:off x="4572665" y="2745373"/>
              <a:ext cx="490037" cy="253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000" b="1" dirty="0">
                  <a:solidFill>
                    <a:schemeClr val="accent2"/>
                  </a:solidFill>
                </a:rPr>
                <a:t>Meta</a:t>
              </a:r>
              <a:endParaRPr lang="en-GB" sz="10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A6A579DF-EFE5-7E33-4C47-C0EE76EE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When?</a:t>
            </a:r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09AB4CBC-E5D4-AC53-1D1D-CE6F6651D800}"/>
              </a:ext>
            </a:extLst>
          </p:cNvPr>
          <p:cNvGraphicFramePr>
            <a:graphicFrameLocks noGrp="1"/>
          </p:cNvGraphicFramePr>
          <p:nvPr/>
        </p:nvGraphicFramePr>
        <p:xfrm>
          <a:off x="263525" y="992239"/>
          <a:ext cx="11664950" cy="133480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50126">
                  <a:extLst>
                    <a:ext uri="{9D8B030D-6E8A-4147-A177-3AD203B41FA5}">
                      <a16:colId xmlns:a16="http://schemas.microsoft.com/office/drawing/2014/main" val="2833768099"/>
                    </a:ext>
                  </a:extLst>
                </a:gridCol>
                <a:gridCol w="2536816">
                  <a:extLst>
                    <a:ext uri="{9D8B030D-6E8A-4147-A177-3AD203B41FA5}">
                      <a16:colId xmlns:a16="http://schemas.microsoft.com/office/drawing/2014/main" val="1483954532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32944985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75995707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402632294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3010232207"/>
                    </a:ext>
                  </a:extLst>
                </a:gridCol>
              </a:tblGrid>
              <a:tr h="470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Target cluster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 Case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Downtime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Unnecessary time </a:t>
                      </a:r>
                      <a:b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and steps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92410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신규 클러스터로 </a:t>
                      </a:r>
                      <a:r>
                        <a:rPr lang="en-US" altLang="ko-K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</a:t>
                      </a:r>
                      <a:endParaRPr lang="ko-KR" altLang="en-US" sz="1200" b="1" u="none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12191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컴퓨팅 노드들의 인프라 전환</a:t>
                      </a:r>
                      <a:endParaRPr lang="en-US" altLang="ko-KR" sz="1200" u="none" strike="noStrike" dirty="0">
                        <a:solidFill>
                          <a:schemeClr val="bg1"/>
                        </a:solidFill>
                        <a:effectLst/>
                        <a:highlight>
                          <a:srgbClr val="FF0000"/>
                        </a:highlight>
                      </a:endParaRPr>
                    </a:p>
                    <a:p>
                      <a:pPr marL="0" marR="0" lvl="0" indent="0" algn="ctr" defTabSz="12191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및 하드웨어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EOS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대응 </a:t>
                      </a:r>
                      <a:b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</a:b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e.g., On-prem to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Cloud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b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Cloud to Cloud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하드웨어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&amp; 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재구성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altLang="ko-KR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신규 클러스터 구성이므로 기존 클러스터 중단 불필요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Data migration</a:t>
                      </a:r>
                    </a:p>
                    <a:p>
                      <a:pPr algn="ctr" fontAlgn="ctr"/>
                      <a:r>
                        <a:rPr lang="en-US" altLang="ko-KR" sz="12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 full restore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719539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버티카 클러스터 구성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altLang="ko-KR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신규 구성으로 기존 서비스 중단 불필요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21952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 &amp;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버티카 기동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수분내</a:t>
                      </a:r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3891568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DC0001E-D719-0EDA-EFF4-29D0ED64D919}"/>
              </a:ext>
            </a:extLst>
          </p:cNvPr>
          <p:cNvCxnSpPr>
            <a:cxnSpLocks/>
          </p:cNvCxnSpPr>
          <p:nvPr/>
        </p:nvCxnSpPr>
        <p:spPr>
          <a:xfrm>
            <a:off x="975586" y="5128356"/>
            <a:ext cx="198127" cy="7847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B36381C-E874-D098-EEC6-99BC220B6A41}"/>
              </a:ext>
            </a:extLst>
          </p:cNvPr>
          <p:cNvCxnSpPr>
            <a:cxnSpLocks/>
          </p:cNvCxnSpPr>
          <p:nvPr/>
        </p:nvCxnSpPr>
        <p:spPr>
          <a:xfrm flipH="1">
            <a:off x="1997483" y="4822319"/>
            <a:ext cx="192124" cy="7734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7302167E-7E1C-0D86-344D-E1EAE4A65F33}"/>
              </a:ext>
            </a:extLst>
          </p:cNvPr>
          <p:cNvGrpSpPr/>
          <p:nvPr/>
        </p:nvGrpSpPr>
        <p:grpSpPr>
          <a:xfrm>
            <a:off x="2358807" y="4995202"/>
            <a:ext cx="1253518" cy="1326742"/>
            <a:chOff x="8760623" y="3825720"/>
            <a:chExt cx="1253518" cy="9531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사다리꼴 7">
              <a:extLst>
                <a:ext uri="{FF2B5EF4-FFF2-40B4-BE49-F238E27FC236}">
                  <a16:creationId xmlns:a16="http://schemas.microsoft.com/office/drawing/2014/main" id="{CD6F896C-A1D1-1AD9-C996-B80D06A2B621}"/>
                </a:ext>
              </a:extLst>
            </p:cNvPr>
            <p:cNvSpPr/>
            <p:nvPr/>
          </p:nvSpPr>
          <p:spPr>
            <a:xfrm rot="10800000">
              <a:off x="8760623" y="3825720"/>
              <a:ext cx="1253518" cy="617856"/>
            </a:xfrm>
            <a:prstGeom prst="trapezoid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6013E6-C83A-3E1F-E9DF-BE93ED5132CE}"/>
                </a:ext>
              </a:extLst>
            </p:cNvPr>
            <p:cNvSpPr txBox="1"/>
            <p:nvPr/>
          </p:nvSpPr>
          <p:spPr>
            <a:xfrm>
              <a:off x="9079196" y="4447202"/>
              <a:ext cx="663964" cy="33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Object</a:t>
              </a:r>
              <a:br>
                <a:rPr lang="en-GB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</a:br>
              <a:r>
                <a:rPr lang="en-GB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Store</a:t>
              </a:r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29EDF5D-BB2C-A04F-EF36-48B4487837A1}"/>
              </a:ext>
            </a:extLst>
          </p:cNvPr>
          <p:cNvCxnSpPr/>
          <p:nvPr/>
        </p:nvCxnSpPr>
        <p:spPr>
          <a:xfrm>
            <a:off x="1115615" y="4648730"/>
            <a:ext cx="367100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593791D-3822-658F-5911-C863DC893122}"/>
              </a:ext>
            </a:extLst>
          </p:cNvPr>
          <p:cNvGrpSpPr/>
          <p:nvPr/>
        </p:nvGrpSpPr>
        <p:grpSpPr>
          <a:xfrm>
            <a:off x="2597007" y="5483654"/>
            <a:ext cx="777693" cy="338175"/>
            <a:chOff x="2597007" y="4602295"/>
            <a:chExt cx="777693" cy="338175"/>
          </a:xfrm>
        </p:grpSpPr>
        <p:sp>
          <p:nvSpPr>
            <p:cNvPr id="15" name="원통형 14">
              <a:extLst>
                <a:ext uri="{FF2B5EF4-FFF2-40B4-BE49-F238E27FC236}">
                  <a16:creationId xmlns:a16="http://schemas.microsoft.com/office/drawing/2014/main" id="{02311D82-EFBA-BFB0-A3A7-6744950EAA80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1673C1-C867-5A20-0BF0-ED76582E9C35}"/>
                </a:ext>
              </a:extLst>
            </p:cNvPr>
            <p:cNvSpPr txBox="1"/>
            <p:nvPr/>
          </p:nvSpPr>
          <p:spPr>
            <a:xfrm>
              <a:off x="2718781" y="4663471"/>
              <a:ext cx="5164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rgbClr val="FF0000"/>
                  </a:solidFill>
                </a:rPr>
                <a:t>Data</a:t>
              </a:r>
              <a:endParaRPr lang="en-GB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9A6BEB4-43F4-8F8C-1B24-02991FAA6BFE}"/>
              </a:ext>
            </a:extLst>
          </p:cNvPr>
          <p:cNvGrpSpPr/>
          <p:nvPr/>
        </p:nvGrpSpPr>
        <p:grpSpPr>
          <a:xfrm>
            <a:off x="2597007" y="5134960"/>
            <a:ext cx="777693" cy="338175"/>
            <a:chOff x="2597007" y="4602295"/>
            <a:chExt cx="777693" cy="338175"/>
          </a:xfrm>
        </p:grpSpPr>
        <p:sp>
          <p:nvSpPr>
            <p:cNvPr id="18" name="원통형 17">
              <a:extLst>
                <a:ext uri="{FF2B5EF4-FFF2-40B4-BE49-F238E27FC236}">
                  <a16:creationId xmlns:a16="http://schemas.microsoft.com/office/drawing/2014/main" id="{73E7828C-8C4F-8AF6-9D67-8BB6308C82F0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E3F61B-6FFE-2D10-C6C2-B758AD939DFA}"/>
                </a:ext>
              </a:extLst>
            </p:cNvPr>
            <p:cNvSpPr txBox="1"/>
            <p:nvPr/>
          </p:nvSpPr>
          <p:spPr>
            <a:xfrm>
              <a:off x="2709964" y="4663471"/>
              <a:ext cx="5341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57B7613-6416-4C73-8837-55FA058DC883}"/>
              </a:ext>
            </a:extLst>
          </p:cNvPr>
          <p:cNvSpPr txBox="1"/>
          <p:nvPr/>
        </p:nvSpPr>
        <p:spPr>
          <a:xfrm>
            <a:off x="2633056" y="2609850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IDC</a:t>
            </a:r>
            <a:endParaRPr lang="ko-KR" altLang="en-US" dirty="0" err="1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64863CF-42C7-CB50-68FD-99BA7C8FC763}"/>
              </a:ext>
            </a:extLst>
          </p:cNvPr>
          <p:cNvGrpSpPr/>
          <p:nvPr/>
        </p:nvGrpSpPr>
        <p:grpSpPr>
          <a:xfrm>
            <a:off x="6867401" y="2609850"/>
            <a:ext cx="3671006" cy="2038880"/>
            <a:chOff x="6867401" y="2609850"/>
            <a:chExt cx="3671006" cy="203888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07D767F-939E-9406-8FB8-333F2F91292E}"/>
                </a:ext>
              </a:extLst>
            </p:cNvPr>
            <p:cNvSpPr txBox="1"/>
            <p:nvPr/>
          </p:nvSpPr>
          <p:spPr>
            <a:xfrm>
              <a:off x="7790406" y="2609850"/>
              <a:ext cx="16273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Public Cloud</a:t>
              </a:r>
              <a:endParaRPr lang="ko-KR" altLang="en-US" dirty="0" err="1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DAD8BCD5-058A-0FEB-F517-E4F86EFBBE52}"/>
                </a:ext>
              </a:extLst>
            </p:cNvPr>
            <p:cNvCxnSpPr/>
            <p:nvPr/>
          </p:nvCxnSpPr>
          <p:spPr>
            <a:xfrm>
              <a:off x="6867401" y="4648730"/>
              <a:ext cx="3671006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그래픽 53" descr="로켓">
            <a:extLst>
              <a:ext uri="{FF2B5EF4-FFF2-40B4-BE49-F238E27FC236}">
                <a16:creationId xmlns:a16="http://schemas.microsoft.com/office/drawing/2014/main" id="{5F8ED66D-F31E-508E-3EF0-062EF74E1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1115" y="3245456"/>
            <a:ext cx="914400" cy="91440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1CC9D06B-8EB5-AC69-7FE0-318D16608584}"/>
              </a:ext>
            </a:extLst>
          </p:cNvPr>
          <p:cNvGrpSpPr/>
          <p:nvPr/>
        </p:nvGrpSpPr>
        <p:grpSpPr>
          <a:xfrm>
            <a:off x="7132895" y="3561393"/>
            <a:ext cx="534121" cy="286648"/>
            <a:chOff x="4550623" y="2687330"/>
            <a:chExt cx="534121" cy="335042"/>
          </a:xfrm>
        </p:grpSpPr>
        <p:sp>
          <p:nvSpPr>
            <p:cNvPr id="12" name="원통형 11">
              <a:extLst>
                <a:ext uri="{FF2B5EF4-FFF2-40B4-BE49-F238E27FC236}">
                  <a16:creationId xmlns:a16="http://schemas.microsoft.com/office/drawing/2014/main" id="{296A0A20-5690-814C-CF95-E278198BA9B9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4671FA2-58B4-08CB-2110-5AA00EECA85D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D1DA927-F74A-4BAD-8C9D-138642B89285}"/>
              </a:ext>
            </a:extLst>
          </p:cNvPr>
          <p:cNvGrpSpPr/>
          <p:nvPr/>
        </p:nvGrpSpPr>
        <p:grpSpPr>
          <a:xfrm>
            <a:off x="8534810" y="3561393"/>
            <a:ext cx="534121" cy="286648"/>
            <a:chOff x="4550623" y="2687330"/>
            <a:chExt cx="534121" cy="335042"/>
          </a:xfrm>
        </p:grpSpPr>
        <p:sp>
          <p:nvSpPr>
            <p:cNvPr id="25" name="원통형 24">
              <a:extLst>
                <a:ext uri="{FF2B5EF4-FFF2-40B4-BE49-F238E27FC236}">
                  <a16:creationId xmlns:a16="http://schemas.microsoft.com/office/drawing/2014/main" id="{977E57AF-F729-968F-169E-2F9DC2D8A182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49DE9AC-5674-E650-109A-4CC45D7FA96E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2D2565C-D1E8-ED6E-085B-586EC2B29916}"/>
              </a:ext>
            </a:extLst>
          </p:cNvPr>
          <p:cNvGrpSpPr/>
          <p:nvPr/>
        </p:nvGrpSpPr>
        <p:grpSpPr>
          <a:xfrm>
            <a:off x="9921828" y="3561393"/>
            <a:ext cx="534121" cy="286648"/>
            <a:chOff x="4550623" y="2687330"/>
            <a:chExt cx="534121" cy="335042"/>
          </a:xfrm>
        </p:grpSpPr>
        <p:sp>
          <p:nvSpPr>
            <p:cNvPr id="35" name="원통형 34">
              <a:extLst>
                <a:ext uri="{FF2B5EF4-FFF2-40B4-BE49-F238E27FC236}">
                  <a16:creationId xmlns:a16="http://schemas.microsoft.com/office/drawing/2014/main" id="{319C4110-F073-4A40-60C6-61E81F015F89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A71AA00-680A-7FA2-56C3-FE34D0E3D356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A695B00-F102-8C55-1D78-A2C12A4CD317}"/>
              </a:ext>
            </a:extLst>
          </p:cNvPr>
          <p:cNvSpPr txBox="1"/>
          <p:nvPr/>
        </p:nvSpPr>
        <p:spPr>
          <a:xfrm>
            <a:off x="5907949" y="5727261"/>
            <a:ext cx="678392" cy="2770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Revive</a:t>
            </a:r>
          </a:p>
        </p:txBody>
      </p:sp>
      <p:sp>
        <p:nvSpPr>
          <p:cNvPr id="41" name="화살표: 위로 구부러짐 40">
            <a:extLst>
              <a:ext uri="{FF2B5EF4-FFF2-40B4-BE49-F238E27FC236}">
                <a16:creationId xmlns:a16="http://schemas.microsoft.com/office/drawing/2014/main" id="{59C4F8A2-C940-0054-7392-E90483CACE3B}"/>
              </a:ext>
            </a:extLst>
          </p:cNvPr>
          <p:cNvSpPr/>
          <p:nvPr/>
        </p:nvSpPr>
        <p:spPr>
          <a:xfrm rot="20700000">
            <a:off x="4123069" y="5071696"/>
            <a:ext cx="3407883" cy="707042"/>
          </a:xfrm>
          <a:prstGeom prst="curvedUp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5679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그룹 64">
            <a:extLst>
              <a:ext uri="{FF2B5EF4-FFF2-40B4-BE49-F238E27FC236}">
                <a16:creationId xmlns:a16="http://schemas.microsoft.com/office/drawing/2014/main" id="{9D7E54B2-9265-2033-0C6F-19A8C1D43635}"/>
              </a:ext>
            </a:extLst>
          </p:cNvPr>
          <p:cNvGrpSpPr/>
          <p:nvPr/>
        </p:nvGrpSpPr>
        <p:grpSpPr>
          <a:xfrm>
            <a:off x="1050252" y="3148361"/>
            <a:ext cx="3722390" cy="1115738"/>
            <a:chOff x="1050252" y="3148361"/>
            <a:chExt cx="3722390" cy="1115738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1558F9E6-1BC4-0E56-CE35-97614BD6D5B4}"/>
                </a:ext>
              </a:extLst>
            </p:cNvPr>
            <p:cNvGrpSpPr/>
            <p:nvPr/>
          </p:nvGrpSpPr>
          <p:grpSpPr>
            <a:xfrm>
              <a:off x="1050252" y="3148361"/>
              <a:ext cx="933252" cy="1108591"/>
              <a:chOff x="1050252" y="2267002"/>
              <a:chExt cx="933252" cy="1108591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D87C865D-B1AF-8A33-9669-344D43CF6827}"/>
                  </a:ext>
                </a:extLst>
              </p:cNvPr>
              <p:cNvSpPr/>
              <p:nvPr/>
            </p:nvSpPr>
            <p:spPr>
              <a:xfrm>
                <a:off x="1050252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D899506-22EE-4CD4-75F4-6E7135B88025}"/>
                  </a:ext>
                </a:extLst>
              </p:cNvPr>
              <p:cNvSpPr txBox="1"/>
              <p:nvPr/>
            </p:nvSpPr>
            <p:spPr>
              <a:xfrm>
                <a:off x="1172873" y="2971317"/>
                <a:ext cx="6880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</a:rPr>
                  <a:t>RHEL8</a:t>
                </a:r>
                <a:endParaRPr lang="ko-KR" altLang="en-US" sz="1200" b="1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25AC53D3-7912-B324-C6BC-6BCB041A9C32}"/>
                </a:ext>
              </a:extLst>
            </p:cNvPr>
            <p:cNvGrpSpPr/>
            <p:nvPr/>
          </p:nvGrpSpPr>
          <p:grpSpPr>
            <a:xfrm>
              <a:off x="2467677" y="3155508"/>
              <a:ext cx="933252" cy="1108591"/>
              <a:chOff x="2467677" y="2274149"/>
              <a:chExt cx="933252" cy="1108591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149A767-B281-39E7-A7DE-18A2161CD658}"/>
                  </a:ext>
                </a:extLst>
              </p:cNvPr>
              <p:cNvSpPr/>
              <p:nvPr/>
            </p:nvSpPr>
            <p:spPr>
              <a:xfrm>
                <a:off x="2467677" y="2274149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39F6FB-607B-3695-5F5B-C5F71FD3A5B7}"/>
                  </a:ext>
                </a:extLst>
              </p:cNvPr>
              <p:cNvSpPr txBox="1"/>
              <p:nvPr/>
            </p:nvSpPr>
            <p:spPr>
              <a:xfrm>
                <a:off x="2588145" y="2971317"/>
                <a:ext cx="6880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</a:rPr>
                  <a:t>RHEL8</a:t>
                </a:r>
                <a:endParaRPr lang="ko-KR" altLang="en-US" sz="1200" b="1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C0CCD18F-38A2-4A29-DD98-94EE89825572}"/>
                </a:ext>
              </a:extLst>
            </p:cNvPr>
            <p:cNvGrpSpPr/>
            <p:nvPr/>
          </p:nvGrpSpPr>
          <p:grpSpPr>
            <a:xfrm>
              <a:off x="3839390" y="3148361"/>
              <a:ext cx="933252" cy="1108591"/>
              <a:chOff x="3839390" y="2267002"/>
              <a:chExt cx="933252" cy="110859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91A2E341-F7A5-09FE-B81A-0EB1809E06B3}"/>
                  </a:ext>
                </a:extLst>
              </p:cNvPr>
              <p:cNvSpPr/>
              <p:nvPr/>
            </p:nvSpPr>
            <p:spPr>
              <a:xfrm>
                <a:off x="3839390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6C79E5-8A1E-2EEB-1CCB-7A3ACD60AE66}"/>
                  </a:ext>
                </a:extLst>
              </p:cNvPr>
              <p:cNvSpPr txBox="1"/>
              <p:nvPr/>
            </p:nvSpPr>
            <p:spPr>
              <a:xfrm>
                <a:off x="3983951" y="2971317"/>
                <a:ext cx="6880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</a:rPr>
                  <a:t>RHEL8</a:t>
                </a:r>
                <a:endParaRPr lang="ko-KR" altLang="en-US" sz="1200" b="1" dirty="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96854498-1D72-66C7-87DF-19428DB2D88B}"/>
              </a:ext>
            </a:extLst>
          </p:cNvPr>
          <p:cNvGrpSpPr/>
          <p:nvPr/>
        </p:nvGrpSpPr>
        <p:grpSpPr>
          <a:xfrm>
            <a:off x="2733972" y="5147851"/>
            <a:ext cx="534121" cy="335042"/>
            <a:chOff x="7324624" y="2687330"/>
            <a:chExt cx="534121" cy="335042"/>
          </a:xfrm>
        </p:grpSpPr>
        <p:sp>
          <p:nvSpPr>
            <p:cNvPr id="70" name="원통형 69">
              <a:extLst>
                <a:ext uri="{FF2B5EF4-FFF2-40B4-BE49-F238E27FC236}">
                  <a16:creationId xmlns:a16="http://schemas.microsoft.com/office/drawing/2014/main" id="{694CE0A4-4412-BA6E-F715-2008D05EB4A8}"/>
                </a:ext>
              </a:extLst>
            </p:cNvPr>
            <p:cNvSpPr/>
            <p:nvPr/>
          </p:nvSpPr>
          <p:spPr>
            <a:xfrm>
              <a:off x="7337686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C6C1921-DB40-1B80-6990-D7D91443115E}"/>
                </a:ext>
              </a:extLst>
            </p:cNvPr>
            <p:cNvSpPr txBox="1"/>
            <p:nvPr/>
          </p:nvSpPr>
          <p:spPr>
            <a:xfrm>
              <a:off x="7324624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9182B015-65C1-7C3E-8647-0871F14F495F}"/>
              </a:ext>
            </a:extLst>
          </p:cNvPr>
          <p:cNvGrpSpPr/>
          <p:nvPr/>
        </p:nvGrpSpPr>
        <p:grpSpPr>
          <a:xfrm>
            <a:off x="2740754" y="5158740"/>
            <a:ext cx="534121" cy="335042"/>
            <a:chOff x="5961833" y="2687330"/>
            <a:chExt cx="534121" cy="335042"/>
          </a:xfrm>
        </p:grpSpPr>
        <p:sp>
          <p:nvSpPr>
            <p:cNvPr id="73" name="원통형 72">
              <a:extLst>
                <a:ext uri="{FF2B5EF4-FFF2-40B4-BE49-F238E27FC236}">
                  <a16:creationId xmlns:a16="http://schemas.microsoft.com/office/drawing/2014/main" id="{30CDC227-EDAA-D4DE-4FFB-D46ED37C4EFA}"/>
                </a:ext>
              </a:extLst>
            </p:cNvPr>
            <p:cNvSpPr/>
            <p:nvPr/>
          </p:nvSpPr>
          <p:spPr>
            <a:xfrm>
              <a:off x="597489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436CD01-BBFE-441B-5464-253BDA81530D}"/>
                </a:ext>
              </a:extLst>
            </p:cNvPr>
            <p:cNvSpPr txBox="1"/>
            <p:nvPr/>
          </p:nvSpPr>
          <p:spPr>
            <a:xfrm>
              <a:off x="596183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78646E3B-617A-2726-0BCA-72F85A20063B}"/>
              </a:ext>
            </a:extLst>
          </p:cNvPr>
          <p:cNvGrpSpPr/>
          <p:nvPr/>
        </p:nvGrpSpPr>
        <p:grpSpPr>
          <a:xfrm>
            <a:off x="2714812" y="5161503"/>
            <a:ext cx="534121" cy="335042"/>
            <a:chOff x="4550623" y="2687330"/>
            <a:chExt cx="534121" cy="335042"/>
          </a:xfrm>
        </p:grpSpPr>
        <p:sp>
          <p:nvSpPr>
            <p:cNvPr id="76" name="원통형 75">
              <a:extLst>
                <a:ext uri="{FF2B5EF4-FFF2-40B4-BE49-F238E27FC236}">
                  <a16:creationId xmlns:a16="http://schemas.microsoft.com/office/drawing/2014/main" id="{4FDA918F-DF80-142C-A4F2-74CE55D32376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E8E73FE-A3D5-28CA-4FAA-8BAF5F9F3B88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A6A579DF-EFE5-7E33-4C47-C0EE76EE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When?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DC0001E-D719-0EDA-EFF4-29D0ED64D919}"/>
              </a:ext>
            </a:extLst>
          </p:cNvPr>
          <p:cNvCxnSpPr>
            <a:cxnSpLocks/>
          </p:cNvCxnSpPr>
          <p:nvPr/>
        </p:nvCxnSpPr>
        <p:spPr>
          <a:xfrm>
            <a:off x="975586" y="5128356"/>
            <a:ext cx="198127" cy="7847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B36381C-E874-D098-EEC6-99BC220B6A41}"/>
              </a:ext>
            </a:extLst>
          </p:cNvPr>
          <p:cNvCxnSpPr>
            <a:cxnSpLocks/>
          </p:cNvCxnSpPr>
          <p:nvPr/>
        </p:nvCxnSpPr>
        <p:spPr>
          <a:xfrm flipH="1">
            <a:off x="1997483" y="4822319"/>
            <a:ext cx="192124" cy="7734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다리꼴 7">
            <a:extLst>
              <a:ext uri="{FF2B5EF4-FFF2-40B4-BE49-F238E27FC236}">
                <a16:creationId xmlns:a16="http://schemas.microsoft.com/office/drawing/2014/main" id="{CD6F896C-A1D1-1AD9-C996-B80D06A2B621}"/>
              </a:ext>
            </a:extLst>
          </p:cNvPr>
          <p:cNvSpPr/>
          <p:nvPr/>
        </p:nvSpPr>
        <p:spPr>
          <a:xfrm rot="10800000">
            <a:off x="2358807" y="4995202"/>
            <a:ext cx="1253518" cy="860030"/>
          </a:xfrm>
          <a:prstGeom prst="trapezoid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6013E6-C83A-3E1F-E9DF-BE93ED5132CE}"/>
              </a:ext>
            </a:extLst>
          </p:cNvPr>
          <p:cNvSpPr txBox="1"/>
          <p:nvPr/>
        </p:nvSpPr>
        <p:spPr>
          <a:xfrm>
            <a:off x="2677380" y="5860279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Object</a:t>
            </a:r>
            <a:br>
              <a:rPr lang="en-GB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GB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Store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29EDF5D-BB2C-A04F-EF36-48B4487837A1}"/>
              </a:ext>
            </a:extLst>
          </p:cNvPr>
          <p:cNvCxnSpPr/>
          <p:nvPr/>
        </p:nvCxnSpPr>
        <p:spPr>
          <a:xfrm>
            <a:off x="1115615" y="4648730"/>
            <a:ext cx="367100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593791D-3822-658F-5911-C863DC893122}"/>
              </a:ext>
            </a:extLst>
          </p:cNvPr>
          <p:cNvGrpSpPr/>
          <p:nvPr/>
        </p:nvGrpSpPr>
        <p:grpSpPr>
          <a:xfrm>
            <a:off x="2597007" y="5483654"/>
            <a:ext cx="777693" cy="338175"/>
            <a:chOff x="2597007" y="4602295"/>
            <a:chExt cx="777693" cy="338175"/>
          </a:xfrm>
        </p:grpSpPr>
        <p:sp>
          <p:nvSpPr>
            <p:cNvPr id="15" name="원통형 14">
              <a:extLst>
                <a:ext uri="{FF2B5EF4-FFF2-40B4-BE49-F238E27FC236}">
                  <a16:creationId xmlns:a16="http://schemas.microsoft.com/office/drawing/2014/main" id="{02311D82-EFBA-BFB0-A3A7-6744950EAA80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1673C1-C867-5A20-0BF0-ED76582E9C35}"/>
                </a:ext>
              </a:extLst>
            </p:cNvPr>
            <p:cNvSpPr txBox="1"/>
            <p:nvPr/>
          </p:nvSpPr>
          <p:spPr>
            <a:xfrm>
              <a:off x="2718781" y="4663471"/>
              <a:ext cx="5164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rgbClr val="FF0000"/>
                  </a:solidFill>
                </a:rPr>
                <a:t>Data</a:t>
              </a:r>
              <a:endParaRPr lang="en-GB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9A6BEB4-43F4-8F8C-1B24-02991FAA6BFE}"/>
              </a:ext>
            </a:extLst>
          </p:cNvPr>
          <p:cNvGrpSpPr/>
          <p:nvPr/>
        </p:nvGrpSpPr>
        <p:grpSpPr>
          <a:xfrm>
            <a:off x="2597007" y="5134960"/>
            <a:ext cx="777693" cy="338175"/>
            <a:chOff x="2597007" y="4602295"/>
            <a:chExt cx="777693" cy="338175"/>
          </a:xfrm>
        </p:grpSpPr>
        <p:sp>
          <p:nvSpPr>
            <p:cNvPr id="18" name="원통형 17">
              <a:extLst>
                <a:ext uri="{FF2B5EF4-FFF2-40B4-BE49-F238E27FC236}">
                  <a16:creationId xmlns:a16="http://schemas.microsoft.com/office/drawing/2014/main" id="{73E7828C-8C4F-8AF6-9D67-8BB6308C82F0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E3F61B-6FFE-2D10-C6C2-B758AD939DFA}"/>
                </a:ext>
              </a:extLst>
            </p:cNvPr>
            <p:cNvSpPr txBox="1"/>
            <p:nvPr/>
          </p:nvSpPr>
          <p:spPr>
            <a:xfrm>
              <a:off x="2709964" y="4663471"/>
              <a:ext cx="5341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09AB4CBC-E5D4-AC53-1D1D-CE6F6651D800}"/>
              </a:ext>
            </a:extLst>
          </p:cNvPr>
          <p:cNvGraphicFramePr>
            <a:graphicFrameLocks noGrp="1"/>
          </p:cNvGraphicFramePr>
          <p:nvPr/>
        </p:nvGraphicFramePr>
        <p:xfrm>
          <a:off x="263525" y="992239"/>
          <a:ext cx="11664950" cy="1420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50126">
                  <a:extLst>
                    <a:ext uri="{9D8B030D-6E8A-4147-A177-3AD203B41FA5}">
                      <a16:colId xmlns:a16="http://schemas.microsoft.com/office/drawing/2014/main" val="2833768099"/>
                    </a:ext>
                  </a:extLst>
                </a:gridCol>
                <a:gridCol w="2536816">
                  <a:extLst>
                    <a:ext uri="{9D8B030D-6E8A-4147-A177-3AD203B41FA5}">
                      <a16:colId xmlns:a16="http://schemas.microsoft.com/office/drawing/2014/main" val="1483954532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32944985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75995707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402632294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3010232207"/>
                    </a:ext>
                  </a:extLst>
                </a:gridCol>
              </a:tblGrid>
              <a:tr h="470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Target cluster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 Case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Downtime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Unnecessary time </a:t>
                      </a:r>
                      <a:b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and steps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92410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기존 클러스터 재구성 후 </a:t>
                      </a:r>
                      <a:r>
                        <a:rPr lang="en-US" altLang="ko-K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</a:t>
                      </a:r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12191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</a:t>
                      </a:r>
                      <a:r>
                        <a:rPr lang="ko-KR" altLang="en-US" sz="12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EOS </a:t>
                      </a:r>
                      <a:r>
                        <a:rPr lang="ko-KR" altLang="en-US" sz="12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도래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재설치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??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방식이 아닌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rolling-upgrade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방식으로 진행 시</a:t>
                      </a:r>
                      <a:b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다운타임은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Data migration</a:t>
                      </a:r>
                    </a:p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 full restore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33147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버티카 클러스터 구성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시간미만</a:t>
                      </a:r>
                      <a:endParaRPr lang="en-US" altLang="ko-KR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53779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2191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highlight>
                          <a:srgbClr val="FF0000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 &amp;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버티카 기동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수분내</a:t>
                      </a:r>
                      <a:endParaRPr lang="en-US" altLang="ko-KR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u="none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26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9035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그룹 64">
            <a:extLst>
              <a:ext uri="{FF2B5EF4-FFF2-40B4-BE49-F238E27FC236}">
                <a16:creationId xmlns:a16="http://schemas.microsoft.com/office/drawing/2014/main" id="{9D7E54B2-9265-2033-0C6F-19A8C1D43635}"/>
              </a:ext>
            </a:extLst>
          </p:cNvPr>
          <p:cNvGrpSpPr/>
          <p:nvPr/>
        </p:nvGrpSpPr>
        <p:grpSpPr>
          <a:xfrm>
            <a:off x="1050252" y="3148361"/>
            <a:ext cx="3722390" cy="1115738"/>
            <a:chOff x="1050252" y="3148361"/>
            <a:chExt cx="3722390" cy="1115738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1558F9E6-1BC4-0E56-CE35-97614BD6D5B4}"/>
                </a:ext>
              </a:extLst>
            </p:cNvPr>
            <p:cNvGrpSpPr/>
            <p:nvPr/>
          </p:nvGrpSpPr>
          <p:grpSpPr>
            <a:xfrm>
              <a:off x="1050252" y="3148361"/>
              <a:ext cx="933252" cy="1108591"/>
              <a:chOff x="1050252" y="2267002"/>
              <a:chExt cx="933252" cy="1108591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D87C865D-B1AF-8A33-9669-344D43CF6827}"/>
                  </a:ext>
                </a:extLst>
              </p:cNvPr>
              <p:cNvSpPr/>
              <p:nvPr/>
            </p:nvSpPr>
            <p:spPr>
              <a:xfrm>
                <a:off x="1050252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D899506-22EE-4CD4-75F4-6E7135B88025}"/>
                  </a:ext>
                </a:extLst>
              </p:cNvPr>
              <p:cNvSpPr txBox="1"/>
              <p:nvPr/>
            </p:nvSpPr>
            <p:spPr>
              <a:xfrm>
                <a:off x="1172873" y="2971317"/>
                <a:ext cx="6880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</a:rPr>
                  <a:t>RHEL8</a:t>
                </a:r>
                <a:endParaRPr lang="ko-KR" altLang="en-US" sz="1200" b="1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25AC53D3-7912-B324-C6BC-6BCB041A9C32}"/>
                </a:ext>
              </a:extLst>
            </p:cNvPr>
            <p:cNvGrpSpPr/>
            <p:nvPr/>
          </p:nvGrpSpPr>
          <p:grpSpPr>
            <a:xfrm>
              <a:off x="2467677" y="3155508"/>
              <a:ext cx="933252" cy="1108591"/>
              <a:chOff x="2467677" y="2274149"/>
              <a:chExt cx="933252" cy="1108591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149A767-B281-39E7-A7DE-18A2161CD658}"/>
                  </a:ext>
                </a:extLst>
              </p:cNvPr>
              <p:cNvSpPr/>
              <p:nvPr/>
            </p:nvSpPr>
            <p:spPr>
              <a:xfrm>
                <a:off x="2467677" y="2274149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39F6FB-607B-3695-5F5B-C5F71FD3A5B7}"/>
                  </a:ext>
                </a:extLst>
              </p:cNvPr>
              <p:cNvSpPr txBox="1"/>
              <p:nvPr/>
            </p:nvSpPr>
            <p:spPr>
              <a:xfrm>
                <a:off x="2588145" y="2971317"/>
                <a:ext cx="6880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</a:rPr>
                  <a:t>RHEL8</a:t>
                </a:r>
                <a:endParaRPr lang="ko-KR" altLang="en-US" sz="1200" b="1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C0CCD18F-38A2-4A29-DD98-94EE89825572}"/>
                </a:ext>
              </a:extLst>
            </p:cNvPr>
            <p:cNvGrpSpPr/>
            <p:nvPr/>
          </p:nvGrpSpPr>
          <p:grpSpPr>
            <a:xfrm>
              <a:off x="3839390" y="3148361"/>
              <a:ext cx="933252" cy="1108591"/>
              <a:chOff x="3839390" y="2267002"/>
              <a:chExt cx="933252" cy="110859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91A2E341-F7A5-09FE-B81A-0EB1809E06B3}"/>
                  </a:ext>
                </a:extLst>
              </p:cNvPr>
              <p:cNvSpPr/>
              <p:nvPr/>
            </p:nvSpPr>
            <p:spPr>
              <a:xfrm>
                <a:off x="3839390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6C79E5-8A1E-2EEB-1CCB-7A3ACD60AE66}"/>
                  </a:ext>
                </a:extLst>
              </p:cNvPr>
              <p:cNvSpPr txBox="1"/>
              <p:nvPr/>
            </p:nvSpPr>
            <p:spPr>
              <a:xfrm>
                <a:off x="3983951" y="2971317"/>
                <a:ext cx="6880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</a:rPr>
                  <a:t>RHEL8</a:t>
                </a:r>
                <a:endParaRPr lang="ko-KR" altLang="en-US" sz="1200" b="1" dirty="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96854498-1D72-66C7-87DF-19428DB2D88B}"/>
              </a:ext>
            </a:extLst>
          </p:cNvPr>
          <p:cNvGrpSpPr/>
          <p:nvPr/>
        </p:nvGrpSpPr>
        <p:grpSpPr>
          <a:xfrm>
            <a:off x="2733972" y="5147851"/>
            <a:ext cx="534121" cy="335042"/>
            <a:chOff x="7324624" y="2687330"/>
            <a:chExt cx="534121" cy="335042"/>
          </a:xfrm>
        </p:grpSpPr>
        <p:sp>
          <p:nvSpPr>
            <p:cNvPr id="70" name="원통형 69">
              <a:extLst>
                <a:ext uri="{FF2B5EF4-FFF2-40B4-BE49-F238E27FC236}">
                  <a16:creationId xmlns:a16="http://schemas.microsoft.com/office/drawing/2014/main" id="{694CE0A4-4412-BA6E-F715-2008D05EB4A8}"/>
                </a:ext>
              </a:extLst>
            </p:cNvPr>
            <p:cNvSpPr/>
            <p:nvPr/>
          </p:nvSpPr>
          <p:spPr>
            <a:xfrm>
              <a:off x="7337686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C6C1921-DB40-1B80-6990-D7D91443115E}"/>
                </a:ext>
              </a:extLst>
            </p:cNvPr>
            <p:cNvSpPr txBox="1"/>
            <p:nvPr/>
          </p:nvSpPr>
          <p:spPr>
            <a:xfrm>
              <a:off x="7324624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9182B015-65C1-7C3E-8647-0871F14F495F}"/>
              </a:ext>
            </a:extLst>
          </p:cNvPr>
          <p:cNvGrpSpPr/>
          <p:nvPr/>
        </p:nvGrpSpPr>
        <p:grpSpPr>
          <a:xfrm>
            <a:off x="2740754" y="5158740"/>
            <a:ext cx="534121" cy="335042"/>
            <a:chOff x="5961833" y="2687330"/>
            <a:chExt cx="534121" cy="335042"/>
          </a:xfrm>
        </p:grpSpPr>
        <p:sp>
          <p:nvSpPr>
            <p:cNvPr id="73" name="원통형 72">
              <a:extLst>
                <a:ext uri="{FF2B5EF4-FFF2-40B4-BE49-F238E27FC236}">
                  <a16:creationId xmlns:a16="http://schemas.microsoft.com/office/drawing/2014/main" id="{30CDC227-EDAA-D4DE-4FFB-D46ED37C4EFA}"/>
                </a:ext>
              </a:extLst>
            </p:cNvPr>
            <p:cNvSpPr/>
            <p:nvPr/>
          </p:nvSpPr>
          <p:spPr>
            <a:xfrm>
              <a:off x="597489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436CD01-BBFE-441B-5464-253BDA81530D}"/>
                </a:ext>
              </a:extLst>
            </p:cNvPr>
            <p:cNvSpPr txBox="1"/>
            <p:nvPr/>
          </p:nvSpPr>
          <p:spPr>
            <a:xfrm>
              <a:off x="596183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78646E3B-617A-2726-0BCA-72F85A20063B}"/>
              </a:ext>
            </a:extLst>
          </p:cNvPr>
          <p:cNvGrpSpPr/>
          <p:nvPr/>
        </p:nvGrpSpPr>
        <p:grpSpPr>
          <a:xfrm>
            <a:off x="2714812" y="5161503"/>
            <a:ext cx="534121" cy="335042"/>
            <a:chOff x="4550623" y="2687330"/>
            <a:chExt cx="534121" cy="335042"/>
          </a:xfrm>
        </p:grpSpPr>
        <p:sp>
          <p:nvSpPr>
            <p:cNvPr id="76" name="원통형 75">
              <a:extLst>
                <a:ext uri="{FF2B5EF4-FFF2-40B4-BE49-F238E27FC236}">
                  <a16:creationId xmlns:a16="http://schemas.microsoft.com/office/drawing/2014/main" id="{4FDA918F-DF80-142C-A4F2-74CE55D32376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E8E73FE-A3D5-28CA-4FAA-8BAF5F9F3B88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A6A579DF-EFE5-7E33-4C47-C0EE76EE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When?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DC0001E-D719-0EDA-EFF4-29D0ED64D919}"/>
              </a:ext>
            </a:extLst>
          </p:cNvPr>
          <p:cNvCxnSpPr>
            <a:cxnSpLocks/>
          </p:cNvCxnSpPr>
          <p:nvPr/>
        </p:nvCxnSpPr>
        <p:spPr>
          <a:xfrm>
            <a:off x="975586" y="5128356"/>
            <a:ext cx="198127" cy="7847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B36381C-E874-D098-EEC6-99BC220B6A41}"/>
              </a:ext>
            </a:extLst>
          </p:cNvPr>
          <p:cNvCxnSpPr>
            <a:cxnSpLocks/>
          </p:cNvCxnSpPr>
          <p:nvPr/>
        </p:nvCxnSpPr>
        <p:spPr>
          <a:xfrm flipH="1">
            <a:off x="1997483" y="4822319"/>
            <a:ext cx="192124" cy="7734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다리꼴 7">
            <a:extLst>
              <a:ext uri="{FF2B5EF4-FFF2-40B4-BE49-F238E27FC236}">
                <a16:creationId xmlns:a16="http://schemas.microsoft.com/office/drawing/2014/main" id="{CD6F896C-A1D1-1AD9-C996-B80D06A2B621}"/>
              </a:ext>
            </a:extLst>
          </p:cNvPr>
          <p:cNvSpPr/>
          <p:nvPr/>
        </p:nvSpPr>
        <p:spPr>
          <a:xfrm rot="10800000">
            <a:off x="2358807" y="4995202"/>
            <a:ext cx="1253518" cy="860030"/>
          </a:xfrm>
          <a:prstGeom prst="trapezoid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6013E6-C83A-3E1F-E9DF-BE93ED5132CE}"/>
              </a:ext>
            </a:extLst>
          </p:cNvPr>
          <p:cNvSpPr txBox="1"/>
          <p:nvPr/>
        </p:nvSpPr>
        <p:spPr>
          <a:xfrm>
            <a:off x="2677380" y="5860279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Object</a:t>
            </a:r>
            <a:br>
              <a:rPr lang="en-GB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GB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Store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29EDF5D-BB2C-A04F-EF36-48B4487837A1}"/>
              </a:ext>
            </a:extLst>
          </p:cNvPr>
          <p:cNvCxnSpPr/>
          <p:nvPr/>
        </p:nvCxnSpPr>
        <p:spPr>
          <a:xfrm>
            <a:off x="1115615" y="4648730"/>
            <a:ext cx="367100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593791D-3822-658F-5911-C863DC893122}"/>
              </a:ext>
            </a:extLst>
          </p:cNvPr>
          <p:cNvGrpSpPr/>
          <p:nvPr/>
        </p:nvGrpSpPr>
        <p:grpSpPr>
          <a:xfrm>
            <a:off x="2597007" y="5483654"/>
            <a:ext cx="777693" cy="338175"/>
            <a:chOff x="2597007" y="4602295"/>
            <a:chExt cx="777693" cy="338175"/>
          </a:xfrm>
        </p:grpSpPr>
        <p:sp>
          <p:nvSpPr>
            <p:cNvPr id="15" name="원통형 14">
              <a:extLst>
                <a:ext uri="{FF2B5EF4-FFF2-40B4-BE49-F238E27FC236}">
                  <a16:creationId xmlns:a16="http://schemas.microsoft.com/office/drawing/2014/main" id="{02311D82-EFBA-BFB0-A3A7-6744950EAA80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1673C1-C867-5A20-0BF0-ED76582E9C35}"/>
                </a:ext>
              </a:extLst>
            </p:cNvPr>
            <p:cNvSpPr txBox="1"/>
            <p:nvPr/>
          </p:nvSpPr>
          <p:spPr>
            <a:xfrm>
              <a:off x="2718781" y="4663471"/>
              <a:ext cx="5164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rgbClr val="FF0000"/>
                  </a:solidFill>
                </a:rPr>
                <a:t>Data</a:t>
              </a:r>
              <a:endParaRPr lang="en-GB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9A6BEB4-43F4-8F8C-1B24-02991FAA6BFE}"/>
              </a:ext>
            </a:extLst>
          </p:cNvPr>
          <p:cNvGrpSpPr/>
          <p:nvPr/>
        </p:nvGrpSpPr>
        <p:grpSpPr>
          <a:xfrm>
            <a:off x="2597007" y="5134960"/>
            <a:ext cx="777693" cy="338175"/>
            <a:chOff x="2597007" y="4602295"/>
            <a:chExt cx="777693" cy="338175"/>
          </a:xfrm>
        </p:grpSpPr>
        <p:sp>
          <p:nvSpPr>
            <p:cNvPr id="18" name="원통형 17">
              <a:extLst>
                <a:ext uri="{FF2B5EF4-FFF2-40B4-BE49-F238E27FC236}">
                  <a16:creationId xmlns:a16="http://schemas.microsoft.com/office/drawing/2014/main" id="{73E7828C-8C4F-8AF6-9D67-8BB6308C82F0}"/>
                </a:ext>
              </a:extLst>
            </p:cNvPr>
            <p:cNvSpPr/>
            <p:nvPr/>
          </p:nvSpPr>
          <p:spPr>
            <a:xfrm>
              <a:off x="2597007" y="4602295"/>
              <a:ext cx="777693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E3F61B-6FFE-2D10-C6C2-B758AD939DFA}"/>
                </a:ext>
              </a:extLst>
            </p:cNvPr>
            <p:cNvSpPr txBox="1"/>
            <p:nvPr/>
          </p:nvSpPr>
          <p:spPr>
            <a:xfrm>
              <a:off x="2709964" y="4663471"/>
              <a:ext cx="5341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09AB4CBC-E5D4-AC53-1D1D-CE6F6651D800}"/>
              </a:ext>
            </a:extLst>
          </p:cNvPr>
          <p:cNvGraphicFramePr>
            <a:graphicFrameLocks noGrp="1"/>
          </p:cNvGraphicFramePr>
          <p:nvPr/>
        </p:nvGraphicFramePr>
        <p:xfrm>
          <a:off x="263525" y="992239"/>
          <a:ext cx="11664950" cy="1420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50126">
                  <a:extLst>
                    <a:ext uri="{9D8B030D-6E8A-4147-A177-3AD203B41FA5}">
                      <a16:colId xmlns:a16="http://schemas.microsoft.com/office/drawing/2014/main" val="2833768099"/>
                    </a:ext>
                  </a:extLst>
                </a:gridCol>
                <a:gridCol w="2536816">
                  <a:extLst>
                    <a:ext uri="{9D8B030D-6E8A-4147-A177-3AD203B41FA5}">
                      <a16:colId xmlns:a16="http://schemas.microsoft.com/office/drawing/2014/main" val="1483954532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32944985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75995707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402632294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3010232207"/>
                    </a:ext>
                  </a:extLst>
                </a:gridCol>
              </a:tblGrid>
              <a:tr h="470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Target cluster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 Case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Downtime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Unnecessary time </a:t>
                      </a:r>
                      <a:b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and steps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92410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기존 클러스터 재구성 후 </a:t>
                      </a:r>
                      <a:r>
                        <a:rPr lang="en-US" altLang="ko-K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</a:t>
                      </a:r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12191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</a:t>
                      </a:r>
                      <a:r>
                        <a:rPr lang="ko-KR" altLang="en-US" sz="12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EOS </a:t>
                      </a:r>
                      <a:r>
                        <a:rPr lang="ko-KR" altLang="en-US" sz="12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도래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OS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재설치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??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방식이 아닌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rolling-upgrade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방식으로 진행 시</a:t>
                      </a:r>
                      <a:b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다운타임은 </a:t>
                      </a:r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Data migration</a:t>
                      </a:r>
                    </a:p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 full restore</a:t>
                      </a: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33147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버티카 클러스터 구성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시간미만</a:t>
                      </a:r>
                      <a:endParaRPr lang="en-US" altLang="ko-KR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53779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2191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highlight>
                          <a:srgbClr val="FF0000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Revive &amp; </a:t>
                      </a:r>
                      <a:r>
                        <a:rPr lang="ko-KR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버티카 기동</a:t>
                      </a:r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수분내</a:t>
                      </a:r>
                      <a:endParaRPr lang="en-US" altLang="ko-KR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u="none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1" marR="8261" marT="8261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26064"/>
                  </a:ext>
                </a:extLst>
              </a:tr>
            </a:tbl>
          </a:graphicData>
        </a:graphic>
      </p:graphicFrame>
      <p:grpSp>
        <p:nvGrpSpPr>
          <p:cNvPr id="68" name="그룹 67">
            <a:extLst>
              <a:ext uri="{FF2B5EF4-FFF2-40B4-BE49-F238E27FC236}">
                <a16:creationId xmlns:a16="http://schemas.microsoft.com/office/drawing/2014/main" id="{6E0F31D2-E48F-E842-3440-8F76207C93A4}"/>
              </a:ext>
            </a:extLst>
          </p:cNvPr>
          <p:cNvGrpSpPr/>
          <p:nvPr/>
        </p:nvGrpSpPr>
        <p:grpSpPr>
          <a:xfrm>
            <a:off x="3659395" y="4316771"/>
            <a:ext cx="1224924" cy="1085850"/>
            <a:chOff x="3659395" y="4316771"/>
            <a:chExt cx="1224924" cy="108585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DBF51EF-BDF0-60AC-53E9-43F9F68F9A40}"/>
                </a:ext>
              </a:extLst>
            </p:cNvPr>
            <p:cNvSpPr txBox="1"/>
            <p:nvPr/>
          </p:nvSpPr>
          <p:spPr>
            <a:xfrm>
              <a:off x="4205927" y="4721195"/>
              <a:ext cx="678392" cy="277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Revive</a:t>
              </a:r>
            </a:p>
          </p:txBody>
        </p:sp>
        <p:sp>
          <p:nvSpPr>
            <p:cNvPr id="66" name="화살표: 위로 구부러짐 65">
              <a:extLst>
                <a:ext uri="{FF2B5EF4-FFF2-40B4-BE49-F238E27FC236}">
                  <a16:creationId xmlns:a16="http://schemas.microsoft.com/office/drawing/2014/main" id="{774155AB-2344-8093-0F04-B09288D46670}"/>
                </a:ext>
              </a:extLst>
            </p:cNvPr>
            <p:cNvSpPr/>
            <p:nvPr/>
          </p:nvSpPr>
          <p:spPr>
            <a:xfrm rot="16200000">
              <a:off x="3390171" y="4585995"/>
              <a:ext cx="1085850" cy="547402"/>
            </a:xfrm>
            <a:prstGeom prst="curvedUpArrow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8" name="그래픽 77" descr="로켓">
            <a:extLst>
              <a:ext uri="{FF2B5EF4-FFF2-40B4-BE49-F238E27FC236}">
                <a16:creationId xmlns:a16="http://schemas.microsoft.com/office/drawing/2014/main" id="{08D1FAC0-9892-96D6-F3DB-E3E71A510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2041" y="3245456"/>
            <a:ext cx="914400" cy="914400"/>
          </a:xfrm>
          <a:prstGeom prst="rect">
            <a:avLst/>
          </a:prstGeom>
        </p:spPr>
      </p:pic>
      <p:grpSp>
        <p:nvGrpSpPr>
          <p:cNvPr id="64" name="그룹 63">
            <a:extLst>
              <a:ext uri="{FF2B5EF4-FFF2-40B4-BE49-F238E27FC236}">
                <a16:creationId xmlns:a16="http://schemas.microsoft.com/office/drawing/2014/main" id="{3CCE7CB2-A32F-FF57-3789-7646F212052D}"/>
              </a:ext>
            </a:extLst>
          </p:cNvPr>
          <p:cNvGrpSpPr/>
          <p:nvPr/>
        </p:nvGrpSpPr>
        <p:grpSpPr>
          <a:xfrm>
            <a:off x="1050252" y="3155508"/>
            <a:ext cx="3722390" cy="1108591"/>
            <a:chOff x="1050252" y="7143802"/>
            <a:chExt cx="3722390" cy="1108591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75DB69AC-B9B2-6C99-BE8E-D8D758FFE905}"/>
                </a:ext>
              </a:extLst>
            </p:cNvPr>
            <p:cNvGrpSpPr/>
            <p:nvPr/>
          </p:nvGrpSpPr>
          <p:grpSpPr>
            <a:xfrm>
              <a:off x="1050252" y="7143802"/>
              <a:ext cx="933252" cy="1108591"/>
              <a:chOff x="1050252" y="2267002"/>
              <a:chExt cx="933252" cy="1108591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4D171CBB-1D7F-C992-1F13-E5E6A70D79DC}"/>
                  </a:ext>
                </a:extLst>
              </p:cNvPr>
              <p:cNvSpPr/>
              <p:nvPr/>
            </p:nvSpPr>
            <p:spPr>
              <a:xfrm>
                <a:off x="1050252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683ABF6-C05C-5315-4046-B0ED3690107F}"/>
                  </a:ext>
                </a:extLst>
              </p:cNvPr>
              <p:cNvSpPr txBox="1"/>
              <p:nvPr/>
            </p:nvSpPr>
            <p:spPr>
              <a:xfrm>
                <a:off x="1172873" y="2971317"/>
                <a:ext cx="6880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RHEL9</a:t>
                </a:r>
                <a:endParaRPr lang="ko-KR" altLang="en-US" sz="1200" b="1" dirty="0" err="1">
                  <a:solidFill>
                    <a:schemeClr val="bg1"/>
                  </a:solidFill>
                  <a:highlight>
                    <a:srgbClr val="FF0000"/>
                  </a:highlight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449F4DA7-38FB-F6C5-C830-15AFE421AC23}"/>
                </a:ext>
              </a:extLst>
            </p:cNvPr>
            <p:cNvGrpSpPr/>
            <p:nvPr/>
          </p:nvGrpSpPr>
          <p:grpSpPr>
            <a:xfrm>
              <a:off x="2467677" y="7143802"/>
              <a:ext cx="933252" cy="1108591"/>
              <a:chOff x="1050252" y="2267002"/>
              <a:chExt cx="933252" cy="1108591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06BAC4E-8731-D8EC-4134-F05911FE3B50}"/>
                  </a:ext>
                </a:extLst>
              </p:cNvPr>
              <p:cNvSpPr/>
              <p:nvPr/>
            </p:nvSpPr>
            <p:spPr>
              <a:xfrm>
                <a:off x="1050252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2D09795-8E03-6671-EC9D-8C2519A09489}"/>
                  </a:ext>
                </a:extLst>
              </p:cNvPr>
              <p:cNvSpPr txBox="1"/>
              <p:nvPr/>
            </p:nvSpPr>
            <p:spPr>
              <a:xfrm>
                <a:off x="1172873" y="2971317"/>
                <a:ext cx="6880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RHEL9</a:t>
                </a:r>
                <a:endParaRPr lang="ko-KR" altLang="en-US" sz="1200" b="1" dirty="0" err="1">
                  <a:solidFill>
                    <a:schemeClr val="bg1"/>
                  </a:solidFill>
                  <a:highlight>
                    <a:srgbClr val="FF0000"/>
                  </a:highlight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18816461-D726-97A9-83C6-0C51BD007247}"/>
                </a:ext>
              </a:extLst>
            </p:cNvPr>
            <p:cNvGrpSpPr/>
            <p:nvPr/>
          </p:nvGrpSpPr>
          <p:grpSpPr>
            <a:xfrm>
              <a:off x="3839390" y="7143802"/>
              <a:ext cx="933252" cy="1108591"/>
              <a:chOff x="1050252" y="2267002"/>
              <a:chExt cx="933252" cy="1108591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EFA888DE-C1D2-1071-06E8-37143D7DB7E4}"/>
                  </a:ext>
                </a:extLst>
              </p:cNvPr>
              <p:cNvSpPr/>
              <p:nvPr/>
            </p:nvSpPr>
            <p:spPr>
              <a:xfrm>
                <a:off x="1050252" y="2267002"/>
                <a:ext cx="933252" cy="1108591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1200" b="1" dirty="0"/>
                  <a:t>Compute</a:t>
                </a:r>
                <a:br>
                  <a:rPr lang="en-US" altLang="ko-KR" sz="1200" b="1" dirty="0"/>
                </a:br>
                <a:r>
                  <a:rPr lang="en-US" altLang="ko-KR" sz="1200" b="1" dirty="0"/>
                  <a:t>Node</a:t>
                </a:r>
                <a:endParaRPr lang="en-GB" altLang="ko-KR" sz="1200" b="1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5FE8820-0945-5F3F-94CE-D5FDA3B390BB}"/>
                  </a:ext>
                </a:extLst>
              </p:cNvPr>
              <p:cNvSpPr txBox="1"/>
              <p:nvPr/>
            </p:nvSpPr>
            <p:spPr>
              <a:xfrm>
                <a:off x="1172873" y="2971317"/>
                <a:ext cx="6880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200" b="1" dirty="0">
                    <a:solidFill>
                      <a:schemeClr val="bg1"/>
                    </a:solidFill>
                    <a:highlight>
                      <a:srgbClr val="FF0000"/>
                    </a:highlight>
                  </a:rPr>
                  <a:t>RHEL9</a:t>
                </a:r>
                <a:endParaRPr lang="ko-KR" altLang="en-US" sz="1200" b="1" dirty="0" err="1">
                  <a:solidFill>
                    <a:schemeClr val="bg1"/>
                  </a:solidFill>
                  <a:highlight>
                    <a:srgbClr val="FF0000"/>
                  </a:highlight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0DD0E77-3122-910D-329F-7EF84C905662}"/>
              </a:ext>
            </a:extLst>
          </p:cNvPr>
          <p:cNvGrpSpPr/>
          <p:nvPr/>
        </p:nvGrpSpPr>
        <p:grpSpPr>
          <a:xfrm>
            <a:off x="1262620" y="3624893"/>
            <a:ext cx="534121" cy="286648"/>
            <a:chOff x="4550623" y="2687330"/>
            <a:chExt cx="534121" cy="335042"/>
          </a:xfrm>
        </p:grpSpPr>
        <p:sp>
          <p:nvSpPr>
            <p:cNvPr id="5" name="원통형 4">
              <a:extLst>
                <a:ext uri="{FF2B5EF4-FFF2-40B4-BE49-F238E27FC236}">
                  <a16:creationId xmlns:a16="http://schemas.microsoft.com/office/drawing/2014/main" id="{6E41955F-A05A-7E4E-5BFE-BAD46A03A732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7F0066-156B-26A1-67F9-B6A7ECE15837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7DFEBA0-07E9-114F-6DFB-928D420ABFA8}"/>
              </a:ext>
            </a:extLst>
          </p:cNvPr>
          <p:cNvGrpSpPr/>
          <p:nvPr/>
        </p:nvGrpSpPr>
        <p:grpSpPr>
          <a:xfrm>
            <a:off x="2664535" y="3624893"/>
            <a:ext cx="534121" cy="286648"/>
            <a:chOff x="4550623" y="2687330"/>
            <a:chExt cx="534121" cy="335042"/>
          </a:xfrm>
        </p:grpSpPr>
        <p:sp>
          <p:nvSpPr>
            <p:cNvPr id="20" name="원통형 19">
              <a:extLst>
                <a:ext uri="{FF2B5EF4-FFF2-40B4-BE49-F238E27FC236}">
                  <a16:creationId xmlns:a16="http://schemas.microsoft.com/office/drawing/2014/main" id="{F85EBEBD-275E-48C0-6456-EC330A5351D2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5589F99-B892-77B2-6114-298B56F7266F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83BA1F0-1C5B-6783-1849-AECE432717C2}"/>
              </a:ext>
            </a:extLst>
          </p:cNvPr>
          <p:cNvGrpSpPr/>
          <p:nvPr/>
        </p:nvGrpSpPr>
        <p:grpSpPr>
          <a:xfrm>
            <a:off x="4051553" y="3624893"/>
            <a:ext cx="534121" cy="286648"/>
            <a:chOff x="4550623" y="2687330"/>
            <a:chExt cx="534121" cy="335042"/>
          </a:xfrm>
        </p:grpSpPr>
        <p:sp>
          <p:nvSpPr>
            <p:cNvPr id="27" name="원통형 26">
              <a:extLst>
                <a:ext uri="{FF2B5EF4-FFF2-40B4-BE49-F238E27FC236}">
                  <a16:creationId xmlns:a16="http://schemas.microsoft.com/office/drawing/2014/main" id="{F4D80EAD-64DB-1A8D-83A9-B6A95D7F6C53}"/>
                </a:ext>
              </a:extLst>
            </p:cNvPr>
            <p:cNvSpPr/>
            <p:nvPr/>
          </p:nvSpPr>
          <p:spPr>
            <a:xfrm>
              <a:off x="4563685" y="2687330"/>
              <a:ext cx="492069" cy="304772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1523DC1-10B4-143A-3C93-BC0BC986652E}"/>
                </a:ext>
              </a:extLst>
            </p:cNvPr>
            <p:cNvSpPr txBox="1"/>
            <p:nvPr/>
          </p:nvSpPr>
          <p:spPr>
            <a:xfrm>
              <a:off x="4550623" y="2745373"/>
              <a:ext cx="534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altLang="ko-KR" sz="1200" b="1" dirty="0">
                  <a:solidFill>
                    <a:schemeClr val="accent2"/>
                  </a:solidFill>
                </a:rPr>
                <a:t>Meta</a:t>
              </a:r>
              <a:endParaRPr lang="en-GB" sz="1200" b="1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73940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3218-B362-2345-A01D-BCB82D073CE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11664950" cy="973138"/>
          </a:xfrm>
        </p:spPr>
        <p:txBody>
          <a:bodyPr/>
          <a:lstStyle/>
          <a:p>
            <a:r>
              <a:rPr lang="en-US" dirty="0"/>
              <a:t>Key Messages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14F177E-3D5F-9543-89E7-5FBFFD4F8912}"/>
              </a:ext>
            </a:extLst>
          </p:cNvPr>
          <p:cNvGrpSpPr/>
          <p:nvPr/>
        </p:nvGrpSpPr>
        <p:grpSpPr>
          <a:xfrm>
            <a:off x="-152400" y="1536717"/>
            <a:ext cx="3500791" cy="1475375"/>
            <a:chOff x="598102" y="2339556"/>
            <a:chExt cx="3500791" cy="1475375"/>
          </a:xfrm>
        </p:grpSpPr>
        <p:sp>
          <p:nvSpPr>
            <p:cNvPr id="108" name="TextBox 247">
              <a:extLst>
                <a:ext uri="{FF2B5EF4-FFF2-40B4-BE49-F238E27FC236}">
                  <a16:creationId xmlns:a16="http://schemas.microsoft.com/office/drawing/2014/main" id="{BF715101-0C9E-F241-AB01-D013D8144478}"/>
                </a:ext>
              </a:extLst>
            </p:cNvPr>
            <p:cNvSpPr txBox="1"/>
            <p:nvPr/>
          </p:nvSpPr>
          <p:spPr>
            <a:xfrm>
              <a:off x="598102" y="2339556"/>
              <a:ext cx="3500791" cy="307777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n-cs"/>
                </a:rPr>
                <a:t>Data Lakehouse Platform </a:t>
              </a:r>
            </a:p>
          </p:txBody>
        </p:sp>
        <p:sp>
          <p:nvSpPr>
            <p:cNvPr id="109" name="TextBox 267">
              <a:extLst>
                <a:ext uri="{FF2B5EF4-FFF2-40B4-BE49-F238E27FC236}">
                  <a16:creationId xmlns:a16="http://schemas.microsoft.com/office/drawing/2014/main" id="{52142A21-4A41-1D49-8DC0-3E5F231311E3}"/>
                </a:ext>
              </a:extLst>
            </p:cNvPr>
            <p:cNvSpPr txBox="1"/>
            <p:nvPr/>
          </p:nvSpPr>
          <p:spPr>
            <a:xfrm>
              <a:off x="915602" y="2719759"/>
              <a:ext cx="3183290" cy="1095172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indent="0" algn="r" defTabSz="457200" latinLnBrk="0">
                <a:lnSpc>
                  <a:spcPct val="100000"/>
                </a:lnSpc>
                <a:buNone/>
                <a:defRPr sz="1400">
                  <a:latin typeface="Arial" panose="020B0604020202020204"/>
                  <a:ea typeface="+mn-ea"/>
                  <a:cs typeface="+mn-cs"/>
                </a:defRPr>
              </a:lvl1pPr>
              <a:lvl2pPr marL="457200" defTabSz="914400" latinLnBrk="0">
                <a:defRPr sz="1800">
                  <a:latin typeface="+mn-lt"/>
                  <a:ea typeface="+mn-ea"/>
                  <a:cs typeface="+mn-cs"/>
                </a:defRPr>
              </a:lvl2pPr>
              <a:lvl3pPr marL="914400" defTabSz="914400" latinLnBrk="0">
                <a:defRPr>
                  <a:latin typeface="+mn-lt"/>
                  <a:ea typeface="+mn-ea"/>
                  <a:cs typeface="+mn-cs"/>
                </a:defRPr>
              </a:lvl3pPr>
              <a:lvl4pPr marL="1371600" defTabSz="914400" latinLnBrk="0">
                <a:defRPr sz="1800">
                  <a:latin typeface="+mn-lt"/>
                  <a:ea typeface="+mn-ea"/>
                  <a:cs typeface="+mn-cs"/>
                </a:defRPr>
              </a:lvl4pPr>
              <a:lvl5pPr marL="1828800" defTabSz="914400" latinLnBrk="0">
                <a:defRPr sz="1800">
                  <a:latin typeface="+mn-lt"/>
                  <a:ea typeface="+mn-ea"/>
                  <a:cs typeface="+mn-cs"/>
                </a:defRPr>
              </a:lvl5pPr>
              <a:lvl6pPr marL="2286000" defTabSz="914400">
                <a:defRPr sz="1800">
                  <a:latin typeface="+mn-lt"/>
                  <a:cs typeface="+mn-cs"/>
                </a:defRPr>
              </a:lvl6pPr>
              <a:lvl7pPr marL="2743200" defTabSz="914400">
                <a:defRPr sz="1800">
                  <a:latin typeface="+mn-lt"/>
                  <a:cs typeface="+mn-cs"/>
                </a:defRPr>
              </a:lvl7pPr>
              <a:lvl8pPr marL="3200400" defTabSz="914400">
                <a:defRPr sz="1800">
                  <a:latin typeface="+mn-lt"/>
                  <a:cs typeface="+mn-cs"/>
                </a:defRPr>
              </a:lvl8pPr>
              <a:lvl9pPr marL="3657600" defTabSz="914400">
                <a:defRPr sz="1800">
                  <a:latin typeface="+mn-lt"/>
                  <a:cs typeface="+mn-cs"/>
                </a:defRPr>
              </a:lvl9pPr>
            </a:lstStyle>
            <a:p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Data Warehouse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와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Hadoop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의 </a:t>
              </a:r>
              <a:b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</a:b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워크로드 및 데이터 규모를 </a:t>
              </a:r>
              <a:br>
                <a:rPr kumimoji="0" lang="en-GB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</a:b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단일 플랫폼으로 제공</a:t>
              </a:r>
            </a:p>
            <a:p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하둡의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 트랜잭션 처리 제약 및</a:t>
              </a:r>
              <a:b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</a:b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낮은 동시성 등의 단점이 제거된 플랫폼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8ABF740-9B31-D14D-B9C1-36B69DF4EE76}"/>
              </a:ext>
            </a:extLst>
          </p:cNvPr>
          <p:cNvGrpSpPr/>
          <p:nvPr/>
        </p:nvGrpSpPr>
        <p:grpSpPr>
          <a:xfrm>
            <a:off x="8784953" y="1536717"/>
            <a:ext cx="3143522" cy="1259931"/>
            <a:chOff x="1319514" y="2339556"/>
            <a:chExt cx="3143522" cy="1259931"/>
          </a:xfrm>
        </p:grpSpPr>
        <p:sp>
          <p:nvSpPr>
            <p:cNvPr id="41" name="TextBox 247">
              <a:extLst>
                <a:ext uri="{FF2B5EF4-FFF2-40B4-BE49-F238E27FC236}">
                  <a16:creationId xmlns:a16="http://schemas.microsoft.com/office/drawing/2014/main" id="{9307E593-F088-2347-8DC3-BE4B2B6954C9}"/>
                </a:ext>
              </a:extLst>
            </p:cNvPr>
            <p:cNvSpPr txBox="1"/>
            <p:nvPr/>
          </p:nvSpPr>
          <p:spPr>
            <a:xfrm>
              <a:off x="1319514" y="2339556"/>
              <a:ext cx="2421228" cy="307777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n-cs"/>
                </a:rPr>
                <a:t>C/S </a:t>
              </a: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n-cs"/>
                </a:rPr>
                <a:t>분리 아키텍처</a:t>
              </a:r>
            </a:p>
          </p:txBody>
        </p:sp>
        <p:sp>
          <p:nvSpPr>
            <p:cNvPr id="42" name="TextBox 267">
              <a:extLst>
                <a:ext uri="{FF2B5EF4-FFF2-40B4-BE49-F238E27FC236}">
                  <a16:creationId xmlns:a16="http://schemas.microsoft.com/office/drawing/2014/main" id="{256FF167-F9E7-2E4A-884F-6BD56AA1ECBC}"/>
                </a:ext>
              </a:extLst>
            </p:cNvPr>
            <p:cNvSpPr txBox="1"/>
            <p:nvPr/>
          </p:nvSpPr>
          <p:spPr>
            <a:xfrm>
              <a:off x="1319514" y="2719759"/>
              <a:ext cx="3143522" cy="879728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오브젝트 스토리지 기반으로 구성되어 </a:t>
              </a:r>
              <a:b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</a:b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최적화된 대용량 데이터 저장 비용 제공 </a:t>
              </a:r>
            </a:p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성능 확장을 위한 노드 확장 뿐만 아니라 </a:t>
              </a:r>
              <a:b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</a:b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동시성 확장을 위한 멀티 클러스터 기반 아키텍처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52BE51F-EB48-F34E-B671-25744D634520}"/>
              </a:ext>
            </a:extLst>
          </p:cNvPr>
          <p:cNvGrpSpPr/>
          <p:nvPr/>
        </p:nvGrpSpPr>
        <p:grpSpPr>
          <a:xfrm>
            <a:off x="26168" y="4333354"/>
            <a:ext cx="3322222" cy="1444597"/>
            <a:chOff x="776670" y="2339556"/>
            <a:chExt cx="3322222" cy="1444597"/>
          </a:xfrm>
        </p:grpSpPr>
        <p:sp>
          <p:nvSpPr>
            <p:cNvPr id="44" name="TextBox 247">
              <a:extLst>
                <a:ext uri="{FF2B5EF4-FFF2-40B4-BE49-F238E27FC236}">
                  <a16:creationId xmlns:a16="http://schemas.microsoft.com/office/drawing/2014/main" id="{9CB2E813-D1DB-514D-9AAA-44C7D14A81BB}"/>
                </a:ext>
              </a:extLst>
            </p:cNvPr>
            <p:cNvSpPr txBox="1"/>
            <p:nvPr/>
          </p:nvSpPr>
          <p:spPr>
            <a:xfrm>
              <a:off x="1014027" y="2339556"/>
              <a:ext cx="3084865" cy="307777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n-cs"/>
                </a:rPr>
                <a:t>합리적인 라이선스 체계</a:t>
              </a:r>
            </a:p>
          </p:txBody>
        </p:sp>
        <p:sp>
          <p:nvSpPr>
            <p:cNvPr id="45" name="TextBox 267">
              <a:extLst>
                <a:ext uri="{FF2B5EF4-FFF2-40B4-BE49-F238E27FC236}">
                  <a16:creationId xmlns:a16="http://schemas.microsoft.com/office/drawing/2014/main" id="{7048818E-69A6-4848-8E18-35C9910105F0}"/>
                </a:ext>
              </a:extLst>
            </p:cNvPr>
            <p:cNvSpPr txBox="1"/>
            <p:nvPr/>
          </p:nvSpPr>
          <p:spPr>
            <a:xfrm>
              <a:off x="776670" y="2719759"/>
              <a:ext cx="3322222" cy="1064394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r" defTabSz="457200" latinLnBrk="0">
                <a:defRPr sz="1200">
                  <a:latin typeface="Arial" panose="020B0604020202020204"/>
                  <a:ea typeface="+mn-ea"/>
                  <a:cs typeface="+mn-cs"/>
                </a:defRPr>
              </a:lvl1pPr>
              <a:lvl2pPr marL="457200" defTabSz="914400" latinLnBrk="0">
                <a:defRPr>
                  <a:latin typeface="+mn-lt"/>
                  <a:ea typeface="+mn-ea"/>
                  <a:cs typeface="+mn-cs"/>
                </a:defRPr>
              </a:lvl2pPr>
              <a:lvl3pPr marL="914400" defTabSz="914400" latinLnBrk="0">
                <a:defRPr>
                  <a:latin typeface="+mn-lt"/>
                  <a:ea typeface="+mn-ea"/>
                  <a:cs typeface="+mn-cs"/>
                </a:defRPr>
              </a:lvl3pPr>
              <a:lvl4pPr marL="1371600" defTabSz="914400" latinLnBrk="0">
                <a:defRPr sz="1800">
                  <a:latin typeface="+mn-lt"/>
                  <a:ea typeface="+mn-ea"/>
                  <a:cs typeface="+mn-cs"/>
                </a:defRPr>
              </a:lvl4pPr>
              <a:lvl5pPr marL="1828800" defTabSz="914400" latinLnBrk="0">
                <a:defRPr sz="1800">
                  <a:latin typeface="+mn-lt"/>
                  <a:ea typeface="+mn-ea"/>
                  <a:cs typeface="+mn-cs"/>
                </a:defRPr>
              </a:lvl5pPr>
              <a:lvl6pPr marL="2286000" defTabSz="914400">
                <a:defRPr sz="1800">
                  <a:latin typeface="+mn-lt"/>
                  <a:cs typeface="+mn-cs"/>
                </a:defRPr>
              </a:lvl6pPr>
              <a:lvl7pPr marL="2743200" defTabSz="914400">
                <a:defRPr sz="1800">
                  <a:latin typeface="+mn-lt"/>
                  <a:cs typeface="+mn-cs"/>
                </a:defRPr>
              </a:lvl7pPr>
              <a:lvl8pPr marL="3200400" defTabSz="914400">
                <a:defRPr sz="1800">
                  <a:latin typeface="+mn-lt"/>
                  <a:cs typeface="+mn-cs"/>
                </a:defRPr>
              </a:lvl8pPr>
              <a:lvl9pPr marL="3657600" defTabSz="914400">
                <a:defRPr sz="1800">
                  <a:latin typeface="+mn-lt"/>
                  <a:cs typeface="+mn-cs"/>
                </a:defRPr>
              </a:lvl9pPr>
            </a:lstStyle>
            <a:p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데이터 볼륨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/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노드 기반 라이선스 중 </a:t>
              </a:r>
              <a:b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</a:b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도입규모에 맞는 합리적인 라이선스 제공</a:t>
              </a:r>
            </a:p>
            <a:p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모든 라이선스 종류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(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볼륨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/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노드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)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는 </a:t>
              </a:r>
              <a:b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</a:b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영구 혹은 구독 중 선택 가능하므로 </a:t>
              </a:r>
              <a:b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</a:b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고객사 경영 전략에 맞는 형태로 보유 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631B08C-7CA1-4044-BB01-E15A3A4DE956}"/>
              </a:ext>
            </a:extLst>
          </p:cNvPr>
          <p:cNvGrpSpPr/>
          <p:nvPr/>
        </p:nvGrpSpPr>
        <p:grpSpPr>
          <a:xfrm>
            <a:off x="8784952" y="4333354"/>
            <a:ext cx="3380879" cy="1629263"/>
            <a:chOff x="1319513" y="2339556"/>
            <a:chExt cx="3380879" cy="1629263"/>
          </a:xfrm>
        </p:grpSpPr>
        <p:sp>
          <p:nvSpPr>
            <p:cNvPr id="47" name="TextBox 247">
              <a:extLst>
                <a:ext uri="{FF2B5EF4-FFF2-40B4-BE49-F238E27FC236}">
                  <a16:creationId xmlns:a16="http://schemas.microsoft.com/office/drawing/2014/main" id="{377512B2-81D5-7A46-B4CF-B1E438123FBC}"/>
                </a:ext>
              </a:extLst>
            </p:cNvPr>
            <p:cNvSpPr txBox="1"/>
            <p:nvPr/>
          </p:nvSpPr>
          <p:spPr>
            <a:xfrm>
              <a:off x="1319514" y="2339556"/>
              <a:ext cx="3143522" cy="307777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n-cs"/>
                </a:rPr>
                <a:t>다양한 인프라 환경 지원</a:t>
              </a:r>
            </a:p>
          </p:txBody>
        </p:sp>
        <p:sp>
          <p:nvSpPr>
            <p:cNvPr id="48" name="TextBox 267">
              <a:extLst>
                <a:ext uri="{FF2B5EF4-FFF2-40B4-BE49-F238E27FC236}">
                  <a16:creationId xmlns:a16="http://schemas.microsoft.com/office/drawing/2014/main" id="{1192CBAB-C44F-3245-8F9E-FCFA1E81C68E}"/>
                </a:ext>
              </a:extLst>
            </p:cNvPr>
            <p:cNvSpPr txBox="1"/>
            <p:nvPr/>
          </p:nvSpPr>
          <p:spPr>
            <a:xfrm>
              <a:off x="1319513" y="2719759"/>
              <a:ext cx="3380879" cy="1249060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indent="0" defTabSz="457200" latinLnBrk="0">
                <a:lnSpc>
                  <a:spcPct val="100000"/>
                </a:lnSpc>
                <a:buNone/>
                <a:defRPr sz="1400">
                  <a:latin typeface="Arial" panose="020B0604020202020204"/>
                  <a:ea typeface="+mn-ea"/>
                  <a:cs typeface="+mn-cs"/>
                </a:defRPr>
              </a:lvl1pPr>
              <a:lvl2pPr marL="457200" defTabSz="914400" latinLnBrk="0">
                <a:defRPr sz="1800">
                  <a:latin typeface="+mn-lt"/>
                  <a:ea typeface="+mn-ea"/>
                  <a:cs typeface="+mn-cs"/>
                </a:defRPr>
              </a:lvl2pPr>
              <a:lvl3pPr marL="914400" defTabSz="914400" latinLnBrk="0">
                <a:defRPr>
                  <a:latin typeface="+mn-lt"/>
                  <a:ea typeface="+mn-ea"/>
                  <a:cs typeface="+mn-cs"/>
                </a:defRPr>
              </a:lvl3pPr>
              <a:lvl4pPr marL="1371600" defTabSz="914400" latinLnBrk="0">
                <a:defRPr sz="1800">
                  <a:latin typeface="+mn-lt"/>
                  <a:ea typeface="+mn-ea"/>
                  <a:cs typeface="+mn-cs"/>
                </a:defRPr>
              </a:lvl4pPr>
              <a:lvl5pPr marL="1828800" defTabSz="914400" latinLnBrk="0">
                <a:defRPr sz="1800">
                  <a:latin typeface="+mn-lt"/>
                  <a:ea typeface="+mn-ea"/>
                  <a:cs typeface="+mn-cs"/>
                </a:defRPr>
              </a:lvl5pPr>
              <a:lvl6pPr marL="2286000" defTabSz="914400">
                <a:defRPr sz="1800">
                  <a:latin typeface="+mn-lt"/>
                  <a:cs typeface="+mn-cs"/>
                </a:defRPr>
              </a:lvl6pPr>
              <a:lvl7pPr marL="2743200" defTabSz="914400">
                <a:defRPr sz="1800">
                  <a:latin typeface="+mn-lt"/>
                  <a:cs typeface="+mn-cs"/>
                </a:defRPr>
              </a:lvl7pPr>
              <a:lvl8pPr marL="3200400" defTabSz="914400">
                <a:defRPr sz="1800">
                  <a:latin typeface="+mn-lt"/>
                  <a:cs typeface="+mn-cs"/>
                </a:defRPr>
              </a:lvl8pPr>
              <a:lvl9pPr marL="3657600" defTabSz="914400">
                <a:defRPr sz="1800">
                  <a:latin typeface="+mn-lt"/>
                  <a:cs typeface="+mn-cs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특정 하드웨어나 인프라 환경에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Lock-in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되지 않고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Public cloud / On-premise / </a:t>
              </a:r>
              <a:r>
                <a:rPr kumimoji="0" lang="en-GB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k8s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기반의 </a:t>
              </a:r>
              <a:br>
                <a:rPr kumimoji="0" lang="en-GB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</a:b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배포 및 운영 지원</a:t>
              </a:r>
            </a:p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데이터 저장소는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IDC </a:t>
              </a:r>
              <a:r>
                <a:rPr kumimoji="0" lang="en-GB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/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컴퓨팅은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public cloud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의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computing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을 활용하는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Hybrid cloud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구성을 통해 </a:t>
              </a:r>
              <a:br>
                <a:rPr kumimoji="0" lang="en-GB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</a:b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보안이나 유연성 확보 방안 제공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262E10A2-6CBE-4F4C-B1E8-F2F6441976F8}"/>
              </a:ext>
            </a:extLst>
          </p:cNvPr>
          <p:cNvSpPr/>
          <p:nvPr/>
        </p:nvSpPr>
        <p:spPr>
          <a:xfrm rot="13500000">
            <a:off x="3607469" y="1161345"/>
            <a:ext cx="2164880" cy="2164880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t" anchorCtr="0">
            <a:prstTxWarp prst="textCircl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 Lake House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C135274-277F-224F-8A5F-6B7E5F40DF93}"/>
              </a:ext>
            </a:extLst>
          </p:cNvPr>
          <p:cNvSpPr/>
          <p:nvPr/>
        </p:nvSpPr>
        <p:spPr>
          <a:xfrm rot="19800000">
            <a:off x="6386969" y="1191447"/>
            <a:ext cx="2164880" cy="2164880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t" anchorCtr="0">
            <a:prstTxWarp prst="textCircl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C/S separation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F2B85B7-EF46-6F41-B58C-02A32D61CB03}"/>
              </a:ext>
            </a:extLst>
          </p:cNvPr>
          <p:cNvSpPr/>
          <p:nvPr/>
        </p:nvSpPr>
        <p:spPr>
          <a:xfrm rot="18900000">
            <a:off x="6219468" y="3787199"/>
            <a:ext cx="2432034" cy="2432034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t" anchorCtr="0">
            <a:prstTxWarp prst="textArchDown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Flexible Infrastructure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CAFA1EE-4104-1E4C-98B9-7483336A34D2}"/>
              </a:ext>
            </a:extLst>
          </p:cNvPr>
          <p:cNvSpPr/>
          <p:nvPr/>
        </p:nvSpPr>
        <p:spPr>
          <a:xfrm rot="1800000">
            <a:off x="3500789" y="3787200"/>
            <a:ext cx="2432034" cy="2432034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t" anchorCtr="0">
            <a:prstTxWarp prst="textArchDown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>
                <a:srgbClr val="00008B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Reasonable License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CDE0F22-648F-3945-8595-82CE5B5701A7}"/>
              </a:ext>
            </a:extLst>
          </p:cNvPr>
          <p:cNvGrpSpPr/>
          <p:nvPr/>
        </p:nvGrpSpPr>
        <p:grpSpPr>
          <a:xfrm>
            <a:off x="4057469" y="1625585"/>
            <a:ext cx="4036547" cy="4018332"/>
            <a:chOff x="4297776" y="1733384"/>
            <a:chExt cx="3533268" cy="3517323"/>
          </a:xfrm>
        </p:grpSpPr>
        <p:sp>
          <p:nvSpPr>
            <p:cNvPr id="52" name="Rounded Rectangle 27">
              <a:extLst>
                <a:ext uri="{FF2B5EF4-FFF2-40B4-BE49-F238E27FC236}">
                  <a16:creationId xmlns:a16="http://schemas.microsoft.com/office/drawing/2014/main" id="{EE6875D8-11C3-694A-A902-AFCA9BDEEE74}"/>
                </a:ext>
              </a:extLst>
            </p:cNvPr>
            <p:cNvSpPr/>
            <p:nvPr/>
          </p:nvSpPr>
          <p:spPr>
            <a:xfrm rot="10800000">
              <a:off x="4307512" y="1741621"/>
              <a:ext cx="3517326" cy="1148625"/>
            </a:xfrm>
            <a:custGeom>
              <a:avLst/>
              <a:gdLst>
                <a:gd name="connsiteX0" fmla="*/ 0 w 4188014"/>
                <a:gd name="connsiteY0" fmla="*/ 683589 h 1367177"/>
                <a:gd name="connsiteX1" fmla="*/ 683589 w 4188014"/>
                <a:gd name="connsiteY1" fmla="*/ 0 h 1367177"/>
                <a:gd name="connsiteX2" fmla="*/ 3504426 w 4188014"/>
                <a:gd name="connsiteY2" fmla="*/ 0 h 1367177"/>
                <a:gd name="connsiteX3" fmla="*/ 4188015 w 4188014"/>
                <a:gd name="connsiteY3" fmla="*/ 683589 h 1367177"/>
                <a:gd name="connsiteX4" fmla="*/ 4188014 w 4188014"/>
                <a:gd name="connsiteY4" fmla="*/ 683589 h 1367177"/>
                <a:gd name="connsiteX5" fmla="*/ 3504425 w 4188014"/>
                <a:gd name="connsiteY5" fmla="*/ 1367178 h 1367177"/>
                <a:gd name="connsiteX6" fmla="*/ 683589 w 4188014"/>
                <a:gd name="connsiteY6" fmla="*/ 1367177 h 1367177"/>
                <a:gd name="connsiteX7" fmla="*/ 0 w 4188014"/>
                <a:gd name="connsiteY7" fmla="*/ 683588 h 1367177"/>
                <a:gd name="connsiteX8" fmla="*/ 0 w 4188014"/>
                <a:gd name="connsiteY8" fmla="*/ 683589 h 1367177"/>
                <a:gd name="connsiteX0" fmla="*/ 0 w 4188015"/>
                <a:gd name="connsiteY0" fmla="*/ 684880 h 1368469"/>
                <a:gd name="connsiteX1" fmla="*/ 683589 w 4188015"/>
                <a:gd name="connsiteY1" fmla="*/ 1291 h 1368469"/>
                <a:gd name="connsiteX2" fmla="*/ 1908367 w 4188015"/>
                <a:gd name="connsiteY2" fmla="*/ 0 h 1368469"/>
                <a:gd name="connsiteX3" fmla="*/ 3504426 w 4188015"/>
                <a:gd name="connsiteY3" fmla="*/ 1291 h 1368469"/>
                <a:gd name="connsiteX4" fmla="*/ 4188015 w 4188015"/>
                <a:gd name="connsiteY4" fmla="*/ 684880 h 1368469"/>
                <a:gd name="connsiteX5" fmla="*/ 4188014 w 4188015"/>
                <a:gd name="connsiteY5" fmla="*/ 684880 h 1368469"/>
                <a:gd name="connsiteX6" fmla="*/ 3504425 w 4188015"/>
                <a:gd name="connsiteY6" fmla="*/ 1368469 h 1368469"/>
                <a:gd name="connsiteX7" fmla="*/ 683589 w 4188015"/>
                <a:gd name="connsiteY7" fmla="*/ 1368468 h 1368469"/>
                <a:gd name="connsiteX8" fmla="*/ 0 w 4188015"/>
                <a:gd name="connsiteY8" fmla="*/ 684879 h 1368469"/>
                <a:gd name="connsiteX9" fmla="*/ 0 w 4188015"/>
                <a:gd name="connsiteY9" fmla="*/ 684880 h 1368469"/>
                <a:gd name="connsiteX0" fmla="*/ 0 w 4188015"/>
                <a:gd name="connsiteY0" fmla="*/ 683589 h 1367178"/>
                <a:gd name="connsiteX1" fmla="*/ 683589 w 4188015"/>
                <a:gd name="connsiteY1" fmla="*/ 0 h 1367178"/>
                <a:gd name="connsiteX2" fmla="*/ 1979251 w 4188015"/>
                <a:gd name="connsiteY2" fmla="*/ 324774 h 1367178"/>
                <a:gd name="connsiteX3" fmla="*/ 3504426 w 4188015"/>
                <a:gd name="connsiteY3" fmla="*/ 0 h 1367178"/>
                <a:gd name="connsiteX4" fmla="*/ 4188015 w 4188015"/>
                <a:gd name="connsiteY4" fmla="*/ 683589 h 1367178"/>
                <a:gd name="connsiteX5" fmla="*/ 4188014 w 4188015"/>
                <a:gd name="connsiteY5" fmla="*/ 683589 h 1367178"/>
                <a:gd name="connsiteX6" fmla="*/ 3504425 w 4188015"/>
                <a:gd name="connsiteY6" fmla="*/ 1367178 h 1367178"/>
                <a:gd name="connsiteX7" fmla="*/ 683589 w 4188015"/>
                <a:gd name="connsiteY7" fmla="*/ 1367177 h 1367178"/>
                <a:gd name="connsiteX8" fmla="*/ 0 w 4188015"/>
                <a:gd name="connsiteY8" fmla="*/ 683588 h 1367178"/>
                <a:gd name="connsiteX9" fmla="*/ 0 w 4188015"/>
                <a:gd name="connsiteY9" fmla="*/ 683589 h 1367178"/>
                <a:gd name="connsiteX0" fmla="*/ 0 w 4188015"/>
                <a:gd name="connsiteY0" fmla="*/ 683589 h 1367178"/>
                <a:gd name="connsiteX1" fmla="*/ 683589 w 4188015"/>
                <a:gd name="connsiteY1" fmla="*/ 0 h 1367178"/>
                <a:gd name="connsiteX2" fmla="*/ 1979251 w 4188015"/>
                <a:gd name="connsiteY2" fmla="*/ 324774 h 1367178"/>
                <a:gd name="connsiteX3" fmla="*/ 3504426 w 4188015"/>
                <a:gd name="connsiteY3" fmla="*/ 0 h 1367178"/>
                <a:gd name="connsiteX4" fmla="*/ 4188015 w 4188015"/>
                <a:gd name="connsiteY4" fmla="*/ 683589 h 1367178"/>
                <a:gd name="connsiteX5" fmla="*/ 4188014 w 4188015"/>
                <a:gd name="connsiteY5" fmla="*/ 683589 h 1367178"/>
                <a:gd name="connsiteX6" fmla="*/ 3504425 w 4188015"/>
                <a:gd name="connsiteY6" fmla="*/ 1367178 h 1367178"/>
                <a:gd name="connsiteX7" fmla="*/ 683589 w 4188015"/>
                <a:gd name="connsiteY7" fmla="*/ 1367177 h 1367178"/>
                <a:gd name="connsiteX8" fmla="*/ 0 w 4188015"/>
                <a:gd name="connsiteY8" fmla="*/ 683588 h 1367178"/>
                <a:gd name="connsiteX9" fmla="*/ 0 w 4188015"/>
                <a:gd name="connsiteY9" fmla="*/ 683589 h 1367178"/>
                <a:gd name="connsiteX0" fmla="*/ 0 w 4188015"/>
                <a:gd name="connsiteY0" fmla="*/ 683906 h 1367495"/>
                <a:gd name="connsiteX1" fmla="*/ 683589 w 4188015"/>
                <a:gd name="connsiteY1" fmla="*/ 317 h 1367495"/>
                <a:gd name="connsiteX2" fmla="*/ 1979251 w 4188015"/>
                <a:gd name="connsiteY2" fmla="*/ 325091 h 1367495"/>
                <a:gd name="connsiteX3" fmla="*/ 3504426 w 4188015"/>
                <a:gd name="connsiteY3" fmla="*/ 317 h 1367495"/>
                <a:gd name="connsiteX4" fmla="*/ 4188015 w 4188015"/>
                <a:gd name="connsiteY4" fmla="*/ 683906 h 1367495"/>
                <a:gd name="connsiteX5" fmla="*/ 4188014 w 4188015"/>
                <a:gd name="connsiteY5" fmla="*/ 683906 h 1367495"/>
                <a:gd name="connsiteX6" fmla="*/ 3504425 w 4188015"/>
                <a:gd name="connsiteY6" fmla="*/ 1367495 h 1367495"/>
                <a:gd name="connsiteX7" fmla="*/ 683589 w 4188015"/>
                <a:gd name="connsiteY7" fmla="*/ 1367494 h 1367495"/>
                <a:gd name="connsiteX8" fmla="*/ 0 w 4188015"/>
                <a:gd name="connsiteY8" fmla="*/ 683905 h 1367495"/>
                <a:gd name="connsiteX9" fmla="*/ 0 w 4188015"/>
                <a:gd name="connsiteY9" fmla="*/ 683906 h 1367495"/>
                <a:gd name="connsiteX0" fmla="*/ 0 w 4188015"/>
                <a:gd name="connsiteY0" fmla="*/ 683906 h 1367495"/>
                <a:gd name="connsiteX1" fmla="*/ 683589 w 4188015"/>
                <a:gd name="connsiteY1" fmla="*/ 317 h 1367495"/>
                <a:gd name="connsiteX2" fmla="*/ 1979251 w 4188015"/>
                <a:gd name="connsiteY2" fmla="*/ 325091 h 1367495"/>
                <a:gd name="connsiteX3" fmla="*/ 3504426 w 4188015"/>
                <a:gd name="connsiteY3" fmla="*/ 317 h 1367495"/>
                <a:gd name="connsiteX4" fmla="*/ 4188015 w 4188015"/>
                <a:gd name="connsiteY4" fmla="*/ 683906 h 1367495"/>
                <a:gd name="connsiteX5" fmla="*/ 4188014 w 4188015"/>
                <a:gd name="connsiteY5" fmla="*/ 683906 h 1367495"/>
                <a:gd name="connsiteX6" fmla="*/ 3504425 w 4188015"/>
                <a:gd name="connsiteY6" fmla="*/ 1367495 h 1367495"/>
                <a:gd name="connsiteX7" fmla="*/ 683589 w 4188015"/>
                <a:gd name="connsiteY7" fmla="*/ 1367494 h 1367495"/>
                <a:gd name="connsiteX8" fmla="*/ 0 w 4188015"/>
                <a:gd name="connsiteY8" fmla="*/ 683905 h 1367495"/>
                <a:gd name="connsiteX9" fmla="*/ 0 w 4188015"/>
                <a:gd name="connsiteY9" fmla="*/ 683906 h 1367495"/>
                <a:gd name="connsiteX0" fmla="*/ 0 w 4188015"/>
                <a:gd name="connsiteY0" fmla="*/ 683868 h 1367457"/>
                <a:gd name="connsiteX1" fmla="*/ 683589 w 4188015"/>
                <a:gd name="connsiteY1" fmla="*/ 279 h 1367457"/>
                <a:gd name="connsiteX2" fmla="*/ 2028870 w 4188015"/>
                <a:gd name="connsiteY2" fmla="*/ 374672 h 1367457"/>
                <a:gd name="connsiteX3" fmla="*/ 3504426 w 4188015"/>
                <a:gd name="connsiteY3" fmla="*/ 279 h 1367457"/>
                <a:gd name="connsiteX4" fmla="*/ 4188015 w 4188015"/>
                <a:gd name="connsiteY4" fmla="*/ 683868 h 1367457"/>
                <a:gd name="connsiteX5" fmla="*/ 4188014 w 4188015"/>
                <a:gd name="connsiteY5" fmla="*/ 683868 h 1367457"/>
                <a:gd name="connsiteX6" fmla="*/ 3504425 w 4188015"/>
                <a:gd name="connsiteY6" fmla="*/ 1367457 h 1367457"/>
                <a:gd name="connsiteX7" fmla="*/ 683589 w 4188015"/>
                <a:gd name="connsiteY7" fmla="*/ 1367456 h 1367457"/>
                <a:gd name="connsiteX8" fmla="*/ 0 w 4188015"/>
                <a:gd name="connsiteY8" fmla="*/ 683867 h 1367457"/>
                <a:gd name="connsiteX9" fmla="*/ 0 w 4188015"/>
                <a:gd name="connsiteY9" fmla="*/ 683868 h 1367457"/>
                <a:gd name="connsiteX0" fmla="*/ 0 w 4188015"/>
                <a:gd name="connsiteY0" fmla="*/ 683868 h 1381221"/>
                <a:gd name="connsiteX1" fmla="*/ 683589 w 4188015"/>
                <a:gd name="connsiteY1" fmla="*/ 279 h 1381221"/>
                <a:gd name="connsiteX2" fmla="*/ 2028870 w 4188015"/>
                <a:gd name="connsiteY2" fmla="*/ 374672 h 1381221"/>
                <a:gd name="connsiteX3" fmla="*/ 3504426 w 4188015"/>
                <a:gd name="connsiteY3" fmla="*/ 279 h 1381221"/>
                <a:gd name="connsiteX4" fmla="*/ 4188015 w 4188015"/>
                <a:gd name="connsiteY4" fmla="*/ 683868 h 1381221"/>
                <a:gd name="connsiteX5" fmla="*/ 4188014 w 4188015"/>
                <a:gd name="connsiteY5" fmla="*/ 683868 h 1381221"/>
                <a:gd name="connsiteX6" fmla="*/ 3504425 w 4188015"/>
                <a:gd name="connsiteY6" fmla="*/ 1367457 h 1381221"/>
                <a:gd name="connsiteX7" fmla="*/ 2050134 w 4188015"/>
                <a:gd name="connsiteY7" fmla="*/ 1381221 h 1381221"/>
                <a:gd name="connsiteX8" fmla="*/ 683589 w 4188015"/>
                <a:gd name="connsiteY8" fmla="*/ 1367456 h 1381221"/>
                <a:gd name="connsiteX9" fmla="*/ 0 w 4188015"/>
                <a:gd name="connsiteY9" fmla="*/ 683867 h 1381221"/>
                <a:gd name="connsiteX10" fmla="*/ 0 w 4188015"/>
                <a:gd name="connsiteY10" fmla="*/ 683868 h 1381221"/>
                <a:gd name="connsiteX0" fmla="*/ 0 w 4188015"/>
                <a:gd name="connsiteY0" fmla="*/ 683868 h 1367457"/>
                <a:gd name="connsiteX1" fmla="*/ 683589 w 4188015"/>
                <a:gd name="connsiteY1" fmla="*/ 279 h 1367457"/>
                <a:gd name="connsiteX2" fmla="*/ 2028870 w 4188015"/>
                <a:gd name="connsiteY2" fmla="*/ 374672 h 1367457"/>
                <a:gd name="connsiteX3" fmla="*/ 3504426 w 4188015"/>
                <a:gd name="connsiteY3" fmla="*/ 279 h 1367457"/>
                <a:gd name="connsiteX4" fmla="*/ 4188015 w 4188015"/>
                <a:gd name="connsiteY4" fmla="*/ 683868 h 1367457"/>
                <a:gd name="connsiteX5" fmla="*/ 4188014 w 4188015"/>
                <a:gd name="connsiteY5" fmla="*/ 683868 h 1367457"/>
                <a:gd name="connsiteX6" fmla="*/ 3504425 w 4188015"/>
                <a:gd name="connsiteY6" fmla="*/ 1367457 h 1367457"/>
                <a:gd name="connsiteX7" fmla="*/ 2057222 w 4188015"/>
                <a:gd name="connsiteY7" fmla="*/ 1033891 h 1367457"/>
                <a:gd name="connsiteX8" fmla="*/ 683589 w 4188015"/>
                <a:gd name="connsiteY8" fmla="*/ 1367456 h 1367457"/>
                <a:gd name="connsiteX9" fmla="*/ 0 w 4188015"/>
                <a:gd name="connsiteY9" fmla="*/ 683867 h 1367457"/>
                <a:gd name="connsiteX10" fmla="*/ 0 w 4188015"/>
                <a:gd name="connsiteY10" fmla="*/ 683868 h 1367457"/>
                <a:gd name="connsiteX0" fmla="*/ 0 w 4188015"/>
                <a:gd name="connsiteY0" fmla="*/ 683868 h 1367457"/>
                <a:gd name="connsiteX1" fmla="*/ 683589 w 4188015"/>
                <a:gd name="connsiteY1" fmla="*/ 279 h 1367457"/>
                <a:gd name="connsiteX2" fmla="*/ 2028870 w 4188015"/>
                <a:gd name="connsiteY2" fmla="*/ 374672 h 1367457"/>
                <a:gd name="connsiteX3" fmla="*/ 3504426 w 4188015"/>
                <a:gd name="connsiteY3" fmla="*/ 279 h 1367457"/>
                <a:gd name="connsiteX4" fmla="*/ 4188015 w 4188015"/>
                <a:gd name="connsiteY4" fmla="*/ 683868 h 1367457"/>
                <a:gd name="connsiteX5" fmla="*/ 4188014 w 4188015"/>
                <a:gd name="connsiteY5" fmla="*/ 683868 h 1367457"/>
                <a:gd name="connsiteX6" fmla="*/ 3504425 w 4188015"/>
                <a:gd name="connsiteY6" fmla="*/ 1367457 h 1367457"/>
                <a:gd name="connsiteX7" fmla="*/ 2057222 w 4188015"/>
                <a:gd name="connsiteY7" fmla="*/ 1033891 h 1367457"/>
                <a:gd name="connsiteX8" fmla="*/ 683589 w 4188015"/>
                <a:gd name="connsiteY8" fmla="*/ 1367456 h 1367457"/>
                <a:gd name="connsiteX9" fmla="*/ 0 w 4188015"/>
                <a:gd name="connsiteY9" fmla="*/ 683867 h 1367457"/>
                <a:gd name="connsiteX10" fmla="*/ 0 w 4188015"/>
                <a:gd name="connsiteY10" fmla="*/ 683868 h 1367457"/>
                <a:gd name="connsiteX0" fmla="*/ 0 w 4188015"/>
                <a:gd name="connsiteY0" fmla="*/ 683868 h 1367647"/>
                <a:gd name="connsiteX1" fmla="*/ 683589 w 4188015"/>
                <a:gd name="connsiteY1" fmla="*/ 279 h 1367647"/>
                <a:gd name="connsiteX2" fmla="*/ 2028870 w 4188015"/>
                <a:gd name="connsiteY2" fmla="*/ 374672 h 1367647"/>
                <a:gd name="connsiteX3" fmla="*/ 3504426 w 4188015"/>
                <a:gd name="connsiteY3" fmla="*/ 279 h 1367647"/>
                <a:gd name="connsiteX4" fmla="*/ 4188015 w 4188015"/>
                <a:gd name="connsiteY4" fmla="*/ 683868 h 1367647"/>
                <a:gd name="connsiteX5" fmla="*/ 4188014 w 4188015"/>
                <a:gd name="connsiteY5" fmla="*/ 683868 h 1367647"/>
                <a:gd name="connsiteX6" fmla="*/ 3504425 w 4188015"/>
                <a:gd name="connsiteY6" fmla="*/ 1367457 h 1367647"/>
                <a:gd name="connsiteX7" fmla="*/ 2057222 w 4188015"/>
                <a:gd name="connsiteY7" fmla="*/ 1033891 h 1367647"/>
                <a:gd name="connsiteX8" fmla="*/ 683589 w 4188015"/>
                <a:gd name="connsiteY8" fmla="*/ 1367456 h 1367647"/>
                <a:gd name="connsiteX9" fmla="*/ 0 w 4188015"/>
                <a:gd name="connsiteY9" fmla="*/ 683867 h 1367647"/>
                <a:gd name="connsiteX10" fmla="*/ 0 w 4188015"/>
                <a:gd name="connsiteY10" fmla="*/ 683868 h 1367647"/>
                <a:gd name="connsiteX0" fmla="*/ 0 w 4188015"/>
                <a:gd name="connsiteY0" fmla="*/ 683868 h 1367647"/>
                <a:gd name="connsiteX1" fmla="*/ 683589 w 4188015"/>
                <a:gd name="connsiteY1" fmla="*/ 279 h 1367647"/>
                <a:gd name="connsiteX2" fmla="*/ 2028870 w 4188015"/>
                <a:gd name="connsiteY2" fmla="*/ 374672 h 1367647"/>
                <a:gd name="connsiteX3" fmla="*/ 3504426 w 4188015"/>
                <a:gd name="connsiteY3" fmla="*/ 279 h 1367647"/>
                <a:gd name="connsiteX4" fmla="*/ 4188015 w 4188015"/>
                <a:gd name="connsiteY4" fmla="*/ 683868 h 1367647"/>
                <a:gd name="connsiteX5" fmla="*/ 4188014 w 4188015"/>
                <a:gd name="connsiteY5" fmla="*/ 683868 h 1367647"/>
                <a:gd name="connsiteX6" fmla="*/ 3504425 w 4188015"/>
                <a:gd name="connsiteY6" fmla="*/ 1367457 h 1367647"/>
                <a:gd name="connsiteX7" fmla="*/ 2057222 w 4188015"/>
                <a:gd name="connsiteY7" fmla="*/ 1033891 h 1367647"/>
                <a:gd name="connsiteX8" fmla="*/ 683589 w 4188015"/>
                <a:gd name="connsiteY8" fmla="*/ 1367456 h 1367647"/>
                <a:gd name="connsiteX9" fmla="*/ 0 w 4188015"/>
                <a:gd name="connsiteY9" fmla="*/ 683867 h 1367647"/>
                <a:gd name="connsiteX10" fmla="*/ 0 w 4188015"/>
                <a:gd name="connsiteY10" fmla="*/ 683868 h 136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88015" h="1367647">
                  <a:moveTo>
                    <a:pt x="0" y="683868"/>
                  </a:moveTo>
                  <a:cubicBezTo>
                    <a:pt x="0" y="306332"/>
                    <a:pt x="306053" y="279"/>
                    <a:pt x="683589" y="279"/>
                  </a:cubicBezTo>
                  <a:cubicBezTo>
                    <a:pt x="1087123" y="-11965"/>
                    <a:pt x="1343269" y="383693"/>
                    <a:pt x="2028870" y="374672"/>
                  </a:cubicBezTo>
                  <a:cubicBezTo>
                    <a:pt x="2714471" y="365651"/>
                    <a:pt x="2932238" y="2211"/>
                    <a:pt x="3504426" y="279"/>
                  </a:cubicBezTo>
                  <a:cubicBezTo>
                    <a:pt x="3881962" y="279"/>
                    <a:pt x="4188015" y="306332"/>
                    <a:pt x="4188015" y="683868"/>
                  </a:cubicBezTo>
                  <a:lnTo>
                    <a:pt x="4188014" y="683868"/>
                  </a:lnTo>
                  <a:cubicBezTo>
                    <a:pt x="4188014" y="1061404"/>
                    <a:pt x="3881961" y="1367457"/>
                    <a:pt x="3504425" y="1367457"/>
                  </a:cubicBezTo>
                  <a:cubicBezTo>
                    <a:pt x="3107084" y="1369682"/>
                    <a:pt x="2589241" y="1024578"/>
                    <a:pt x="2057222" y="1033891"/>
                  </a:cubicBezTo>
                  <a:cubicBezTo>
                    <a:pt x="1525203" y="1043204"/>
                    <a:pt x="1042230" y="1376770"/>
                    <a:pt x="683589" y="1367456"/>
                  </a:cubicBezTo>
                  <a:cubicBezTo>
                    <a:pt x="306053" y="1367456"/>
                    <a:pt x="0" y="1061403"/>
                    <a:pt x="0" y="683867"/>
                  </a:cubicBezTo>
                  <a:lnTo>
                    <a:pt x="0" y="68386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25000">
                  <a:schemeClr val="bg1">
                    <a:lumMod val="95000"/>
                  </a:schemeClr>
                </a:gs>
                <a:gs pos="4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" name="Rounded Rectangle 27">
              <a:extLst>
                <a:ext uri="{FF2B5EF4-FFF2-40B4-BE49-F238E27FC236}">
                  <a16:creationId xmlns:a16="http://schemas.microsoft.com/office/drawing/2014/main" id="{85DA59AC-470E-A843-A98B-050EB51AF721}"/>
                </a:ext>
              </a:extLst>
            </p:cNvPr>
            <p:cNvSpPr/>
            <p:nvPr/>
          </p:nvSpPr>
          <p:spPr>
            <a:xfrm rot="10800000">
              <a:off x="4307512" y="4095427"/>
              <a:ext cx="3517326" cy="1148625"/>
            </a:xfrm>
            <a:custGeom>
              <a:avLst/>
              <a:gdLst>
                <a:gd name="connsiteX0" fmla="*/ 0 w 4188014"/>
                <a:gd name="connsiteY0" fmla="*/ 683589 h 1367177"/>
                <a:gd name="connsiteX1" fmla="*/ 683589 w 4188014"/>
                <a:gd name="connsiteY1" fmla="*/ 0 h 1367177"/>
                <a:gd name="connsiteX2" fmla="*/ 3504426 w 4188014"/>
                <a:gd name="connsiteY2" fmla="*/ 0 h 1367177"/>
                <a:gd name="connsiteX3" fmla="*/ 4188015 w 4188014"/>
                <a:gd name="connsiteY3" fmla="*/ 683589 h 1367177"/>
                <a:gd name="connsiteX4" fmla="*/ 4188014 w 4188014"/>
                <a:gd name="connsiteY4" fmla="*/ 683589 h 1367177"/>
                <a:gd name="connsiteX5" fmla="*/ 3504425 w 4188014"/>
                <a:gd name="connsiteY5" fmla="*/ 1367178 h 1367177"/>
                <a:gd name="connsiteX6" fmla="*/ 683589 w 4188014"/>
                <a:gd name="connsiteY6" fmla="*/ 1367177 h 1367177"/>
                <a:gd name="connsiteX7" fmla="*/ 0 w 4188014"/>
                <a:gd name="connsiteY7" fmla="*/ 683588 h 1367177"/>
                <a:gd name="connsiteX8" fmla="*/ 0 w 4188014"/>
                <a:gd name="connsiteY8" fmla="*/ 683589 h 1367177"/>
                <a:gd name="connsiteX0" fmla="*/ 0 w 4188015"/>
                <a:gd name="connsiteY0" fmla="*/ 684880 h 1368469"/>
                <a:gd name="connsiteX1" fmla="*/ 683589 w 4188015"/>
                <a:gd name="connsiteY1" fmla="*/ 1291 h 1368469"/>
                <a:gd name="connsiteX2" fmla="*/ 1908367 w 4188015"/>
                <a:gd name="connsiteY2" fmla="*/ 0 h 1368469"/>
                <a:gd name="connsiteX3" fmla="*/ 3504426 w 4188015"/>
                <a:gd name="connsiteY3" fmla="*/ 1291 h 1368469"/>
                <a:gd name="connsiteX4" fmla="*/ 4188015 w 4188015"/>
                <a:gd name="connsiteY4" fmla="*/ 684880 h 1368469"/>
                <a:gd name="connsiteX5" fmla="*/ 4188014 w 4188015"/>
                <a:gd name="connsiteY5" fmla="*/ 684880 h 1368469"/>
                <a:gd name="connsiteX6" fmla="*/ 3504425 w 4188015"/>
                <a:gd name="connsiteY6" fmla="*/ 1368469 h 1368469"/>
                <a:gd name="connsiteX7" fmla="*/ 683589 w 4188015"/>
                <a:gd name="connsiteY7" fmla="*/ 1368468 h 1368469"/>
                <a:gd name="connsiteX8" fmla="*/ 0 w 4188015"/>
                <a:gd name="connsiteY8" fmla="*/ 684879 h 1368469"/>
                <a:gd name="connsiteX9" fmla="*/ 0 w 4188015"/>
                <a:gd name="connsiteY9" fmla="*/ 684880 h 1368469"/>
                <a:gd name="connsiteX0" fmla="*/ 0 w 4188015"/>
                <a:gd name="connsiteY0" fmla="*/ 683589 h 1367178"/>
                <a:gd name="connsiteX1" fmla="*/ 683589 w 4188015"/>
                <a:gd name="connsiteY1" fmla="*/ 0 h 1367178"/>
                <a:gd name="connsiteX2" fmla="*/ 1979251 w 4188015"/>
                <a:gd name="connsiteY2" fmla="*/ 324774 h 1367178"/>
                <a:gd name="connsiteX3" fmla="*/ 3504426 w 4188015"/>
                <a:gd name="connsiteY3" fmla="*/ 0 h 1367178"/>
                <a:gd name="connsiteX4" fmla="*/ 4188015 w 4188015"/>
                <a:gd name="connsiteY4" fmla="*/ 683589 h 1367178"/>
                <a:gd name="connsiteX5" fmla="*/ 4188014 w 4188015"/>
                <a:gd name="connsiteY5" fmla="*/ 683589 h 1367178"/>
                <a:gd name="connsiteX6" fmla="*/ 3504425 w 4188015"/>
                <a:gd name="connsiteY6" fmla="*/ 1367178 h 1367178"/>
                <a:gd name="connsiteX7" fmla="*/ 683589 w 4188015"/>
                <a:gd name="connsiteY7" fmla="*/ 1367177 h 1367178"/>
                <a:gd name="connsiteX8" fmla="*/ 0 w 4188015"/>
                <a:gd name="connsiteY8" fmla="*/ 683588 h 1367178"/>
                <a:gd name="connsiteX9" fmla="*/ 0 w 4188015"/>
                <a:gd name="connsiteY9" fmla="*/ 683589 h 1367178"/>
                <a:gd name="connsiteX0" fmla="*/ 0 w 4188015"/>
                <a:gd name="connsiteY0" fmla="*/ 683589 h 1367178"/>
                <a:gd name="connsiteX1" fmla="*/ 683589 w 4188015"/>
                <a:gd name="connsiteY1" fmla="*/ 0 h 1367178"/>
                <a:gd name="connsiteX2" fmla="*/ 1979251 w 4188015"/>
                <a:gd name="connsiteY2" fmla="*/ 324774 h 1367178"/>
                <a:gd name="connsiteX3" fmla="*/ 3504426 w 4188015"/>
                <a:gd name="connsiteY3" fmla="*/ 0 h 1367178"/>
                <a:gd name="connsiteX4" fmla="*/ 4188015 w 4188015"/>
                <a:gd name="connsiteY4" fmla="*/ 683589 h 1367178"/>
                <a:gd name="connsiteX5" fmla="*/ 4188014 w 4188015"/>
                <a:gd name="connsiteY5" fmla="*/ 683589 h 1367178"/>
                <a:gd name="connsiteX6" fmla="*/ 3504425 w 4188015"/>
                <a:gd name="connsiteY6" fmla="*/ 1367178 h 1367178"/>
                <a:gd name="connsiteX7" fmla="*/ 683589 w 4188015"/>
                <a:gd name="connsiteY7" fmla="*/ 1367177 h 1367178"/>
                <a:gd name="connsiteX8" fmla="*/ 0 w 4188015"/>
                <a:gd name="connsiteY8" fmla="*/ 683588 h 1367178"/>
                <a:gd name="connsiteX9" fmla="*/ 0 w 4188015"/>
                <a:gd name="connsiteY9" fmla="*/ 683589 h 1367178"/>
                <a:gd name="connsiteX0" fmla="*/ 0 w 4188015"/>
                <a:gd name="connsiteY0" fmla="*/ 683906 h 1367495"/>
                <a:gd name="connsiteX1" fmla="*/ 683589 w 4188015"/>
                <a:gd name="connsiteY1" fmla="*/ 317 h 1367495"/>
                <a:gd name="connsiteX2" fmla="*/ 1979251 w 4188015"/>
                <a:gd name="connsiteY2" fmla="*/ 325091 h 1367495"/>
                <a:gd name="connsiteX3" fmla="*/ 3504426 w 4188015"/>
                <a:gd name="connsiteY3" fmla="*/ 317 h 1367495"/>
                <a:gd name="connsiteX4" fmla="*/ 4188015 w 4188015"/>
                <a:gd name="connsiteY4" fmla="*/ 683906 h 1367495"/>
                <a:gd name="connsiteX5" fmla="*/ 4188014 w 4188015"/>
                <a:gd name="connsiteY5" fmla="*/ 683906 h 1367495"/>
                <a:gd name="connsiteX6" fmla="*/ 3504425 w 4188015"/>
                <a:gd name="connsiteY6" fmla="*/ 1367495 h 1367495"/>
                <a:gd name="connsiteX7" fmla="*/ 683589 w 4188015"/>
                <a:gd name="connsiteY7" fmla="*/ 1367494 h 1367495"/>
                <a:gd name="connsiteX8" fmla="*/ 0 w 4188015"/>
                <a:gd name="connsiteY8" fmla="*/ 683905 h 1367495"/>
                <a:gd name="connsiteX9" fmla="*/ 0 w 4188015"/>
                <a:gd name="connsiteY9" fmla="*/ 683906 h 1367495"/>
                <a:gd name="connsiteX0" fmla="*/ 0 w 4188015"/>
                <a:gd name="connsiteY0" fmla="*/ 683906 h 1367495"/>
                <a:gd name="connsiteX1" fmla="*/ 683589 w 4188015"/>
                <a:gd name="connsiteY1" fmla="*/ 317 h 1367495"/>
                <a:gd name="connsiteX2" fmla="*/ 1979251 w 4188015"/>
                <a:gd name="connsiteY2" fmla="*/ 325091 h 1367495"/>
                <a:gd name="connsiteX3" fmla="*/ 3504426 w 4188015"/>
                <a:gd name="connsiteY3" fmla="*/ 317 h 1367495"/>
                <a:gd name="connsiteX4" fmla="*/ 4188015 w 4188015"/>
                <a:gd name="connsiteY4" fmla="*/ 683906 h 1367495"/>
                <a:gd name="connsiteX5" fmla="*/ 4188014 w 4188015"/>
                <a:gd name="connsiteY5" fmla="*/ 683906 h 1367495"/>
                <a:gd name="connsiteX6" fmla="*/ 3504425 w 4188015"/>
                <a:gd name="connsiteY6" fmla="*/ 1367495 h 1367495"/>
                <a:gd name="connsiteX7" fmla="*/ 683589 w 4188015"/>
                <a:gd name="connsiteY7" fmla="*/ 1367494 h 1367495"/>
                <a:gd name="connsiteX8" fmla="*/ 0 w 4188015"/>
                <a:gd name="connsiteY8" fmla="*/ 683905 h 1367495"/>
                <a:gd name="connsiteX9" fmla="*/ 0 w 4188015"/>
                <a:gd name="connsiteY9" fmla="*/ 683906 h 1367495"/>
                <a:gd name="connsiteX0" fmla="*/ 0 w 4188015"/>
                <a:gd name="connsiteY0" fmla="*/ 683868 h 1367457"/>
                <a:gd name="connsiteX1" fmla="*/ 683589 w 4188015"/>
                <a:gd name="connsiteY1" fmla="*/ 279 h 1367457"/>
                <a:gd name="connsiteX2" fmla="*/ 2028870 w 4188015"/>
                <a:gd name="connsiteY2" fmla="*/ 374672 h 1367457"/>
                <a:gd name="connsiteX3" fmla="*/ 3504426 w 4188015"/>
                <a:gd name="connsiteY3" fmla="*/ 279 h 1367457"/>
                <a:gd name="connsiteX4" fmla="*/ 4188015 w 4188015"/>
                <a:gd name="connsiteY4" fmla="*/ 683868 h 1367457"/>
                <a:gd name="connsiteX5" fmla="*/ 4188014 w 4188015"/>
                <a:gd name="connsiteY5" fmla="*/ 683868 h 1367457"/>
                <a:gd name="connsiteX6" fmla="*/ 3504425 w 4188015"/>
                <a:gd name="connsiteY6" fmla="*/ 1367457 h 1367457"/>
                <a:gd name="connsiteX7" fmla="*/ 683589 w 4188015"/>
                <a:gd name="connsiteY7" fmla="*/ 1367456 h 1367457"/>
                <a:gd name="connsiteX8" fmla="*/ 0 w 4188015"/>
                <a:gd name="connsiteY8" fmla="*/ 683867 h 1367457"/>
                <a:gd name="connsiteX9" fmla="*/ 0 w 4188015"/>
                <a:gd name="connsiteY9" fmla="*/ 683868 h 1367457"/>
                <a:gd name="connsiteX0" fmla="*/ 0 w 4188015"/>
                <a:gd name="connsiteY0" fmla="*/ 683868 h 1381221"/>
                <a:gd name="connsiteX1" fmla="*/ 683589 w 4188015"/>
                <a:gd name="connsiteY1" fmla="*/ 279 h 1381221"/>
                <a:gd name="connsiteX2" fmla="*/ 2028870 w 4188015"/>
                <a:gd name="connsiteY2" fmla="*/ 374672 h 1381221"/>
                <a:gd name="connsiteX3" fmla="*/ 3504426 w 4188015"/>
                <a:gd name="connsiteY3" fmla="*/ 279 h 1381221"/>
                <a:gd name="connsiteX4" fmla="*/ 4188015 w 4188015"/>
                <a:gd name="connsiteY4" fmla="*/ 683868 h 1381221"/>
                <a:gd name="connsiteX5" fmla="*/ 4188014 w 4188015"/>
                <a:gd name="connsiteY5" fmla="*/ 683868 h 1381221"/>
                <a:gd name="connsiteX6" fmla="*/ 3504425 w 4188015"/>
                <a:gd name="connsiteY6" fmla="*/ 1367457 h 1381221"/>
                <a:gd name="connsiteX7" fmla="*/ 2050134 w 4188015"/>
                <a:gd name="connsiteY7" fmla="*/ 1381221 h 1381221"/>
                <a:gd name="connsiteX8" fmla="*/ 683589 w 4188015"/>
                <a:gd name="connsiteY8" fmla="*/ 1367456 h 1381221"/>
                <a:gd name="connsiteX9" fmla="*/ 0 w 4188015"/>
                <a:gd name="connsiteY9" fmla="*/ 683867 h 1381221"/>
                <a:gd name="connsiteX10" fmla="*/ 0 w 4188015"/>
                <a:gd name="connsiteY10" fmla="*/ 683868 h 1381221"/>
                <a:gd name="connsiteX0" fmla="*/ 0 w 4188015"/>
                <a:gd name="connsiteY0" fmla="*/ 683868 h 1367457"/>
                <a:gd name="connsiteX1" fmla="*/ 683589 w 4188015"/>
                <a:gd name="connsiteY1" fmla="*/ 279 h 1367457"/>
                <a:gd name="connsiteX2" fmla="*/ 2028870 w 4188015"/>
                <a:gd name="connsiteY2" fmla="*/ 374672 h 1367457"/>
                <a:gd name="connsiteX3" fmla="*/ 3504426 w 4188015"/>
                <a:gd name="connsiteY3" fmla="*/ 279 h 1367457"/>
                <a:gd name="connsiteX4" fmla="*/ 4188015 w 4188015"/>
                <a:gd name="connsiteY4" fmla="*/ 683868 h 1367457"/>
                <a:gd name="connsiteX5" fmla="*/ 4188014 w 4188015"/>
                <a:gd name="connsiteY5" fmla="*/ 683868 h 1367457"/>
                <a:gd name="connsiteX6" fmla="*/ 3504425 w 4188015"/>
                <a:gd name="connsiteY6" fmla="*/ 1367457 h 1367457"/>
                <a:gd name="connsiteX7" fmla="*/ 2057222 w 4188015"/>
                <a:gd name="connsiteY7" fmla="*/ 1033891 h 1367457"/>
                <a:gd name="connsiteX8" fmla="*/ 683589 w 4188015"/>
                <a:gd name="connsiteY8" fmla="*/ 1367456 h 1367457"/>
                <a:gd name="connsiteX9" fmla="*/ 0 w 4188015"/>
                <a:gd name="connsiteY9" fmla="*/ 683867 h 1367457"/>
                <a:gd name="connsiteX10" fmla="*/ 0 w 4188015"/>
                <a:gd name="connsiteY10" fmla="*/ 683868 h 1367457"/>
                <a:gd name="connsiteX0" fmla="*/ 0 w 4188015"/>
                <a:gd name="connsiteY0" fmla="*/ 683868 h 1367457"/>
                <a:gd name="connsiteX1" fmla="*/ 683589 w 4188015"/>
                <a:gd name="connsiteY1" fmla="*/ 279 h 1367457"/>
                <a:gd name="connsiteX2" fmla="*/ 2028870 w 4188015"/>
                <a:gd name="connsiteY2" fmla="*/ 374672 h 1367457"/>
                <a:gd name="connsiteX3" fmla="*/ 3504426 w 4188015"/>
                <a:gd name="connsiteY3" fmla="*/ 279 h 1367457"/>
                <a:gd name="connsiteX4" fmla="*/ 4188015 w 4188015"/>
                <a:gd name="connsiteY4" fmla="*/ 683868 h 1367457"/>
                <a:gd name="connsiteX5" fmla="*/ 4188014 w 4188015"/>
                <a:gd name="connsiteY5" fmla="*/ 683868 h 1367457"/>
                <a:gd name="connsiteX6" fmla="*/ 3504425 w 4188015"/>
                <a:gd name="connsiteY6" fmla="*/ 1367457 h 1367457"/>
                <a:gd name="connsiteX7" fmla="*/ 2057222 w 4188015"/>
                <a:gd name="connsiteY7" fmla="*/ 1033891 h 1367457"/>
                <a:gd name="connsiteX8" fmla="*/ 683589 w 4188015"/>
                <a:gd name="connsiteY8" fmla="*/ 1367456 h 1367457"/>
                <a:gd name="connsiteX9" fmla="*/ 0 w 4188015"/>
                <a:gd name="connsiteY9" fmla="*/ 683867 h 1367457"/>
                <a:gd name="connsiteX10" fmla="*/ 0 w 4188015"/>
                <a:gd name="connsiteY10" fmla="*/ 683868 h 1367457"/>
                <a:gd name="connsiteX0" fmla="*/ 0 w 4188015"/>
                <a:gd name="connsiteY0" fmla="*/ 683868 h 1367647"/>
                <a:gd name="connsiteX1" fmla="*/ 683589 w 4188015"/>
                <a:gd name="connsiteY1" fmla="*/ 279 h 1367647"/>
                <a:gd name="connsiteX2" fmla="*/ 2028870 w 4188015"/>
                <a:gd name="connsiteY2" fmla="*/ 374672 h 1367647"/>
                <a:gd name="connsiteX3" fmla="*/ 3504426 w 4188015"/>
                <a:gd name="connsiteY3" fmla="*/ 279 h 1367647"/>
                <a:gd name="connsiteX4" fmla="*/ 4188015 w 4188015"/>
                <a:gd name="connsiteY4" fmla="*/ 683868 h 1367647"/>
                <a:gd name="connsiteX5" fmla="*/ 4188014 w 4188015"/>
                <a:gd name="connsiteY5" fmla="*/ 683868 h 1367647"/>
                <a:gd name="connsiteX6" fmla="*/ 3504425 w 4188015"/>
                <a:gd name="connsiteY6" fmla="*/ 1367457 h 1367647"/>
                <a:gd name="connsiteX7" fmla="*/ 2057222 w 4188015"/>
                <a:gd name="connsiteY7" fmla="*/ 1033891 h 1367647"/>
                <a:gd name="connsiteX8" fmla="*/ 683589 w 4188015"/>
                <a:gd name="connsiteY8" fmla="*/ 1367456 h 1367647"/>
                <a:gd name="connsiteX9" fmla="*/ 0 w 4188015"/>
                <a:gd name="connsiteY9" fmla="*/ 683867 h 1367647"/>
                <a:gd name="connsiteX10" fmla="*/ 0 w 4188015"/>
                <a:gd name="connsiteY10" fmla="*/ 683868 h 1367647"/>
                <a:gd name="connsiteX0" fmla="*/ 0 w 4188015"/>
                <a:gd name="connsiteY0" fmla="*/ 683868 h 1367647"/>
                <a:gd name="connsiteX1" fmla="*/ 683589 w 4188015"/>
                <a:gd name="connsiteY1" fmla="*/ 279 h 1367647"/>
                <a:gd name="connsiteX2" fmla="*/ 2028870 w 4188015"/>
                <a:gd name="connsiteY2" fmla="*/ 374672 h 1367647"/>
                <a:gd name="connsiteX3" fmla="*/ 3504426 w 4188015"/>
                <a:gd name="connsiteY3" fmla="*/ 279 h 1367647"/>
                <a:gd name="connsiteX4" fmla="*/ 4188015 w 4188015"/>
                <a:gd name="connsiteY4" fmla="*/ 683868 h 1367647"/>
                <a:gd name="connsiteX5" fmla="*/ 4188014 w 4188015"/>
                <a:gd name="connsiteY5" fmla="*/ 683868 h 1367647"/>
                <a:gd name="connsiteX6" fmla="*/ 3504425 w 4188015"/>
                <a:gd name="connsiteY6" fmla="*/ 1367457 h 1367647"/>
                <a:gd name="connsiteX7" fmla="*/ 2057222 w 4188015"/>
                <a:gd name="connsiteY7" fmla="*/ 1033891 h 1367647"/>
                <a:gd name="connsiteX8" fmla="*/ 683589 w 4188015"/>
                <a:gd name="connsiteY8" fmla="*/ 1367456 h 1367647"/>
                <a:gd name="connsiteX9" fmla="*/ 0 w 4188015"/>
                <a:gd name="connsiteY9" fmla="*/ 683867 h 1367647"/>
                <a:gd name="connsiteX10" fmla="*/ 0 w 4188015"/>
                <a:gd name="connsiteY10" fmla="*/ 683868 h 136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88015" h="1367647">
                  <a:moveTo>
                    <a:pt x="0" y="683868"/>
                  </a:moveTo>
                  <a:cubicBezTo>
                    <a:pt x="0" y="306332"/>
                    <a:pt x="306053" y="279"/>
                    <a:pt x="683589" y="279"/>
                  </a:cubicBezTo>
                  <a:cubicBezTo>
                    <a:pt x="1087123" y="-11965"/>
                    <a:pt x="1343269" y="383693"/>
                    <a:pt x="2028870" y="374672"/>
                  </a:cubicBezTo>
                  <a:cubicBezTo>
                    <a:pt x="2714471" y="365651"/>
                    <a:pt x="2932238" y="2211"/>
                    <a:pt x="3504426" y="279"/>
                  </a:cubicBezTo>
                  <a:cubicBezTo>
                    <a:pt x="3881962" y="279"/>
                    <a:pt x="4188015" y="306332"/>
                    <a:pt x="4188015" y="683868"/>
                  </a:cubicBezTo>
                  <a:lnTo>
                    <a:pt x="4188014" y="683868"/>
                  </a:lnTo>
                  <a:cubicBezTo>
                    <a:pt x="4188014" y="1061404"/>
                    <a:pt x="3881961" y="1367457"/>
                    <a:pt x="3504425" y="1367457"/>
                  </a:cubicBezTo>
                  <a:cubicBezTo>
                    <a:pt x="3107084" y="1369682"/>
                    <a:pt x="2589241" y="1024578"/>
                    <a:pt x="2057222" y="1033891"/>
                  </a:cubicBezTo>
                  <a:cubicBezTo>
                    <a:pt x="1525203" y="1043204"/>
                    <a:pt x="1042230" y="1376770"/>
                    <a:pt x="683589" y="1367456"/>
                  </a:cubicBezTo>
                  <a:cubicBezTo>
                    <a:pt x="306053" y="1367456"/>
                    <a:pt x="0" y="1061403"/>
                    <a:pt x="0" y="683867"/>
                  </a:cubicBezTo>
                  <a:lnTo>
                    <a:pt x="0" y="68386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25000">
                  <a:schemeClr val="bg1">
                    <a:lumMod val="95000"/>
                  </a:schemeClr>
                </a:gs>
                <a:gs pos="4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" name="Rounded Rectangle 27">
              <a:extLst>
                <a:ext uri="{FF2B5EF4-FFF2-40B4-BE49-F238E27FC236}">
                  <a16:creationId xmlns:a16="http://schemas.microsoft.com/office/drawing/2014/main" id="{6F2DA0C8-0839-914D-A3E2-23189F6C3586}"/>
                </a:ext>
              </a:extLst>
            </p:cNvPr>
            <p:cNvSpPr/>
            <p:nvPr/>
          </p:nvSpPr>
          <p:spPr>
            <a:xfrm rot="16200000">
              <a:off x="3113427" y="2917733"/>
              <a:ext cx="3517323" cy="1148626"/>
            </a:xfrm>
            <a:custGeom>
              <a:avLst/>
              <a:gdLst>
                <a:gd name="connsiteX0" fmla="*/ 0 w 4188014"/>
                <a:gd name="connsiteY0" fmla="*/ 683589 h 1367177"/>
                <a:gd name="connsiteX1" fmla="*/ 683589 w 4188014"/>
                <a:gd name="connsiteY1" fmla="*/ 0 h 1367177"/>
                <a:gd name="connsiteX2" fmla="*/ 3504426 w 4188014"/>
                <a:gd name="connsiteY2" fmla="*/ 0 h 1367177"/>
                <a:gd name="connsiteX3" fmla="*/ 4188015 w 4188014"/>
                <a:gd name="connsiteY3" fmla="*/ 683589 h 1367177"/>
                <a:gd name="connsiteX4" fmla="*/ 4188014 w 4188014"/>
                <a:gd name="connsiteY4" fmla="*/ 683589 h 1367177"/>
                <a:gd name="connsiteX5" fmla="*/ 3504425 w 4188014"/>
                <a:gd name="connsiteY5" fmla="*/ 1367178 h 1367177"/>
                <a:gd name="connsiteX6" fmla="*/ 683589 w 4188014"/>
                <a:gd name="connsiteY6" fmla="*/ 1367177 h 1367177"/>
                <a:gd name="connsiteX7" fmla="*/ 0 w 4188014"/>
                <a:gd name="connsiteY7" fmla="*/ 683588 h 1367177"/>
                <a:gd name="connsiteX8" fmla="*/ 0 w 4188014"/>
                <a:gd name="connsiteY8" fmla="*/ 683589 h 1367177"/>
                <a:gd name="connsiteX0" fmla="*/ 0 w 4188015"/>
                <a:gd name="connsiteY0" fmla="*/ 684880 h 1368469"/>
                <a:gd name="connsiteX1" fmla="*/ 683589 w 4188015"/>
                <a:gd name="connsiteY1" fmla="*/ 1291 h 1368469"/>
                <a:gd name="connsiteX2" fmla="*/ 1908367 w 4188015"/>
                <a:gd name="connsiteY2" fmla="*/ 0 h 1368469"/>
                <a:gd name="connsiteX3" fmla="*/ 3504426 w 4188015"/>
                <a:gd name="connsiteY3" fmla="*/ 1291 h 1368469"/>
                <a:gd name="connsiteX4" fmla="*/ 4188015 w 4188015"/>
                <a:gd name="connsiteY4" fmla="*/ 684880 h 1368469"/>
                <a:gd name="connsiteX5" fmla="*/ 4188014 w 4188015"/>
                <a:gd name="connsiteY5" fmla="*/ 684880 h 1368469"/>
                <a:gd name="connsiteX6" fmla="*/ 3504425 w 4188015"/>
                <a:gd name="connsiteY6" fmla="*/ 1368469 h 1368469"/>
                <a:gd name="connsiteX7" fmla="*/ 683589 w 4188015"/>
                <a:gd name="connsiteY7" fmla="*/ 1368468 h 1368469"/>
                <a:gd name="connsiteX8" fmla="*/ 0 w 4188015"/>
                <a:gd name="connsiteY8" fmla="*/ 684879 h 1368469"/>
                <a:gd name="connsiteX9" fmla="*/ 0 w 4188015"/>
                <a:gd name="connsiteY9" fmla="*/ 684880 h 1368469"/>
                <a:gd name="connsiteX0" fmla="*/ 0 w 4188015"/>
                <a:gd name="connsiteY0" fmla="*/ 683589 h 1367178"/>
                <a:gd name="connsiteX1" fmla="*/ 683589 w 4188015"/>
                <a:gd name="connsiteY1" fmla="*/ 0 h 1367178"/>
                <a:gd name="connsiteX2" fmla="*/ 1979251 w 4188015"/>
                <a:gd name="connsiteY2" fmla="*/ 324774 h 1367178"/>
                <a:gd name="connsiteX3" fmla="*/ 3504426 w 4188015"/>
                <a:gd name="connsiteY3" fmla="*/ 0 h 1367178"/>
                <a:gd name="connsiteX4" fmla="*/ 4188015 w 4188015"/>
                <a:gd name="connsiteY4" fmla="*/ 683589 h 1367178"/>
                <a:gd name="connsiteX5" fmla="*/ 4188014 w 4188015"/>
                <a:gd name="connsiteY5" fmla="*/ 683589 h 1367178"/>
                <a:gd name="connsiteX6" fmla="*/ 3504425 w 4188015"/>
                <a:gd name="connsiteY6" fmla="*/ 1367178 h 1367178"/>
                <a:gd name="connsiteX7" fmla="*/ 683589 w 4188015"/>
                <a:gd name="connsiteY7" fmla="*/ 1367177 h 1367178"/>
                <a:gd name="connsiteX8" fmla="*/ 0 w 4188015"/>
                <a:gd name="connsiteY8" fmla="*/ 683588 h 1367178"/>
                <a:gd name="connsiteX9" fmla="*/ 0 w 4188015"/>
                <a:gd name="connsiteY9" fmla="*/ 683589 h 1367178"/>
                <a:gd name="connsiteX0" fmla="*/ 0 w 4188015"/>
                <a:gd name="connsiteY0" fmla="*/ 683589 h 1367178"/>
                <a:gd name="connsiteX1" fmla="*/ 683589 w 4188015"/>
                <a:gd name="connsiteY1" fmla="*/ 0 h 1367178"/>
                <a:gd name="connsiteX2" fmla="*/ 1979251 w 4188015"/>
                <a:gd name="connsiteY2" fmla="*/ 324774 h 1367178"/>
                <a:gd name="connsiteX3" fmla="*/ 3504426 w 4188015"/>
                <a:gd name="connsiteY3" fmla="*/ 0 h 1367178"/>
                <a:gd name="connsiteX4" fmla="*/ 4188015 w 4188015"/>
                <a:gd name="connsiteY4" fmla="*/ 683589 h 1367178"/>
                <a:gd name="connsiteX5" fmla="*/ 4188014 w 4188015"/>
                <a:gd name="connsiteY5" fmla="*/ 683589 h 1367178"/>
                <a:gd name="connsiteX6" fmla="*/ 3504425 w 4188015"/>
                <a:gd name="connsiteY6" fmla="*/ 1367178 h 1367178"/>
                <a:gd name="connsiteX7" fmla="*/ 683589 w 4188015"/>
                <a:gd name="connsiteY7" fmla="*/ 1367177 h 1367178"/>
                <a:gd name="connsiteX8" fmla="*/ 0 w 4188015"/>
                <a:gd name="connsiteY8" fmla="*/ 683588 h 1367178"/>
                <a:gd name="connsiteX9" fmla="*/ 0 w 4188015"/>
                <a:gd name="connsiteY9" fmla="*/ 683589 h 1367178"/>
                <a:gd name="connsiteX0" fmla="*/ 0 w 4188015"/>
                <a:gd name="connsiteY0" fmla="*/ 683906 h 1367495"/>
                <a:gd name="connsiteX1" fmla="*/ 683589 w 4188015"/>
                <a:gd name="connsiteY1" fmla="*/ 317 h 1367495"/>
                <a:gd name="connsiteX2" fmla="*/ 1979251 w 4188015"/>
                <a:gd name="connsiteY2" fmla="*/ 325091 h 1367495"/>
                <a:gd name="connsiteX3" fmla="*/ 3504426 w 4188015"/>
                <a:gd name="connsiteY3" fmla="*/ 317 h 1367495"/>
                <a:gd name="connsiteX4" fmla="*/ 4188015 w 4188015"/>
                <a:gd name="connsiteY4" fmla="*/ 683906 h 1367495"/>
                <a:gd name="connsiteX5" fmla="*/ 4188014 w 4188015"/>
                <a:gd name="connsiteY5" fmla="*/ 683906 h 1367495"/>
                <a:gd name="connsiteX6" fmla="*/ 3504425 w 4188015"/>
                <a:gd name="connsiteY6" fmla="*/ 1367495 h 1367495"/>
                <a:gd name="connsiteX7" fmla="*/ 683589 w 4188015"/>
                <a:gd name="connsiteY7" fmla="*/ 1367494 h 1367495"/>
                <a:gd name="connsiteX8" fmla="*/ 0 w 4188015"/>
                <a:gd name="connsiteY8" fmla="*/ 683905 h 1367495"/>
                <a:gd name="connsiteX9" fmla="*/ 0 w 4188015"/>
                <a:gd name="connsiteY9" fmla="*/ 683906 h 1367495"/>
                <a:gd name="connsiteX0" fmla="*/ 0 w 4188015"/>
                <a:gd name="connsiteY0" fmla="*/ 683906 h 1367495"/>
                <a:gd name="connsiteX1" fmla="*/ 683589 w 4188015"/>
                <a:gd name="connsiteY1" fmla="*/ 317 h 1367495"/>
                <a:gd name="connsiteX2" fmla="*/ 1979251 w 4188015"/>
                <a:gd name="connsiteY2" fmla="*/ 325091 h 1367495"/>
                <a:gd name="connsiteX3" fmla="*/ 3504426 w 4188015"/>
                <a:gd name="connsiteY3" fmla="*/ 317 h 1367495"/>
                <a:gd name="connsiteX4" fmla="*/ 4188015 w 4188015"/>
                <a:gd name="connsiteY4" fmla="*/ 683906 h 1367495"/>
                <a:gd name="connsiteX5" fmla="*/ 4188014 w 4188015"/>
                <a:gd name="connsiteY5" fmla="*/ 683906 h 1367495"/>
                <a:gd name="connsiteX6" fmla="*/ 3504425 w 4188015"/>
                <a:gd name="connsiteY6" fmla="*/ 1367495 h 1367495"/>
                <a:gd name="connsiteX7" fmla="*/ 683589 w 4188015"/>
                <a:gd name="connsiteY7" fmla="*/ 1367494 h 1367495"/>
                <a:gd name="connsiteX8" fmla="*/ 0 w 4188015"/>
                <a:gd name="connsiteY8" fmla="*/ 683905 h 1367495"/>
                <a:gd name="connsiteX9" fmla="*/ 0 w 4188015"/>
                <a:gd name="connsiteY9" fmla="*/ 683906 h 1367495"/>
                <a:gd name="connsiteX0" fmla="*/ 0 w 4188015"/>
                <a:gd name="connsiteY0" fmla="*/ 683868 h 1367457"/>
                <a:gd name="connsiteX1" fmla="*/ 683589 w 4188015"/>
                <a:gd name="connsiteY1" fmla="*/ 279 h 1367457"/>
                <a:gd name="connsiteX2" fmla="*/ 2028870 w 4188015"/>
                <a:gd name="connsiteY2" fmla="*/ 374672 h 1367457"/>
                <a:gd name="connsiteX3" fmla="*/ 3504426 w 4188015"/>
                <a:gd name="connsiteY3" fmla="*/ 279 h 1367457"/>
                <a:gd name="connsiteX4" fmla="*/ 4188015 w 4188015"/>
                <a:gd name="connsiteY4" fmla="*/ 683868 h 1367457"/>
                <a:gd name="connsiteX5" fmla="*/ 4188014 w 4188015"/>
                <a:gd name="connsiteY5" fmla="*/ 683868 h 1367457"/>
                <a:gd name="connsiteX6" fmla="*/ 3504425 w 4188015"/>
                <a:gd name="connsiteY6" fmla="*/ 1367457 h 1367457"/>
                <a:gd name="connsiteX7" fmla="*/ 683589 w 4188015"/>
                <a:gd name="connsiteY7" fmla="*/ 1367456 h 1367457"/>
                <a:gd name="connsiteX8" fmla="*/ 0 w 4188015"/>
                <a:gd name="connsiteY8" fmla="*/ 683867 h 1367457"/>
                <a:gd name="connsiteX9" fmla="*/ 0 w 4188015"/>
                <a:gd name="connsiteY9" fmla="*/ 683868 h 1367457"/>
                <a:gd name="connsiteX0" fmla="*/ 0 w 4188015"/>
                <a:gd name="connsiteY0" fmla="*/ 683868 h 1381221"/>
                <a:gd name="connsiteX1" fmla="*/ 683589 w 4188015"/>
                <a:gd name="connsiteY1" fmla="*/ 279 h 1381221"/>
                <a:gd name="connsiteX2" fmla="*/ 2028870 w 4188015"/>
                <a:gd name="connsiteY2" fmla="*/ 374672 h 1381221"/>
                <a:gd name="connsiteX3" fmla="*/ 3504426 w 4188015"/>
                <a:gd name="connsiteY3" fmla="*/ 279 h 1381221"/>
                <a:gd name="connsiteX4" fmla="*/ 4188015 w 4188015"/>
                <a:gd name="connsiteY4" fmla="*/ 683868 h 1381221"/>
                <a:gd name="connsiteX5" fmla="*/ 4188014 w 4188015"/>
                <a:gd name="connsiteY5" fmla="*/ 683868 h 1381221"/>
                <a:gd name="connsiteX6" fmla="*/ 3504425 w 4188015"/>
                <a:gd name="connsiteY6" fmla="*/ 1367457 h 1381221"/>
                <a:gd name="connsiteX7" fmla="*/ 2050134 w 4188015"/>
                <a:gd name="connsiteY7" fmla="*/ 1381221 h 1381221"/>
                <a:gd name="connsiteX8" fmla="*/ 683589 w 4188015"/>
                <a:gd name="connsiteY8" fmla="*/ 1367456 h 1381221"/>
                <a:gd name="connsiteX9" fmla="*/ 0 w 4188015"/>
                <a:gd name="connsiteY9" fmla="*/ 683867 h 1381221"/>
                <a:gd name="connsiteX10" fmla="*/ 0 w 4188015"/>
                <a:gd name="connsiteY10" fmla="*/ 683868 h 1381221"/>
                <a:gd name="connsiteX0" fmla="*/ 0 w 4188015"/>
                <a:gd name="connsiteY0" fmla="*/ 683868 h 1367457"/>
                <a:gd name="connsiteX1" fmla="*/ 683589 w 4188015"/>
                <a:gd name="connsiteY1" fmla="*/ 279 h 1367457"/>
                <a:gd name="connsiteX2" fmla="*/ 2028870 w 4188015"/>
                <a:gd name="connsiteY2" fmla="*/ 374672 h 1367457"/>
                <a:gd name="connsiteX3" fmla="*/ 3504426 w 4188015"/>
                <a:gd name="connsiteY3" fmla="*/ 279 h 1367457"/>
                <a:gd name="connsiteX4" fmla="*/ 4188015 w 4188015"/>
                <a:gd name="connsiteY4" fmla="*/ 683868 h 1367457"/>
                <a:gd name="connsiteX5" fmla="*/ 4188014 w 4188015"/>
                <a:gd name="connsiteY5" fmla="*/ 683868 h 1367457"/>
                <a:gd name="connsiteX6" fmla="*/ 3504425 w 4188015"/>
                <a:gd name="connsiteY6" fmla="*/ 1367457 h 1367457"/>
                <a:gd name="connsiteX7" fmla="*/ 2057222 w 4188015"/>
                <a:gd name="connsiteY7" fmla="*/ 1033891 h 1367457"/>
                <a:gd name="connsiteX8" fmla="*/ 683589 w 4188015"/>
                <a:gd name="connsiteY8" fmla="*/ 1367456 h 1367457"/>
                <a:gd name="connsiteX9" fmla="*/ 0 w 4188015"/>
                <a:gd name="connsiteY9" fmla="*/ 683867 h 1367457"/>
                <a:gd name="connsiteX10" fmla="*/ 0 w 4188015"/>
                <a:gd name="connsiteY10" fmla="*/ 683868 h 1367457"/>
                <a:gd name="connsiteX0" fmla="*/ 0 w 4188015"/>
                <a:gd name="connsiteY0" fmla="*/ 683868 h 1367457"/>
                <a:gd name="connsiteX1" fmla="*/ 683589 w 4188015"/>
                <a:gd name="connsiteY1" fmla="*/ 279 h 1367457"/>
                <a:gd name="connsiteX2" fmla="*/ 2028870 w 4188015"/>
                <a:gd name="connsiteY2" fmla="*/ 374672 h 1367457"/>
                <a:gd name="connsiteX3" fmla="*/ 3504426 w 4188015"/>
                <a:gd name="connsiteY3" fmla="*/ 279 h 1367457"/>
                <a:gd name="connsiteX4" fmla="*/ 4188015 w 4188015"/>
                <a:gd name="connsiteY4" fmla="*/ 683868 h 1367457"/>
                <a:gd name="connsiteX5" fmla="*/ 4188014 w 4188015"/>
                <a:gd name="connsiteY5" fmla="*/ 683868 h 1367457"/>
                <a:gd name="connsiteX6" fmla="*/ 3504425 w 4188015"/>
                <a:gd name="connsiteY6" fmla="*/ 1367457 h 1367457"/>
                <a:gd name="connsiteX7" fmla="*/ 2057222 w 4188015"/>
                <a:gd name="connsiteY7" fmla="*/ 1033891 h 1367457"/>
                <a:gd name="connsiteX8" fmla="*/ 683589 w 4188015"/>
                <a:gd name="connsiteY8" fmla="*/ 1367456 h 1367457"/>
                <a:gd name="connsiteX9" fmla="*/ 0 w 4188015"/>
                <a:gd name="connsiteY9" fmla="*/ 683867 h 1367457"/>
                <a:gd name="connsiteX10" fmla="*/ 0 w 4188015"/>
                <a:gd name="connsiteY10" fmla="*/ 683868 h 1367457"/>
                <a:gd name="connsiteX0" fmla="*/ 0 w 4188015"/>
                <a:gd name="connsiteY0" fmla="*/ 683868 h 1367647"/>
                <a:gd name="connsiteX1" fmla="*/ 683589 w 4188015"/>
                <a:gd name="connsiteY1" fmla="*/ 279 h 1367647"/>
                <a:gd name="connsiteX2" fmla="*/ 2028870 w 4188015"/>
                <a:gd name="connsiteY2" fmla="*/ 374672 h 1367647"/>
                <a:gd name="connsiteX3" fmla="*/ 3504426 w 4188015"/>
                <a:gd name="connsiteY3" fmla="*/ 279 h 1367647"/>
                <a:gd name="connsiteX4" fmla="*/ 4188015 w 4188015"/>
                <a:gd name="connsiteY4" fmla="*/ 683868 h 1367647"/>
                <a:gd name="connsiteX5" fmla="*/ 4188014 w 4188015"/>
                <a:gd name="connsiteY5" fmla="*/ 683868 h 1367647"/>
                <a:gd name="connsiteX6" fmla="*/ 3504425 w 4188015"/>
                <a:gd name="connsiteY6" fmla="*/ 1367457 h 1367647"/>
                <a:gd name="connsiteX7" fmla="*/ 2057222 w 4188015"/>
                <a:gd name="connsiteY7" fmla="*/ 1033891 h 1367647"/>
                <a:gd name="connsiteX8" fmla="*/ 683589 w 4188015"/>
                <a:gd name="connsiteY8" fmla="*/ 1367456 h 1367647"/>
                <a:gd name="connsiteX9" fmla="*/ 0 w 4188015"/>
                <a:gd name="connsiteY9" fmla="*/ 683867 h 1367647"/>
                <a:gd name="connsiteX10" fmla="*/ 0 w 4188015"/>
                <a:gd name="connsiteY10" fmla="*/ 683868 h 1367647"/>
                <a:gd name="connsiteX0" fmla="*/ 0 w 4188015"/>
                <a:gd name="connsiteY0" fmla="*/ 683868 h 1367647"/>
                <a:gd name="connsiteX1" fmla="*/ 683589 w 4188015"/>
                <a:gd name="connsiteY1" fmla="*/ 279 h 1367647"/>
                <a:gd name="connsiteX2" fmla="*/ 2028870 w 4188015"/>
                <a:gd name="connsiteY2" fmla="*/ 374672 h 1367647"/>
                <a:gd name="connsiteX3" fmla="*/ 3504426 w 4188015"/>
                <a:gd name="connsiteY3" fmla="*/ 279 h 1367647"/>
                <a:gd name="connsiteX4" fmla="*/ 4188015 w 4188015"/>
                <a:gd name="connsiteY4" fmla="*/ 683868 h 1367647"/>
                <a:gd name="connsiteX5" fmla="*/ 4188014 w 4188015"/>
                <a:gd name="connsiteY5" fmla="*/ 683868 h 1367647"/>
                <a:gd name="connsiteX6" fmla="*/ 3504425 w 4188015"/>
                <a:gd name="connsiteY6" fmla="*/ 1367457 h 1367647"/>
                <a:gd name="connsiteX7" fmla="*/ 2057222 w 4188015"/>
                <a:gd name="connsiteY7" fmla="*/ 1033891 h 1367647"/>
                <a:gd name="connsiteX8" fmla="*/ 683589 w 4188015"/>
                <a:gd name="connsiteY8" fmla="*/ 1367456 h 1367647"/>
                <a:gd name="connsiteX9" fmla="*/ 0 w 4188015"/>
                <a:gd name="connsiteY9" fmla="*/ 683867 h 1367647"/>
                <a:gd name="connsiteX10" fmla="*/ 0 w 4188015"/>
                <a:gd name="connsiteY10" fmla="*/ 683868 h 136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88015" h="1367647">
                  <a:moveTo>
                    <a:pt x="0" y="683868"/>
                  </a:moveTo>
                  <a:cubicBezTo>
                    <a:pt x="0" y="306332"/>
                    <a:pt x="306053" y="279"/>
                    <a:pt x="683589" y="279"/>
                  </a:cubicBezTo>
                  <a:cubicBezTo>
                    <a:pt x="1087123" y="-11965"/>
                    <a:pt x="1343269" y="383693"/>
                    <a:pt x="2028870" y="374672"/>
                  </a:cubicBezTo>
                  <a:cubicBezTo>
                    <a:pt x="2714471" y="365651"/>
                    <a:pt x="2932238" y="2211"/>
                    <a:pt x="3504426" y="279"/>
                  </a:cubicBezTo>
                  <a:cubicBezTo>
                    <a:pt x="3881962" y="279"/>
                    <a:pt x="4188015" y="306332"/>
                    <a:pt x="4188015" y="683868"/>
                  </a:cubicBezTo>
                  <a:lnTo>
                    <a:pt x="4188014" y="683868"/>
                  </a:lnTo>
                  <a:cubicBezTo>
                    <a:pt x="4188014" y="1061404"/>
                    <a:pt x="3881961" y="1367457"/>
                    <a:pt x="3504425" y="1367457"/>
                  </a:cubicBezTo>
                  <a:cubicBezTo>
                    <a:pt x="3107084" y="1369682"/>
                    <a:pt x="2589241" y="1024578"/>
                    <a:pt x="2057222" y="1033891"/>
                  </a:cubicBezTo>
                  <a:cubicBezTo>
                    <a:pt x="1525203" y="1043204"/>
                    <a:pt x="1042230" y="1376770"/>
                    <a:pt x="683589" y="1367456"/>
                  </a:cubicBezTo>
                  <a:cubicBezTo>
                    <a:pt x="306053" y="1367456"/>
                    <a:pt x="0" y="1061403"/>
                    <a:pt x="0" y="683867"/>
                  </a:cubicBezTo>
                  <a:lnTo>
                    <a:pt x="0" y="68386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25000">
                  <a:schemeClr val="bg1">
                    <a:lumMod val="95000"/>
                  </a:schemeClr>
                </a:gs>
                <a:gs pos="4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" name="Rounded Rectangle 27">
              <a:extLst>
                <a:ext uri="{FF2B5EF4-FFF2-40B4-BE49-F238E27FC236}">
                  <a16:creationId xmlns:a16="http://schemas.microsoft.com/office/drawing/2014/main" id="{CF2CBC07-9269-9A42-AE07-CD0F92EEA79C}"/>
                </a:ext>
              </a:extLst>
            </p:cNvPr>
            <p:cNvSpPr/>
            <p:nvPr/>
          </p:nvSpPr>
          <p:spPr>
            <a:xfrm rot="16200000">
              <a:off x="5498069" y="2917733"/>
              <a:ext cx="3517323" cy="1148626"/>
            </a:xfrm>
            <a:custGeom>
              <a:avLst/>
              <a:gdLst>
                <a:gd name="connsiteX0" fmla="*/ 0 w 4188014"/>
                <a:gd name="connsiteY0" fmla="*/ 683589 h 1367177"/>
                <a:gd name="connsiteX1" fmla="*/ 683589 w 4188014"/>
                <a:gd name="connsiteY1" fmla="*/ 0 h 1367177"/>
                <a:gd name="connsiteX2" fmla="*/ 3504426 w 4188014"/>
                <a:gd name="connsiteY2" fmla="*/ 0 h 1367177"/>
                <a:gd name="connsiteX3" fmla="*/ 4188015 w 4188014"/>
                <a:gd name="connsiteY3" fmla="*/ 683589 h 1367177"/>
                <a:gd name="connsiteX4" fmla="*/ 4188014 w 4188014"/>
                <a:gd name="connsiteY4" fmla="*/ 683589 h 1367177"/>
                <a:gd name="connsiteX5" fmla="*/ 3504425 w 4188014"/>
                <a:gd name="connsiteY5" fmla="*/ 1367178 h 1367177"/>
                <a:gd name="connsiteX6" fmla="*/ 683589 w 4188014"/>
                <a:gd name="connsiteY6" fmla="*/ 1367177 h 1367177"/>
                <a:gd name="connsiteX7" fmla="*/ 0 w 4188014"/>
                <a:gd name="connsiteY7" fmla="*/ 683588 h 1367177"/>
                <a:gd name="connsiteX8" fmla="*/ 0 w 4188014"/>
                <a:gd name="connsiteY8" fmla="*/ 683589 h 1367177"/>
                <a:gd name="connsiteX0" fmla="*/ 0 w 4188015"/>
                <a:gd name="connsiteY0" fmla="*/ 684880 h 1368469"/>
                <a:gd name="connsiteX1" fmla="*/ 683589 w 4188015"/>
                <a:gd name="connsiteY1" fmla="*/ 1291 h 1368469"/>
                <a:gd name="connsiteX2" fmla="*/ 1908367 w 4188015"/>
                <a:gd name="connsiteY2" fmla="*/ 0 h 1368469"/>
                <a:gd name="connsiteX3" fmla="*/ 3504426 w 4188015"/>
                <a:gd name="connsiteY3" fmla="*/ 1291 h 1368469"/>
                <a:gd name="connsiteX4" fmla="*/ 4188015 w 4188015"/>
                <a:gd name="connsiteY4" fmla="*/ 684880 h 1368469"/>
                <a:gd name="connsiteX5" fmla="*/ 4188014 w 4188015"/>
                <a:gd name="connsiteY5" fmla="*/ 684880 h 1368469"/>
                <a:gd name="connsiteX6" fmla="*/ 3504425 w 4188015"/>
                <a:gd name="connsiteY6" fmla="*/ 1368469 h 1368469"/>
                <a:gd name="connsiteX7" fmla="*/ 683589 w 4188015"/>
                <a:gd name="connsiteY7" fmla="*/ 1368468 h 1368469"/>
                <a:gd name="connsiteX8" fmla="*/ 0 w 4188015"/>
                <a:gd name="connsiteY8" fmla="*/ 684879 h 1368469"/>
                <a:gd name="connsiteX9" fmla="*/ 0 w 4188015"/>
                <a:gd name="connsiteY9" fmla="*/ 684880 h 1368469"/>
                <a:gd name="connsiteX0" fmla="*/ 0 w 4188015"/>
                <a:gd name="connsiteY0" fmla="*/ 683589 h 1367178"/>
                <a:gd name="connsiteX1" fmla="*/ 683589 w 4188015"/>
                <a:gd name="connsiteY1" fmla="*/ 0 h 1367178"/>
                <a:gd name="connsiteX2" fmla="*/ 1979251 w 4188015"/>
                <a:gd name="connsiteY2" fmla="*/ 324774 h 1367178"/>
                <a:gd name="connsiteX3" fmla="*/ 3504426 w 4188015"/>
                <a:gd name="connsiteY3" fmla="*/ 0 h 1367178"/>
                <a:gd name="connsiteX4" fmla="*/ 4188015 w 4188015"/>
                <a:gd name="connsiteY4" fmla="*/ 683589 h 1367178"/>
                <a:gd name="connsiteX5" fmla="*/ 4188014 w 4188015"/>
                <a:gd name="connsiteY5" fmla="*/ 683589 h 1367178"/>
                <a:gd name="connsiteX6" fmla="*/ 3504425 w 4188015"/>
                <a:gd name="connsiteY6" fmla="*/ 1367178 h 1367178"/>
                <a:gd name="connsiteX7" fmla="*/ 683589 w 4188015"/>
                <a:gd name="connsiteY7" fmla="*/ 1367177 h 1367178"/>
                <a:gd name="connsiteX8" fmla="*/ 0 w 4188015"/>
                <a:gd name="connsiteY8" fmla="*/ 683588 h 1367178"/>
                <a:gd name="connsiteX9" fmla="*/ 0 w 4188015"/>
                <a:gd name="connsiteY9" fmla="*/ 683589 h 1367178"/>
                <a:gd name="connsiteX0" fmla="*/ 0 w 4188015"/>
                <a:gd name="connsiteY0" fmla="*/ 683589 h 1367178"/>
                <a:gd name="connsiteX1" fmla="*/ 683589 w 4188015"/>
                <a:gd name="connsiteY1" fmla="*/ 0 h 1367178"/>
                <a:gd name="connsiteX2" fmla="*/ 1979251 w 4188015"/>
                <a:gd name="connsiteY2" fmla="*/ 324774 h 1367178"/>
                <a:gd name="connsiteX3" fmla="*/ 3504426 w 4188015"/>
                <a:gd name="connsiteY3" fmla="*/ 0 h 1367178"/>
                <a:gd name="connsiteX4" fmla="*/ 4188015 w 4188015"/>
                <a:gd name="connsiteY4" fmla="*/ 683589 h 1367178"/>
                <a:gd name="connsiteX5" fmla="*/ 4188014 w 4188015"/>
                <a:gd name="connsiteY5" fmla="*/ 683589 h 1367178"/>
                <a:gd name="connsiteX6" fmla="*/ 3504425 w 4188015"/>
                <a:gd name="connsiteY6" fmla="*/ 1367178 h 1367178"/>
                <a:gd name="connsiteX7" fmla="*/ 683589 w 4188015"/>
                <a:gd name="connsiteY7" fmla="*/ 1367177 h 1367178"/>
                <a:gd name="connsiteX8" fmla="*/ 0 w 4188015"/>
                <a:gd name="connsiteY8" fmla="*/ 683588 h 1367178"/>
                <a:gd name="connsiteX9" fmla="*/ 0 w 4188015"/>
                <a:gd name="connsiteY9" fmla="*/ 683589 h 1367178"/>
                <a:gd name="connsiteX0" fmla="*/ 0 w 4188015"/>
                <a:gd name="connsiteY0" fmla="*/ 683906 h 1367495"/>
                <a:gd name="connsiteX1" fmla="*/ 683589 w 4188015"/>
                <a:gd name="connsiteY1" fmla="*/ 317 h 1367495"/>
                <a:gd name="connsiteX2" fmla="*/ 1979251 w 4188015"/>
                <a:gd name="connsiteY2" fmla="*/ 325091 h 1367495"/>
                <a:gd name="connsiteX3" fmla="*/ 3504426 w 4188015"/>
                <a:gd name="connsiteY3" fmla="*/ 317 h 1367495"/>
                <a:gd name="connsiteX4" fmla="*/ 4188015 w 4188015"/>
                <a:gd name="connsiteY4" fmla="*/ 683906 h 1367495"/>
                <a:gd name="connsiteX5" fmla="*/ 4188014 w 4188015"/>
                <a:gd name="connsiteY5" fmla="*/ 683906 h 1367495"/>
                <a:gd name="connsiteX6" fmla="*/ 3504425 w 4188015"/>
                <a:gd name="connsiteY6" fmla="*/ 1367495 h 1367495"/>
                <a:gd name="connsiteX7" fmla="*/ 683589 w 4188015"/>
                <a:gd name="connsiteY7" fmla="*/ 1367494 h 1367495"/>
                <a:gd name="connsiteX8" fmla="*/ 0 w 4188015"/>
                <a:gd name="connsiteY8" fmla="*/ 683905 h 1367495"/>
                <a:gd name="connsiteX9" fmla="*/ 0 w 4188015"/>
                <a:gd name="connsiteY9" fmla="*/ 683906 h 1367495"/>
                <a:gd name="connsiteX0" fmla="*/ 0 w 4188015"/>
                <a:gd name="connsiteY0" fmla="*/ 683906 h 1367495"/>
                <a:gd name="connsiteX1" fmla="*/ 683589 w 4188015"/>
                <a:gd name="connsiteY1" fmla="*/ 317 h 1367495"/>
                <a:gd name="connsiteX2" fmla="*/ 1979251 w 4188015"/>
                <a:gd name="connsiteY2" fmla="*/ 325091 h 1367495"/>
                <a:gd name="connsiteX3" fmla="*/ 3504426 w 4188015"/>
                <a:gd name="connsiteY3" fmla="*/ 317 h 1367495"/>
                <a:gd name="connsiteX4" fmla="*/ 4188015 w 4188015"/>
                <a:gd name="connsiteY4" fmla="*/ 683906 h 1367495"/>
                <a:gd name="connsiteX5" fmla="*/ 4188014 w 4188015"/>
                <a:gd name="connsiteY5" fmla="*/ 683906 h 1367495"/>
                <a:gd name="connsiteX6" fmla="*/ 3504425 w 4188015"/>
                <a:gd name="connsiteY6" fmla="*/ 1367495 h 1367495"/>
                <a:gd name="connsiteX7" fmla="*/ 683589 w 4188015"/>
                <a:gd name="connsiteY7" fmla="*/ 1367494 h 1367495"/>
                <a:gd name="connsiteX8" fmla="*/ 0 w 4188015"/>
                <a:gd name="connsiteY8" fmla="*/ 683905 h 1367495"/>
                <a:gd name="connsiteX9" fmla="*/ 0 w 4188015"/>
                <a:gd name="connsiteY9" fmla="*/ 683906 h 1367495"/>
                <a:gd name="connsiteX0" fmla="*/ 0 w 4188015"/>
                <a:gd name="connsiteY0" fmla="*/ 683868 h 1367457"/>
                <a:gd name="connsiteX1" fmla="*/ 683589 w 4188015"/>
                <a:gd name="connsiteY1" fmla="*/ 279 h 1367457"/>
                <a:gd name="connsiteX2" fmla="*/ 2028870 w 4188015"/>
                <a:gd name="connsiteY2" fmla="*/ 374672 h 1367457"/>
                <a:gd name="connsiteX3" fmla="*/ 3504426 w 4188015"/>
                <a:gd name="connsiteY3" fmla="*/ 279 h 1367457"/>
                <a:gd name="connsiteX4" fmla="*/ 4188015 w 4188015"/>
                <a:gd name="connsiteY4" fmla="*/ 683868 h 1367457"/>
                <a:gd name="connsiteX5" fmla="*/ 4188014 w 4188015"/>
                <a:gd name="connsiteY5" fmla="*/ 683868 h 1367457"/>
                <a:gd name="connsiteX6" fmla="*/ 3504425 w 4188015"/>
                <a:gd name="connsiteY6" fmla="*/ 1367457 h 1367457"/>
                <a:gd name="connsiteX7" fmla="*/ 683589 w 4188015"/>
                <a:gd name="connsiteY7" fmla="*/ 1367456 h 1367457"/>
                <a:gd name="connsiteX8" fmla="*/ 0 w 4188015"/>
                <a:gd name="connsiteY8" fmla="*/ 683867 h 1367457"/>
                <a:gd name="connsiteX9" fmla="*/ 0 w 4188015"/>
                <a:gd name="connsiteY9" fmla="*/ 683868 h 1367457"/>
                <a:gd name="connsiteX0" fmla="*/ 0 w 4188015"/>
                <a:gd name="connsiteY0" fmla="*/ 683868 h 1381221"/>
                <a:gd name="connsiteX1" fmla="*/ 683589 w 4188015"/>
                <a:gd name="connsiteY1" fmla="*/ 279 h 1381221"/>
                <a:gd name="connsiteX2" fmla="*/ 2028870 w 4188015"/>
                <a:gd name="connsiteY2" fmla="*/ 374672 h 1381221"/>
                <a:gd name="connsiteX3" fmla="*/ 3504426 w 4188015"/>
                <a:gd name="connsiteY3" fmla="*/ 279 h 1381221"/>
                <a:gd name="connsiteX4" fmla="*/ 4188015 w 4188015"/>
                <a:gd name="connsiteY4" fmla="*/ 683868 h 1381221"/>
                <a:gd name="connsiteX5" fmla="*/ 4188014 w 4188015"/>
                <a:gd name="connsiteY5" fmla="*/ 683868 h 1381221"/>
                <a:gd name="connsiteX6" fmla="*/ 3504425 w 4188015"/>
                <a:gd name="connsiteY6" fmla="*/ 1367457 h 1381221"/>
                <a:gd name="connsiteX7" fmla="*/ 2050134 w 4188015"/>
                <a:gd name="connsiteY7" fmla="*/ 1381221 h 1381221"/>
                <a:gd name="connsiteX8" fmla="*/ 683589 w 4188015"/>
                <a:gd name="connsiteY8" fmla="*/ 1367456 h 1381221"/>
                <a:gd name="connsiteX9" fmla="*/ 0 w 4188015"/>
                <a:gd name="connsiteY9" fmla="*/ 683867 h 1381221"/>
                <a:gd name="connsiteX10" fmla="*/ 0 w 4188015"/>
                <a:gd name="connsiteY10" fmla="*/ 683868 h 1381221"/>
                <a:gd name="connsiteX0" fmla="*/ 0 w 4188015"/>
                <a:gd name="connsiteY0" fmla="*/ 683868 h 1367457"/>
                <a:gd name="connsiteX1" fmla="*/ 683589 w 4188015"/>
                <a:gd name="connsiteY1" fmla="*/ 279 h 1367457"/>
                <a:gd name="connsiteX2" fmla="*/ 2028870 w 4188015"/>
                <a:gd name="connsiteY2" fmla="*/ 374672 h 1367457"/>
                <a:gd name="connsiteX3" fmla="*/ 3504426 w 4188015"/>
                <a:gd name="connsiteY3" fmla="*/ 279 h 1367457"/>
                <a:gd name="connsiteX4" fmla="*/ 4188015 w 4188015"/>
                <a:gd name="connsiteY4" fmla="*/ 683868 h 1367457"/>
                <a:gd name="connsiteX5" fmla="*/ 4188014 w 4188015"/>
                <a:gd name="connsiteY5" fmla="*/ 683868 h 1367457"/>
                <a:gd name="connsiteX6" fmla="*/ 3504425 w 4188015"/>
                <a:gd name="connsiteY6" fmla="*/ 1367457 h 1367457"/>
                <a:gd name="connsiteX7" fmla="*/ 2057222 w 4188015"/>
                <a:gd name="connsiteY7" fmla="*/ 1033891 h 1367457"/>
                <a:gd name="connsiteX8" fmla="*/ 683589 w 4188015"/>
                <a:gd name="connsiteY8" fmla="*/ 1367456 h 1367457"/>
                <a:gd name="connsiteX9" fmla="*/ 0 w 4188015"/>
                <a:gd name="connsiteY9" fmla="*/ 683867 h 1367457"/>
                <a:gd name="connsiteX10" fmla="*/ 0 w 4188015"/>
                <a:gd name="connsiteY10" fmla="*/ 683868 h 1367457"/>
                <a:gd name="connsiteX0" fmla="*/ 0 w 4188015"/>
                <a:gd name="connsiteY0" fmla="*/ 683868 h 1367457"/>
                <a:gd name="connsiteX1" fmla="*/ 683589 w 4188015"/>
                <a:gd name="connsiteY1" fmla="*/ 279 h 1367457"/>
                <a:gd name="connsiteX2" fmla="*/ 2028870 w 4188015"/>
                <a:gd name="connsiteY2" fmla="*/ 374672 h 1367457"/>
                <a:gd name="connsiteX3" fmla="*/ 3504426 w 4188015"/>
                <a:gd name="connsiteY3" fmla="*/ 279 h 1367457"/>
                <a:gd name="connsiteX4" fmla="*/ 4188015 w 4188015"/>
                <a:gd name="connsiteY4" fmla="*/ 683868 h 1367457"/>
                <a:gd name="connsiteX5" fmla="*/ 4188014 w 4188015"/>
                <a:gd name="connsiteY5" fmla="*/ 683868 h 1367457"/>
                <a:gd name="connsiteX6" fmla="*/ 3504425 w 4188015"/>
                <a:gd name="connsiteY6" fmla="*/ 1367457 h 1367457"/>
                <a:gd name="connsiteX7" fmla="*/ 2057222 w 4188015"/>
                <a:gd name="connsiteY7" fmla="*/ 1033891 h 1367457"/>
                <a:gd name="connsiteX8" fmla="*/ 683589 w 4188015"/>
                <a:gd name="connsiteY8" fmla="*/ 1367456 h 1367457"/>
                <a:gd name="connsiteX9" fmla="*/ 0 w 4188015"/>
                <a:gd name="connsiteY9" fmla="*/ 683867 h 1367457"/>
                <a:gd name="connsiteX10" fmla="*/ 0 w 4188015"/>
                <a:gd name="connsiteY10" fmla="*/ 683868 h 1367457"/>
                <a:gd name="connsiteX0" fmla="*/ 0 w 4188015"/>
                <a:gd name="connsiteY0" fmla="*/ 683868 h 1367647"/>
                <a:gd name="connsiteX1" fmla="*/ 683589 w 4188015"/>
                <a:gd name="connsiteY1" fmla="*/ 279 h 1367647"/>
                <a:gd name="connsiteX2" fmla="*/ 2028870 w 4188015"/>
                <a:gd name="connsiteY2" fmla="*/ 374672 h 1367647"/>
                <a:gd name="connsiteX3" fmla="*/ 3504426 w 4188015"/>
                <a:gd name="connsiteY3" fmla="*/ 279 h 1367647"/>
                <a:gd name="connsiteX4" fmla="*/ 4188015 w 4188015"/>
                <a:gd name="connsiteY4" fmla="*/ 683868 h 1367647"/>
                <a:gd name="connsiteX5" fmla="*/ 4188014 w 4188015"/>
                <a:gd name="connsiteY5" fmla="*/ 683868 h 1367647"/>
                <a:gd name="connsiteX6" fmla="*/ 3504425 w 4188015"/>
                <a:gd name="connsiteY6" fmla="*/ 1367457 h 1367647"/>
                <a:gd name="connsiteX7" fmla="*/ 2057222 w 4188015"/>
                <a:gd name="connsiteY7" fmla="*/ 1033891 h 1367647"/>
                <a:gd name="connsiteX8" fmla="*/ 683589 w 4188015"/>
                <a:gd name="connsiteY8" fmla="*/ 1367456 h 1367647"/>
                <a:gd name="connsiteX9" fmla="*/ 0 w 4188015"/>
                <a:gd name="connsiteY9" fmla="*/ 683867 h 1367647"/>
                <a:gd name="connsiteX10" fmla="*/ 0 w 4188015"/>
                <a:gd name="connsiteY10" fmla="*/ 683868 h 1367647"/>
                <a:gd name="connsiteX0" fmla="*/ 0 w 4188015"/>
                <a:gd name="connsiteY0" fmla="*/ 683868 h 1367647"/>
                <a:gd name="connsiteX1" fmla="*/ 683589 w 4188015"/>
                <a:gd name="connsiteY1" fmla="*/ 279 h 1367647"/>
                <a:gd name="connsiteX2" fmla="*/ 2028870 w 4188015"/>
                <a:gd name="connsiteY2" fmla="*/ 374672 h 1367647"/>
                <a:gd name="connsiteX3" fmla="*/ 3504426 w 4188015"/>
                <a:gd name="connsiteY3" fmla="*/ 279 h 1367647"/>
                <a:gd name="connsiteX4" fmla="*/ 4188015 w 4188015"/>
                <a:gd name="connsiteY4" fmla="*/ 683868 h 1367647"/>
                <a:gd name="connsiteX5" fmla="*/ 4188014 w 4188015"/>
                <a:gd name="connsiteY5" fmla="*/ 683868 h 1367647"/>
                <a:gd name="connsiteX6" fmla="*/ 3504425 w 4188015"/>
                <a:gd name="connsiteY6" fmla="*/ 1367457 h 1367647"/>
                <a:gd name="connsiteX7" fmla="*/ 2057222 w 4188015"/>
                <a:gd name="connsiteY7" fmla="*/ 1033891 h 1367647"/>
                <a:gd name="connsiteX8" fmla="*/ 683589 w 4188015"/>
                <a:gd name="connsiteY8" fmla="*/ 1367456 h 1367647"/>
                <a:gd name="connsiteX9" fmla="*/ 0 w 4188015"/>
                <a:gd name="connsiteY9" fmla="*/ 683867 h 1367647"/>
                <a:gd name="connsiteX10" fmla="*/ 0 w 4188015"/>
                <a:gd name="connsiteY10" fmla="*/ 683868 h 136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88015" h="1367647">
                  <a:moveTo>
                    <a:pt x="0" y="683868"/>
                  </a:moveTo>
                  <a:cubicBezTo>
                    <a:pt x="0" y="306332"/>
                    <a:pt x="306053" y="279"/>
                    <a:pt x="683589" y="279"/>
                  </a:cubicBezTo>
                  <a:cubicBezTo>
                    <a:pt x="1087123" y="-11965"/>
                    <a:pt x="1343269" y="383693"/>
                    <a:pt x="2028870" y="374672"/>
                  </a:cubicBezTo>
                  <a:cubicBezTo>
                    <a:pt x="2714471" y="365651"/>
                    <a:pt x="2932238" y="2211"/>
                    <a:pt x="3504426" y="279"/>
                  </a:cubicBezTo>
                  <a:cubicBezTo>
                    <a:pt x="3881962" y="279"/>
                    <a:pt x="4188015" y="306332"/>
                    <a:pt x="4188015" y="683868"/>
                  </a:cubicBezTo>
                  <a:lnTo>
                    <a:pt x="4188014" y="683868"/>
                  </a:lnTo>
                  <a:cubicBezTo>
                    <a:pt x="4188014" y="1061404"/>
                    <a:pt x="3881961" y="1367457"/>
                    <a:pt x="3504425" y="1367457"/>
                  </a:cubicBezTo>
                  <a:cubicBezTo>
                    <a:pt x="3107084" y="1369682"/>
                    <a:pt x="2589241" y="1024578"/>
                    <a:pt x="2057222" y="1033891"/>
                  </a:cubicBezTo>
                  <a:cubicBezTo>
                    <a:pt x="1525203" y="1043204"/>
                    <a:pt x="1042230" y="1376770"/>
                    <a:pt x="683589" y="1367456"/>
                  </a:cubicBezTo>
                  <a:cubicBezTo>
                    <a:pt x="306053" y="1367456"/>
                    <a:pt x="0" y="1061403"/>
                    <a:pt x="0" y="683867"/>
                  </a:cubicBezTo>
                  <a:lnTo>
                    <a:pt x="0" y="68386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25000">
                  <a:schemeClr val="bg1">
                    <a:lumMod val="95000"/>
                  </a:schemeClr>
                </a:gs>
                <a:gs pos="4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F35E150-60C6-5047-B4DB-5031CF4D9833}"/>
                </a:ext>
              </a:extLst>
            </p:cNvPr>
            <p:cNvSpPr/>
            <p:nvPr/>
          </p:nvSpPr>
          <p:spPr>
            <a:xfrm>
              <a:off x="4398293" y="1825412"/>
              <a:ext cx="960377" cy="960377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14288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D96ECD4-8D2D-604E-8713-A5F5A0C4222B}"/>
                </a:ext>
              </a:extLst>
            </p:cNvPr>
            <p:cNvSpPr/>
            <p:nvPr/>
          </p:nvSpPr>
          <p:spPr>
            <a:xfrm>
              <a:off x="4964179" y="2381676"/>
              <a:ext cx="2228991" cy="2228992"/>
            </a:xfrm>
            <a:custGeom>
              <a:avLst/>
              <a:gdLst>
                <a:gd name="connsiteX0" fmla="*/ 0 w 1230312"/>
                <a:gd name="connsiteY0" fmla="*/ 615156 h 1230312"/>
                <a:gd name="connsiteX1" fmla="*/ 615156 w 1230312"/>
                <a:gd name="connsiteY1" fmla="*/ 0 h 1230312"/>
                <a:gd name="connsiteX2" fmla="*/ 1230312 w 1230312"/>
                <a:gd name="connsiteY2" fmla="*/ 615156 h 1230312"/>
                <a:gd name="connsiteX3" fmla="*/ 615156 w 1230312"/>
                <a:gd name="connsiteY3" fmla="*/ 1230312 h 1230312"/>
                <a:gd name="connsiteX4" fmla="*/ 0 w 1230312"/>
                <a:gd name="connsiteY4" fmla="*/ 615156 h 123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0312" h="1230312">
                  <a:moveTo>
                    <a:pt x="0" y="615156"/>
                  </a:moveTo>
                  <a:cubicBezTo>
                    <a:pt x="0" y="275415"/>
                    <a:pt x="275415" y="0"/>
                    <a:pt x="615156" y="0"/>
                  </a:cubicBezTo>
                  <a:cubicBezTo>
                    <a:pt x="954897" y="0"/>
                    <a:pt x="1230312" y="275415"/>
                    <a:pt x="1230312" y="615156"/>
                  </a:cubicBezTo>
                  <a:cubicBezTo>
                    <a:pt x="1230312" y="954897"/>
                    <a:pt x="954897" y="1230312"/>
                    <a:pt x="615156" y="1230312"/>
                  </a:cubicBezTo>
                  <a:cubicBezTo>
                    <a:pt x="275415" y="1230312"/>
                    <a:pt x="0" y="954897"/>
                    <a:pt x="0" y="615156"/>
                  </a:cubicBezTo>
                  <a:close/>
                </a:path>
              </a:pathLst>
            </a:custGeom>
            <a:solidFill>
              <a:srgbClr val="FFFFFF"/>
            </a:solidFill>
            <a:ln w="15875" cap="flat">
              <a:noFill/>
              <a:prstDash val="solid"/>
              <a:miter lim="800000"/>
              <a:headEnd/>
              <a:tailEnd/>
            </a:ln>
            <a:effectLst>
              <a:outerShdw blurRad="165100" dist="38100" dir="5400000" algn="t" rotWithShape="0">
                <a:prstClr val="black">
                  <a:alpha val="12000"/>
                </a:prstClr>
              </a:outerShdw>
            </a:effectLst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  <a:cs typeface="Arial" panose="020B0604020202020204" pitchFamily="34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58F6758-CEE8-9F43-8D7A-C9B4D4C5E6E2}"/>
                </a:ext>
              </a:extLst>
            </p:cNvPr>
            <p:cNvSpPr/>
            <p:nvPr/>
          </p:nvSpPr>
          <p:spPr>
            <a:xfrm>
              <a:off x="4398293" y="4191673"/>
              <a:ext cx="960377" cy="960377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14288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  <a:cs typeface="Arial" panose="020B0604020202020204" pitchFamily="34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FF02204-9DAE-F840-9BF1-F899C9E94ABB}"/>
                </a:ext>
              </a:extLst>
            </p:cNvPr>
            <p:cNvSpPr/>
            <p:nvPr/>
          </p:nvSpPr>
          <p:spPr>
            <a:xfrm>
              <a:off x="6774496" y="1825412"/>
              <a:ext cx="960377" cy="960377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14288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  <a:cs typeface="Arial" panose="020B0604020202020204" pitchFamily="34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7A42B35-CB10-3B4C-9886-1C13C7D4E942}"/>
                </a:ext>
              </a:extLst>
            </p:cNvPr>
            <p:cNvSpPr/>
            <p:nvPr/>
          </p:nvSpPr>
          <p:spPr>
            <a:xfrm>
              <a:off x="6774496" y="4191673"/>
              <a:ext cx="960377" cy="960377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14288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246">
              <a:extLst>
                <a:ext uri="{FF2B5EF4-FFF2-40B4-BE49-F238E27FC236}">
                  <a16:creationId xmlns:a16="http://schemas.microsoft.com/office/drawing/2014/main" id="{311704F8-E9CF-294E-9C16-800F9A0A8A5B}"/>
                </a:ext>
              </a:extLst>
            </p:cNvPr>
            <p:cNvSpPr txBox="1"/>
            <p:nvPr/>
          </p:nvSpPr>
          <p:spPr>
            <a:xfrm>
              <a:off x="4650787" y="2063137"/>
              <a:ext cx="455388" cy="484925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246">
              <a:extLst>
                <a:ext uri="{FF2B5EF4-FFF2-40B4-BE49-F238E27FC236}">
                  <a16:creationId xmlns:a16="http://schemas.microsoft.com/office/drawing/2014/main" id="{28D8450A-772E-2B4F-9B77-2DA308E15101}"/>
                </a:ext>
              </a:extLst>
            </p:cNvPr>
            <p:cNvSpPr txBox="1"/>
            <p:nvPr/>
          </p:nvSpPr>
          <p:spPr>
            <a:xfrm>
              <a:off x="4650787" y="4471674"/>
              <a:ext cx="455388" cy="436432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246">
              <a:extLst>
                <a:ext uri="{FF2B5EF4-FFF2-40B4-BE49-F238E27FC236}">
                  <a16:creationId xmlns:a16="http://schemas.microsoft.com/office/drawing/2014/main" id="{9FDB84A7-0D05-5A40-BFD9-9419F3D5AE0D}"/>
                </a:ext>
              </a:extLst>
            </p:cNvPr>
            <p:cNvSpPr txBox="1"/>
            <p:nvPr/>
          </p:nvSpPr>
          <p:spPr>
            <a:xfrm>
              <a:off x="7030674" y="2087383"/>
              <a:ext cx="455388" cy="436432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246">
              <a:extLst>
                <a:ext uri="{FF2B5EF4-FFF2-40B4-BE49-F238E27FC236}">
                  <a16:creationId xmlns:a16="http://schemas.microsoft.com/office/drawing/2014/main" id="{884A16F2-8E8F-1441-BDFA-4761C6EB3522}"/>
                </a:ext>
              </a:extLst>
            </p:cNvPr>
            <p:cNvSpPr txBox="1"/>
            <p:nvPr/>
          </p:nvSpPr>
          <p:spPr>
            <a:xfrm>
              <a:off x="7030674" y="4471674"/>
              <a:ext cx="455388" cy="436432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300"/>
                </a:spcAft>
                <a:buClr>
                  <a:srgbClr val="00008B"/>
                </a:buClr>
                <a:buSzPct val="11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4</a:t>
              </a: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D952ECEC-70B6-FC15-A691-A948CD4D7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906" y="3328567"/>
            <a:ext cx="2261464" cy="8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729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EE7B-903B-0784-9084-3AA81B8E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dirty="0"/>
              <a:t>기타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9C3DC-230E-A121-1BEB-FBAF9D75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944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081953"/>
      </p:ext>
    </p:extLst>
  </p:cSld>
  <p:clrMapOvr>
    <a:masterClrMapping/>
  </p:clrMapOvr>
</p:sld>
</file>

<file path=ppt/theme/theme1.xml><?xml version="1.0" encoding="utf-8"?>
<a:theme xmlns:a="http://schemas.openxmlformats.org/drawingml/2006/main" name="OT-PPT-Theme-2021">
  <a:themeElements>
    <a:clrScheme name="Custom 2">
      <a:dk1>
        <a:srgbClr val="000000"/>
      </a:dk1>
      <a:lt1>
        <a:srgbClr val="FFFFFF"/>
      </a:lt1>
      <a:dk2>
        <a:srgbClr val="383848"/>
      </a:dk2>
      <a:lt2>
        <a:srgbClr val="E8E9EC"/>
      </a:lt2>
      <a:accent1>
        <a:srgbClr val="00008B"/>
      </a:accent1>
      <a:accent2>
        <a:srgbClr val="1A69FF"/>
      </a:accent2>
      <a:accent3>
        <a:srgbClr val="67677C"/>
      </a:accent3>
      <a:accent4>
        <a:srgbClr val="E8E9EC"/>
      </a:accent4>
      <a:accent5>
        <a:srgbClr val="00E6E6"/>
      </a:accent5>
      <a:accent6>
        <a:srgbClr val="001D50"/>
      </a:accent6>
      <a:hlink>
        <a:srgbClr val="1A69FF"/>
      </a:hlink>
      <a:folHlink>
        <a:srgbClr val="DCE3F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Tex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spcBef>
            <a:spcPts val="0"/>
          </a:spcBef>
          <a:spcAft>
            <a:spcPts val="0"/>
          </a:spcAft>
          <a:defRPr dirty="0" err="1" smtClean="0"/>
        </a:defPPr>
      </a:lstStyle>
    </a:txDef>
  </a:objectDefaults>
  <a:extraClrSchemeLst/>
  <a:custClrLst>
    <a:custClr name="OT Blue">
      <a:srgbClr val="0072AA"/>
    </a:custClr>
    <a:custClr name="OT Mid Blue">
      <a:srgbClr val="2DA3E0"/>
    </a:custClr>
    <a:custClr name="OT Gray">
      <a:srgbClr val="9F9FA2"/>
    </a:custClr>
    <a:custClr name="ECM">
      <a:srgbClr val="2DA3E0"/>
    </a:custClr>
    <a:custClr name="BPM">
      <a:srgbClr val="00A389"/>
    </a:custClr>
    <a:custClr name="CEM">
      <a:srgbClr val="9370B1"/>
    </a:custClr>
    <a:custClr name="Discovery">
      <a:srgbClr val="EEB111"/>
    </a:custClr>
    <a:custClr name="iX">
      <a:srgbClr val="8DC63F"/>
    </a:custClr>
  </a:custClrLst>
  <a:extLst>
    <a:ext uri="{05A4C25C-085E-4340-85A3-A5531E510DB2}">
      <thm15:themeFamily xmlns:thm15="http://schemas.microsoft.com/office/thememl/2012/main" name="OT-PPT-Theme-2021" id="{7806DA3A-2B76-5C43-982F-E0C787514AFF}" vid="{DF8D9FB0-FEA7-744A-B945-F6B63D35C81C}"/>
    </a:ext>
  </a:extLst>
</a:theme>
</file>

<file path=ppt/theme/theme2.xml><?xml version="1.0" encoding="utf-8"?>
<a:theme xmlns:a="http://schemas.openxmlformats.org/drawingml/2006/main" name="Dark Master">
  <a:themeElements>
    <a:clrScheme name="OpenText FY24">
      <a:dk1>
        <a:srgbClr val="000000"/>
      </a:dk1>
      <a:lt1>
        <a:srgbClr val="FFFFFF"/>
      </a:lt1>
      <a:dk2>
        <a:srgbClr val="383848"/>
      </a:dk2>
      <a:lt2>
        <a:srgbClr val="E8E9EC"/>
      </a:lt2>
      <a:accent1>
        <a:srgbClr val="00008B"/>
      </a:accent1>
      <a:accent2>
        <a:srgbClr val="1A69FF"/>
      </a:accent2>
      <a:accent3>
        <a:srgbClr val="67677C"/>
      </a:accent3>
      <a:accent4>
        <a:srgbClr val="E8E9EC"/>
      </a:accent4>
      <a:accent5>
        <a:srgbClr val="E1BC36"/>
      </a:accent5>
      <a:accent6>
        <a:srgbClr val="001D50"/>
      </a:accent6>
      <a:hlink>
        <a:srgbClr val="1A69FF"/>
      </a:hlink>
      <a:folHlink>
        <a:srgbClr val="DCE3F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Tex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spcBef>
            <a:spcPts val="0"/>
          </a:spcBef>
          <a:spcAft>
            <a:spcPts val="600"/>
          </a:spcAft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9F9FA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spcBef>
            <a:spcPts val="0"/>
          </a:spcBef>
          <a:spcAft>
            <a:spcPts val="600"/>
          </a:spcAft>
          <a:defRPr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OT Blue">
      <a:srgbClr val="0072AA"/>
    </a:custClr>
    <a:custClr name="OT Mid Blue">
      <a:srgbClr val="2DA3E0"/>
    </a:custClr>
    <a:custClr name="OT Gray">
      <a:srgbClr val="9F9FA2"/>
    </a:custClr>
    <a:custClr name="ECM">
      <a:srgbClr val="2DA3E0"/>
    </a:custClr>
    <a:custClr name="BPM">
      <a:srgbClr val="00A389"/>
    </a:custClr>
    <a:custClr name="CEM">
      <a:srgbClr val="9370B1"/>
    </a:custClr>
    <a:custClr name="Discovery">
      <a:srgbClr val="EEB111"/>
    </a:custClr>
    <a:custClr name="iX">
      <a:srgbClr val="8DC63F"/>
    </a:custClr>
  </a:custClrLst>
  <a:extLst>
    <a:ext uri="{05A4C25C-085E-4340-85A3-A5531E510DB2}">
      <thm15:themeFamily xmlns:thm15="http://schemas.microsoft.com/office/thememl/2012/main" name="OT-PPT-Theme-2021" id="{7806DA3A-2B76-5C43-982F-E0C787514AFF}" vid="{DF8D9FB0-FEA7-744A-B945-F6B63D35C81C}"/>
    </a:ext>
  </a:extLst>
</a:theme>
</file>

<file path=ppt/theme/theme3.xml><?xml version="1.0" encoding="utf-8"?>
<a:theme xmlns:a="http://schemas.openxmlformats.org/drawingml/2006/main" name="1_Dark Master">
  <a:themeElements>
    <a:clrScheme name="OpenText FY24">
      <a:dk1>
        <a:srgbClr val="000000"/>
      </a:dk1>
      <a:lt1>
        <a:srgbClr val="FFFFFF"/>
      </a:lt1>
      <a:dk2>
        <a:srgbClr val="383848"/>
      </a:dk2>
      <a:lt2>
        <a:srgbClr val="E8E9EC"/>
      </a:lt2>
      <a:accent1>
        <a:srgbClr val="00008B"/>
      </a:accent1>
      <a:accent2>
        <a:srgbClr val="1A69FF"/>
      </a:accent2>
      <a:accent3>
        <a:srgbClr val="67677C"/>
      </a:accent3>
      <a:accent4>
        <a:srgbClr val="E8E9EC"/>
      </a:accent4>
      <a:accent5>
        <a:srgbClr val="E1BC36"/>
      </a:accent5>
      <a:accent6>
        <a:srgbClr val="001D50"/>
      </a:accent6>
      <a:hlink>
        <a:srgbClr val="1A69FF"/>
      </a:hlink>
      <a:folHlink>
        <a:srgbClr val="DCE3F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Tex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spcBef>
            <a:spcPts val="0"/>
          </a:spcBef>
          <a:spcAft>
            <a:spcPts val="600"/>
          </a:spcAft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9F9FA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spcBef>
            <a:spcPts val="0"/>
          </a:spcBef>
          <a:spcAft>
            <a:spcPts val="600"/>
          </a:spcAft>
          <a:defRPr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OT Blue">
      <a:srgbClr val="0072AA"/>
    </a:custClr>
    <a:custClr name="OT Mid Blue">
      <a:srgbClr val="2DA3E0"/>
    </a:custClr>
    <a:custClr name="OT Gray">
      <a:srgbClr val="9F9FA2"/>
    </a:custClr>
    <a:custClr name="ECM">
      <a:srgbClr val="2DA3E0"/>
    </a:custClr>
    <a:custClr name="BPM">
      <a:srgbClr val="00A389"/>
    </a:custClr>
    <a:custClr name="CEM">
      <a:srgbClr val="9370B1"/>
    </a:custClr>
    <a:custClr name="Discovery">
      <a:srgbClr val="EEB111"/>
    </a:custClr>
    <a:custClr name="iX">
      <a:srgbClr val="8DC63F"/>
    </a:custClr>
  </a:custClrLst>
  <a:extLst>
    <a:ext uri="{05A4C25C-085E-4340-85A3-A5531E510DB2}">
      <thm15:themeFamily xmlns:thm15="http://schemas.microsoft.com/office/thememl/2012/main" name="OT-PPT-Theme-2021" id="{7806DA3A-2B76-5C43-982F-E0C787514AFF}" vid="{DF8D9FB0-FEA7-744A-B945-F6B63D35C81C}"/>
    </a:ext>
  </a:extLst>
</a:theme>
</file>

<file path=ppt/theme/theme4.xml><?xml version="1.0" encoding="utf-8"?>
<a:theme xmlns:a="http://schemas.openxmlformats.org/drawingml/2006/main" name="Light Master">
  <a:themeElements>
    <a:clrScheme name="OpenText FY24 1">
      <a:dk1>
        <a:srgbClr val="000000"/>
      </a:dk1>
      <a:lt1>
        <a:srgbClr val="FFFFFF"/>
      </a:lt1>
      <a:dk2>
        <a:srgbClr val="383848"/>
      </a:dk2>
      <a:lt2>
        <a:srgbClr val="E8E9EC"/>
      </a:lt2>
      <a:accent1>
        <a:srgbClr val="00008B"/>
      </a:accent1>
      <a:accent2>
        <a:srgbClr val="1A69FF"/>
      </a:accent2>
      <a:accent3>
        <a:srgbClr val="67677C"/>
      </a:accent3>
      <a:accent4>
        <a:srgbClr val="E8E9EC"/>
      </a:accent4>
      <a:accent5>
        <a:srgbClr val="E1BC36"/>
      </a:accent5>
      <a:accent6>
        <a:srgbClr val="001D50"/>
      </a:accent6>
      <a:hlink>
        <a:srgbClr val="1A69FF"/>
      </a:hlink>
      <a:folHlink>
        <a:srgbClr val="DCE3F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Tex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spcBef>
            <a:spcPts val="0"/>
          </a:spcBef>
          <a:spcAft>
            <a:spcPts val="600"/>
          </a:spcAft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9F9FA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0"/>
          </a:spcBef>
          <a:spcAft>
            <a:spcPts val="600"/>
          </a:spcAft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OT Blue">
      <a:srgbClr val="0072AA"/>
    </a:custClr>
    <a:custClr name="OT Mid Blue">
      <a:srgbClr val="2DA3E0"/>
    </a:custClr>
    <a:custClr name="OT Gray">
      <a:srgbClr val="9F9FA2"/>
    </a:custClr>
    <a:custClr name="ECM">
      <a:srgbClr val="2DA3E0"/>
    </a:custClr>
    <a:custClr name="BPM">
      <a:srgbClr val="00A389"/>
    </a:custClr>
    <a:custClr name="CEM">
      <a:srgbClr val="9370B1"/>
    </a:custClr>
    <a:custClr name="Discovery">
      <a:srgbClr val="EEB111"/>
    </a:custClr>
    <a:custClr name="iX">
      <a:srgbClr val="8DC63F"/>
    </a:custClr>
  </a:custClrLst>
  <a:extLst>
    <a:ext uri="{05A4C25C-085E-4340-85A3-A5531E510DB2}">
      <thm15:themeFamily xmlns:thm15="http://schemas.microsoft.com/office/thememl/2012/main" name="OpenText-PPT-Presentation-FY25-LIGHT-jf" id="{DCB83169-99AE-BB4D-B44E-4388598AA3BB}" vid="{35965714-D183-944E-B6BA-53F7F3A737DE}"/>
    </a:ext>
  </a:extLst>
</a:theme>
</file>

<file path=ppt/theme/theme5.xml><?xml version="1.0" encoding="utf-8"?>
<a:theme xmlns:a="http://schemas.openxmlformats.org/drawingml/2006/main" name="2_Dark Master">
  <a:themeElements>
    <a:clrScheme name="OpenText FY24">
      <a:dk1>
        <a:srgbClr val="000000"/>
      </a:dk1>
      <a:lt1>
        <a:srgbClr val="FFFFFF"/>
      </a:lt1>
      <a:dk2>
        <a:srgbClr val="383848"/>
      </a:dk2>
      <a:lt2>
        <a:srgbClr val="E8E9EC"/>
      </a:lt2>
      <a:accent1>
        <a:srgbClr val="00008B"/>
      </a:accent1>
      <a:accent2>
        <a:srgbClr val="1A69FF"/>
      </a:accent2>
      <a:accent3>
        <a:srgbClr val="67677C"/>
      </a:accent3>
      <a:accent4>
        <a:srgbClr val="E8E9EC"/>
      </a:accent4>
      <a:accent5>
        <a:srgbClr val="E1BC36"/>
      </a:accent5>
      <a:accent6>
        <a:srgbClr val="001D50"/>
      </a:accent6>
      <a:hlink>
        <a:srgbClr val="1A69FF"/>
      </a:hlink>
      <a:folHlink>
        <a:srgbClr val="DCE3F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Tex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spcBef>
            <a:spcPts val="0"/>
          </a:spcBef>
          <a:spcAft>
            <a:spcPts val="600"/>
          </a:spcAft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9F9FA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spcBef>
            <a:spcPts val="0"/>
          </a:spcBef>
          <a:spcAft>
            <a:spcPts val="600"/>
          </a:spcAft>
          <a:defRPr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OT Blue">
      <a:srgbClr val="0072AA"/>
    </a:custClr>
    <a:custClr name="OT Mid Blue">
      <a:srgbClr val="2DA3E0"/>
    </a:custClr>
    <a:custClr name="OT Gray">
      <a:srgbClr val="9F9FA2"/>
    </a:custClr>
    <a:custClr name="ECM">
      <a:srgbClr val="2DA3E0"/>
    </a:custClr>
    <a:custClr name="BPM">
      <a:srgbClr val="00A389"/>
    </a:custClr>
    <a:custClr name="CEM">
      <a:srgbClr val="9370B1"/>
    </a:custClr>
    <a:custClr name="Discovery">
      <a:srgbClr val="EEB111"/>
    </a:custClr>
    <a:custClr name="iX">
      <a:srgbClr val="8DC63F"/>
    </a:custClr>
  </a:custClrLst>
  <a:extLst>
    <a:ext uri="{05A4C25C-085E-4340-85A3-A5531E510DB2}">
      <thm15:themeFamily xmlns:thm15="http://schemas.microsoft.com/office/thememl/2012/main" name="OT-PPT-Theme-2021" id="{7806DA3A-2B76-5C43-982F-E0C787514AFF}" vid="{DF8D9FB0-FEA7-744A-B945-F6B63D35C81C}"/>
    </a:ext>
  </a:extLst>
</a:theme>
</file>

<file path=ppt/theme/theme6.xml><?xml version="1.0" encoding="utf-8"?>
<a:theme xmlns:a="http://schemas.openxmlformats.org/drawingml/2006/main" name="1_OT-PPT-Theme-2021">
  <a:themeElements>
    <a:clrScheme name="Custom 2">
      <a:dk1>
        <a:srgbClr val="000000"/>
      </a:dk1>
      <a:lt1>
        <a:srgbClr val="FFFFFF"/>
      </a:lt1>
      <a:dk2>
        <a:srgbClr val="383848"/>
      </a:dk2>
      <a:lt2>
        <a:srgbClr val="E8E9EC"/>
      </a:lt2>
      <a:accent1>
        <a:srgbClr val="00008B"/>
      </a:accent1>
      <a:accent2>
        <a:srgbClr val="1A69FF"/>
      </a:accent2>
      <a:accent3>
        <a:srgbClr val="67677C"/>
      </a:accent3>
      <a:accent4>
        <a:srgbClr val="E8E9EC"/>
      </a:accent4>
      <a:accent5>
        <a:srgbClr val="00E6E6"/>
      </a:accent5>
      <a:accent6>
        <a:srgbClr val="001D50"/>
      </a:accent6>
      <a:hlink>
        <a:srgbClr val="1A69FF"/>
      </a:hlink>
      <a:folHlink>
        <a:srgbClr val="DCE3F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Tex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spcBef>
            <a:spcPts val="0"/>
          </a:spcBef>
          <a:spcAft>
            <a:spcPts val="0"/>
          </a:spcAft>
          <a:defRPr dirty="0" err="1" smtClean="0"/>
        </a:defPPr>
      </a:lstStyle>
    </a:txDef>
  </a:objectDefaults>
  <a:extraClrSchemeLst/>
  <a:custClrLst>
    <a:custClr name="OT Blue">
      <a:srgbClr val="0072AA"/>
    </a:custClr>
    <a:custClr name="OT Mid Blue">
      <a:srgbClr val="2DA3E0"/>
    </a:custClr>
    <a:custClr name="OT Gray">
      <a:srgbClr val="9F9FA2"/>
    </a:custClr>
    <a:custClr name="ECM">
      <a:srgbClr val="2DA3E0"/>
    </a:custClr>
    <a:custClr name="BPM">
      <a:srgbClr val="00A389"/>
    </a:custClr>
    <a:custClr name="CEM">
      <a:srgbClr val="9370B1"/>
    </a:custClr>
    <a:custClr name="Discovery">
      <a:srgbClr val="EEB111"/>
    </a:custClr>
    <a:custClr name="iX">
      <a:srgbClr val="8DC63F"/>
    </a:custClr>
  </a:custClrLst>
  <a:extLst>
    <a:ext uri="{05A4C25C-085E-4340-85A3-A5531E510DB2}">
      <thm15:themeFamily xmlns:thm15="http://schemas.microsoft.com/office/thememl/2012/main" name="OT-PPT-Theme-2021" id="{7806DA3A-2B76-5C43-982F-E0C787514AFF}" vid="{DF8D9FB0-FEA7-744A-B945-F6B63D35C81C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2">
    <a:dk1>
      <a:srgbClr val="000000"/>
    </a:dk1>
    <a:lt1>
      <a:srgbClr val="FFFFFF"/>
    </a:lt1>
    <a:dk2>
      <a:srgbClr val="383848"/>
    </a:dk2>
    <a:lt2>
      <a:srgbClr val="E8E9EC"/>
    </a:lt2>
    <a:accent1>
      <a:srgbClr val="00008B"/>
    </a:accent1>
    <a:accent2>
      <a:srgbClr val="1A69FF"/>
    </a:accent2>
    <a:accent3>
      <a:srgbClr val="67677C"/>
    </a:accent3>
    <a:accent4>
      <a:srgbClr val="E8E9EC"/>
    </a:accent4>
    <a:accent5>
      <a:srgbClr val="00E6E6"/>
    </a:accent5>
    <a:accent6>
      <a:srgbClr val="001D50"/>
    </a:accent6>
    <a:hlink>
      <a:srgbClr val="1A69FF"/>
    </a:hlink>
    <a:folHlink>
      <a:srgbClr val="DCE3F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462DE8F92A7542BFDC3C3834D85FF4" ma:contentTypeVersion="13" ma:contentTypeDescription="Create a new document." ma:contentTypeScope="" ma:versionID="91d68ae1aa1545e34ab3a7ae1ee95a1c">
  <xsd:schema xmlns:xsd="http://www.w3.org/2001/XMLSchema" xmlns:xs="http://www.w3.org/2001/XMLSchema" xmlns:p="http://schemas.microsoft.com/office/2006/metadata/properties" xmlns:ns2="76927355-584f-4bc3-9b09-55987a89d7dc" xmlns:ns3="815a20d1-38b0-43c4-8b87-0ea2d0614826" targetNamespace="http://schemas.microsoft.com/office/2006/metadata/properties" ma:root="true" ma:fieldsID="388e002c9608a80f0303991424868dae" ns2:_="" ns3:_="">
    <xsd:import namespace="76927355-584f-4bc3-9b09-55987a89d7dc"/>
    <xsd:import namespace="815a20d1-38b0-43c4-8b87-0ea2d06148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927355-584f-4bc3-9b09-55987a89d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5a20d1-38b0-43c4-8b87-0ea2d061482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8A6FBE-10D7-4106-B9C3-AFC94A44A861}">
  <ds:schemaRefs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815a20d1-38b0-43c4-8b87-0ea2d0614826"/>
    <ds:schemaRef ds:uri="76927355-584f-4bc3-9b09-55987a89d7dc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9817EF6-B9B2-4D49-95B6-9327E392967A}">
  <ds:schemaRefs>
    <ds:schemaRef ds:uri="76927355-584f-4bc3-9b09-55987a89d7dc"/>
    <ds:schemaRef ds:uri="815a20d1-38b0-43c4-8b87-0ea2d061482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4351EE2-5F7F-4D57-84E5-C3EB98A3A68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OT-PPT-Theme-2021</Template>
  <TotalTime>19689</TotalTime>
  <Words>2856</Words>
  <Application>Microsoft Office PowerPoint</Application>
  <PresentationFormat>와이드스크린</PresentationFormat>
  <Paragraphs>925</Paragraphs>
  <Slides>42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42</vt:i4>
      </vt:variant>
    </vt:vector>
  </HeadingPairs>
  <TitlesOfParts>
    <vt:vector size="61" baseType="lpstr">
      <vt:lpstr>Agoda Sans Stem</vt:lpstr>
      <vt:lpstr>Agoda Sans Stemless</vt:lpstr>
      <vt:lpstr>AllerMod Regular</vt:lpstr>
      <vt:lpstr>나눔고딕</vt:lpstr>
      <vt:lpstr>나눔고딕 ExtraBold</vt:lpstr>
      <vt:lpstr>맑은 고딕</vt:lpstr>
      <vt:lpstr>Arial</vt:lpstr>
      <vt:lpstr>Arial Black</vt:lpstr>
      <vt:lpstr>Calibri</vt:lpstr>
      <vt:lpstr>Century Gothic</vt:lpstr>
      <vt:lpstr>Courier New</vt:lpstr>
      <vt:lpstr>Roboto Light</vt:lpstr>
      <vt:lpstr>Wingdings</vt:lpstr>
      <vt:lpstr>OT-PPT-Theme-2021</vt:lpstr>
      <vt:lpstr>Dark Master</vt:lpstr>
      <vt:lpstr>1_Dark Master</vt:lpstr>
      <vt:lpstr>Light Master</vt:lpstr>
      <vt:lpstr>2_Dark Master</vt:lpstr>
      <vt:lpstr>1_OT-PPT-Theme-2021</vt:lpstr>
      <vt:lpstr>PowerPoint 프레젠테이션</vt:lpstr>
      <vt:lpstr>버티카 아키텍처 소개</vt:lpstr>
      <vt:lpstr>What is Vertica?</vt:lpstr>
      <vt:lpstr>What is Vertica?</vt:lpstr>
      <vt:lpstr>버티카가 제공하는 2가지 아키텍처</vt:lpstr>
      <vt:lpstr>버티카가 제공하는 2가지 아키텍처</vt:lpstr>
      <vt:lpstr>버티카가 제공하는 2가지 아키텍처</vt:lpstr>
      <vt:lpstr>버티카가 제공하는 2가지 아키텍처</vt:lpstr>
      <vt:lpstr>Separating compute and storage</vt:lpstr>
      <vt:lpstr>Eon Mode Architecture</vt:lpstr>
      <vt:lpstr>Compute Architecture</vt:lpstr>
      <vt:lpstr>Storage Architecture</vt:lpstr>
      <vt:lpstr>PowerPoint 프레젠테이션</vt:lpstr>
      <vt:lpstr>버티카 Eon Mode는 다양한 인프라 유형을 지원</vt:lpstr>
      <vt:lpstr>Integrating with Object Storage</vt:lpstr>
      <vt:lpstr>통합 데이터 플랫폼 아키텍처</vt:lpstr>
      <vt:lpstr>Real-World Challenges and Solutions</vt:lpstr>
      <vt:lpstr>PowerPoint 프레젠테이션</vt:lpstr>
      <vt:lpstr>Challenge: Concurrency</vt:lpstr>
      <vt:lpstr>컴퓨팅 확장</vt:lpstr>
      <vt:lpstr>유연한 성능 확장</vt:lpstr>
      <vt:lpstr>유연한 성능 확장</vt:lpstr>
      <vt:lpstr>유연한 동시성 확장</vt:lpstr>
      <vt:lpstr>유연한 동시성 확장</vt:lpstr>
      <vt:lpstr>Single cluster vs. multi-cluster</vt:lpstr>
      <vt:lpstr>컴퓨팅과 분리된 스토리지 확장</vt:lpstr>
      <vt:lpstr>컴퓨팅과 분리된 스토리지 확장</vt:lpstr>
      <vt:lpstr>컴퓨팅과 분리된 스토리지 확장</vt:lpstr>
      <vt:lpstr>컴퓨팅과 분리된 스토리지 확장</vt:lpstr>
      <vt:lpstr>PowerPoint 프레젠테이션</vt:lpstr>
      <vt:lpstr>PowerPoint 프레젠테이션</vt:lpstr>
      <vt:lpstr>Reviving Database?</vt:lpstr>
      <vt:lpstr>Reviving Database?</vt:lpstr>
      <vt:lpstr>When?</vt:lpstr>
      <vt:lpstr>When?</vt:lpstr>
      <vt:lpstr>When?</vt:lpstr>
      <vt:lpstr>When?</vt:lpstr>
      <vt:lpstr>When?</vt:lpstr>
      <vt:lpstr>When?</vt:lpstr>
      <vt:lpstr>Key Messages</vt:lpstr>
      <vt:lpstr>기타</vt:lpstr>
      <vt:lpstr>PowerPoint 프레젠테이션</vt:lpstr>
    </vt:vector>
  </TitlesOfParts>
  <Manager/>
  <Company>OpenText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Yun Chan-Ho</dc:creator>
  <cp:keywords/>
  <dc:description/>
  <cp:lastModifiedBy>동안 김</cp:lastModifiedBy>
  <cp:revision>901</cp:revision>
  <dcterms:created xsi:type="dcterms:W3CDTF">2021-06-10T13:24:13Z</dcterms:created>
  <dcterms:modified xsi:type="dcterms:W3CDTF">2025-05-19T10:59:20Z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i4>900</vt:i4>
  </property>
  <property fmtid="{D5CDD505-2E9C-101B-9397-08002B2CF9AE}" pid="3" name="ContentTypeId">
    <vt:lpwstr>0x01010065462DE8F92A7542BFDC3C3834D85FF4</vt:lpwstr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SIP_Label_863aae98-72c2-4d8a-bcb0-c0aa81d8aedc_Enabled">
    <vt:lpwstr>true</vt:lpwstr>
  </property>
  <property fmtid="{D5CDD505-2E9C-101B-9397-08002B2CF9AE}" pid="11" name="MSIP_Label_863aae98-72c2-4d8a-bcb0-c0aa81d8aedc_SetDate">
    <vt:lpwstr>2021-04-01T13:36:56Z</vt:lpwstr>
  </property>
  <property fmtid="{D5CDD505-2E9C-101B-9397-08002B2CF9AE}" pid="12" name="MSIP_Label_863aae98-72c2-4d8a-bcb0-c0aa81d8aedc_Method">
    <vt:lpwstr>Privileged</vt:lpwstr>
  </property>
  <property fmtid="{D5CDD505-2E9C-101B-9397-08002B2CF9AE}" pid="13" name="MSIP_Label_863aae98-72c2-4d8a-bcb0-c0aa81d8aedc_Name">
    <vt:lpwstr>General</vt:lpwstr>
  </property>
  <property fmtid="{D5CDD505-2E9C-101B-9397-08002B2CF9AE}" pid="14" name="MSIP_Label_863aae98-72c2-4d8a-bcb0-c0aa81d8aedc_SiteId">
    <vt:lpwstr>a5a9530b-9623-4712-8f71-f7cb8dfe5b51</vt:lpwstr>
  </property>
  <property fmtid="{D5CDD505-2E9C-101B-9397-08002B2CF9AE}" pid="15" name="MSIP_Label_863aae98-72c2-4d8a-bcb0-c0aa81d8aedc_ActionId">
    <vt:lpwstr>500e8ed2-dc00-4207-b914-57e7619d4d62</vt:lpwstr>
  </property>
  <property fmtid="{D5CDD505-2E9C-101B-9397-08002B2CF9AE}" pid="16" name="MSIP_Label_863aae98-72c2-4d8a-bcb0-c0aa81d8aedc_ContentBits">
    <vt:lpwstr>0</vt:lpwstr>
  </property>
</Properties>
</file>