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83" r:id="rId10"/>
    <p:sldId id="263" r:id="rId11"/>
    <p:sldId id="264" r:id="rId12"/>
    <p:sldId id="265" r:id="rId13"/>
    <p:sldId id="270" r:id="rId14"/>
    <p:sldId id="271" r:id="rId15"/>
    <p:sldId id="282" r:id="rId16"/>
    <p:sldId id="274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B6FE"/>
    <a:srgbClr val="FAFAFA"/>
    <a:srgbClr val="181B1F"/>
    <a:srgbClr val="D080BC"/>
    <a:srgbClr val="EB39EF"/>
    <a:srgbClr val="99B7FF"/>
    <a:srgbClr val="CCDBFF"/>
    <a:srgbClr val="618153"/>
    <a:srgbClr val="F8CBAD"/>
    <a:srgbClr val="849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2112" y="-25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7600950" y="3474720"/>
            <a:ext cx="948690" cy="845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/>
          <p:cNvGrpSpPr/>
          <p:nvPr/>
        </p:nvGrpSpPr>
        <p:grpSpPr>
          <a:xfrm>
            <a:off x="8100688" y="3600514"/>
            <a:ext cx="420188" cy="628751"/>
            <a:chOff x="9486498" y="3832860"/>
            <a:chExt cx="526182" cy="785151"/>
          </a:xfrm>
        </p:grpSpPr>
        <p:sp>
          <p:nvSpPr>
            <p:cNvPr id="34" name="Freeform 117">
              <a:extLst>
                <a:ext uri="{FF2B5EF4-FFF2-40B4-BE49-F238E27FC236}">
                  <a16:creationId xmlns:a16="http://schemas.microsoft.com/office/drawing/2014/main" xmlns="" id="{ACB5F511-0467-4F80-BCD6-94BAC3603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3889214"/>
              <a:ext cx="81940" cy="92051"/>
            </a:xfrm>
            <a:custGeom>
              <a:avLst/>
              <a:gdLst>
                <a:gd name="T0" fmla="*/ 39 w 76"/>
                <a:gd name="T1" fmla="*/ 0 h 76"/>
                <a:gd name="T2" fmla="*/ 39 w 76"/>
                <a:gd name="T3" fmla="*/ 0 h 76"/>
                <a:gd name="T4" fmla="*/ 0 w 76"/>
                <a:gd name="T5" fmla="*/ 38 h 76"/>
                <a:gd name="T6" fmla="*/ 39 w 76"/>
                <a:gd name="T7" fmla="*/ 75 h 76"/>
                <a:gd name="T8" fmla="*/ 75 w 76"/>
                <a:gd name="T9" fmla="*/ 38 h 76"/>
                <a:gd name="T10" fmla="*/ 39 w 76"/>
                <a:gd name="T11" fmla="*/ 0 h 76"/>
                <a:gd name="T12" fmla="*/ 39 w 76"/>
                <a:gd name="T13" fmla="*/ 54 h 76"/>
                <a:gd name="T14" fmla="*/ 39 w 76"/>
                <a:gd name="T15" fmla="*/ 54 h 76"/>
                <a:gd name="T16" fmla="*/ 22 w 76"/>
                <a:gd name="T17" fmla="*/ 38 h 76"/>
                <a:gd name="T18" fmla="*/ 39 w 76"/>
                <a:gd name="T19" fmla="*/ 22 h 76"/>
                <a:gd name="T20" fmla="*/ 53 w 76"/>
                <a:gd name="T21" fmla="*/ 38 h 76"/>
                <a:gd name="T22" fmla="*/ 39 w 76"/>
                <a:gd name="T23" fmla="*/ 5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6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7"/>
                    <a:pt x="0" y="38"/>
                  </a:cubicBezTo>
                  <a:cubicBezTo>
                    <a:pt x="0" y="58"/>
                    <a:pt x="18" y="75"/>
                    <a:pt x="39" y="75"/>
                  </a:cubicBezTo>
                  <a:cubicBezTo>
                    <a:pt x="59" y="75"/>
                    <a:pt x="75" y="58"/>
                    <a:pt x="75" y="38"/>
                  </a:cubicBezTo>
                  <a:cubicBezTo>
                    <a:pt x="75" y="17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7"/>
                    <a:pt x="22" y="38"/>
                  </a:cubicBezTo>
                  <a:cubicBezTo>
                    <a:pt x="22" y="28"/>
                    <a:pt x="29" y="22"/>
                    <a:pt x="39" y="22"/>
                  </a:cubicBezTo>
                  <a:cubicBezTo>
                    <a:pt x="47" y="22"/>
                    <a:pt x="53" y="28"/>
                    <a:pt x="53" y="38"/>
                  </a:cubicBezTo>
                  <a:cubicBezTo>
                    <a:pt x="53" y="47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5" name="Freeform 118">
              <a:extLst>
                <a:ext uri="{FF2B5EF4-FFF2-40B4-BE49-F238E27FC236}">
                  <a16:creationId xmlns:a16="http://schemas.microsoft.com/office/drawing/2014/main" xmlns="" id="{8F3B04C3-D501-4070-B0AC-5FB6C26F80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3912883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0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0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4"/>
                    <a:pt x="0" y="10"/>
                  </a:cubicBezTo>
                  <a:cubicBezTo>
                    <a:pt x="0" y="17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7"/>
                    <a:pt x="170" y="10"/>
                  </a:cubicBezTo>
                  <a:cubicBezTo>
                    <a:pt x="170" y="4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6" name="Freeform 119">
              <a:extLst>
                <a:ext uri="{FF2B5EF4-FFF2-40B4-BE49-F238E27FC236}">
                  <a16:creationId xmlns:a16="http://schemas.microsoft.com/office/drawing/2014/main" xmlns="" id="{36E9553A-4692-4D5B-A665-94CC09C4A6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053464"/>
              <a:ext cx="81940" cy="92051"/>
            </a:xfrm>
            <a:custGeom>
              <a:avLst/>
              <a:gdLst>
                <a:gd name="T0" fmla="*/ 39 w 76"/>
                <a:gd name="T1" fmla="*/ 0 h 75"/>
                <a:gd name="T2" fmla="*/ 39 w 76"/>
                <a:gd name="T3" fmla="*/ 0 h 75"/>
                <a:gd name="T4" fmla="*/ 0 w 76"/>
                <a:gd name="T5" fmla="*/ 37 h 75"/>
                <a:gd name="T6" fmla="*/ 39 w 76"/>
                <a:gd name="T7" fmla="*/ 74 h 75"/>
                <a:gd name="T8" fmla="*/ 75 w 76"/>
                <a:gd name="T9" fmla="*/ 37 h 75"/>
                <a:gd name="T10" fmla="*/ 39 w 76"/>
                <a:gd name="T11" fmla="*/ 0 h 75"/>
                <a:gd name="T12" fmla="*/ 39 w 76"/>
                <a:gd name="T13" fmla="*/ 53 h 75"/>
                <a:gd name="T14" fmla="*/ 39 w 76"/>
                <a:gd name="T15" fmla="*/ 53 h 75"/>
                <a:gd name="T16" fmla="*/ 22 w 76"/>
                <a:gd name="T17" fmla="*/ 37 h 75"/>
                <a:gd name="T18" fmla="*/ 39 w 76"/>
                <a:gd name="T19" fmla="*/ 21 h 75"/>
                <a:gd name="T20" fmla="*/ 53 w 76"/>
                <a:gd name="T21" fmla="*/ 37 h 75"/>
                <a:gd name="T22" fmla="*/ 39 w 76"/>
                <a:gd name="T23" fmla="*/ 5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5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6"/>
                    <a:pt x="0" y="37"/>
                  </a:cubicBezTo>
                  <a:cubicBezTo>
                    <a:pt x="0" y="58"/>
                    <a:pt x="18" y="74"/>
                    <a:pt x="39" y="74"/>
                  </a:cubicBezTo>
                  <a:cubicBezTo>
                    <a:pt x="59" y="74"/>
                    <a:pt x="75" y="58"/>
                    <a:pt x="75" y="37"/>
                  </a:cubicBezTo>
                  <a:cubicBezTo>
                    <a:pt x="75" y="16"/>
                    <a:pt x="59" y="0"/>
                    <a:pt x="39" y="0"/>
                  </a:cubicBezTo>
                  <a:close/>
                  <a:moveTo>
                    <a:pt x="39" y="53"/>
                  </a:moveTo>
                  <a:lnTo>
                    <a:pt x="39" y="53"/>
                  </a:lnTo>
                  <a:cubicBezTo>
                    <a:pt x="29" y="53"/>
                    <a:pt x="22" y="46"/>
                    <a:pt x="22" y="37"/>
                  </a:cubicBezTo>
                  <a:cubicBezTo>
                    <a:pt x="22" y="29"/>
                    <a:pt x="29" y="21"/>
                    <a:pt x="39" y="21"/>
                  </a:cubicBezTo>
                  <a:cubicBezTo>
                    <a:pt x="47" y="21"/>
                    <a:pt x="53" y="29"/>
                    <a:pt x="53" y="37"/>
                  </a:cubicBezTo>
                  <a:cubicBezTo>
                    <a:pt x="53" y="46"/>
                    <a:pt x="47" y="53"/>
                    <a:pt x="39" y="53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7" name="Freeform 120">
              <a:extLst>
                <a:ext uri="{FF2B5EF4-FFF2-40B4-BE49-F238E27FC236}">
                  <a16:creationId xmlns:a16="http://schemas.microsoft.com/office/drawing/2014/main" xmlns="" id="{936475C6-EBDB-47C8-8ADD-312FB8E3E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078936"/>
              <a:ext cx="216000" cy="36000"/>
            </a:xfrm>
            <a:custGeom>
              <a:avLst/>
              <a:gdLst>
                <a:gd name="T0" fmla="*/ 160 w 171"/>
                <a:gd name="T1" fmla="*/ 0 h 22"/>
                <a:gd name="T2" fmla="*/ 160 w 171"/>
                <a:gd name="T3" fmla="*/ 0 h 22"/>
                <a:gd name="T4" fmla="*/ 11 w 171"/>
                <a:gd name="T5" fmla="*/ 0 h 22"/>
                <a:gd name="T6" fmla="*/ 0 w 171"/>
                <a:gd name="T7" fmla="*/ 10 h 22"/>
                <a:gd name="T8" fmla="*/ 11 w 171"/>
                <a:gd name="T9" fmla="*/ 21 h 22"/>
                <a:gd name="T10" fmla="*/ 160 w 171"/>
                <a:gd name="T11" fmla="*/ 21 h 22"/>
                <a:gd name="T12" fmla="*/ 170 w 171"/>
                <a:gd name="T13" fmla="*/ 10 h 22"/>
                <a:gd name="T14" fmla="*/ 160 w 171"/>
                <a:gd name="T15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2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6"/>
                    <a:pt x="4" y="21"/>
                    <a:pt x="11" y="21"/>
                  </a:cubicBezTo>
                  <a:cubicBezTo>
                    <a:pt x="160" y="21"/>
                    <a:pt x="160" y="21"/>
                    <a:pt x="160" y="21"/>
                  </a:cubicBezTo>
                  <a:cubicBezTo>
                    <a:pt x="166" y="21"/>
                    <a:pt x="170" y="16"/>
                    <a:pt x="170" y="10"/>
                  </a:cubicBezTo>
                  <a:cubicBezTo>
                    <a:pt x="170" y="5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8" name="Freeform 121">
              <a:extLst>
                <a:ext uri="{FF2B5EF4-FFF2-40B4-BE49-F238E27FC236}">
                  <a16:creationId xmlns:a16="http://schemas.microsoft.com/office/drawing/2014/main" xmlns="" id="{169A2FBC-0956-4DC7-ADF8-83D5DC609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217714"/>
              <a:ext cx="81940" cy="92051"/>
            </a:xfrm>
            <a:custGeom>
              <a:avLst/>
              <a:gdLst>
                <a:gd name="T0" fmla="*/ 39 w 76"/>
                <a:gd name="T1" fmla="*/ 0 h 76"/>
                <a:gd name="T2" fmla="*/ 39 w 76"/>
                <a:gd name="T3" fmla="*/ 0 h 76"/>
                <a:gd name="T4" fmla="*/ 0 w 76"/>
                <a:gd name="T5" fmla="*/ 37 h 76"/>
                <a:gd name="T6" fmla="*/ 39 w 76"/>
                <a:gd name="T7" fmla="*/ 75 h 76"/>
                <a:gd name="T8" fmla="*/ 75 w 76"/>
                <a:gd name="T9" fmla="*/ 37 h 76"/>
                <a:gd name="T10" fmla="*/ 39 w 76"/>
                <a:gd name="T11" fmla="*/ 0 h 76"/>
                <a:gd name="T12" fmla="*/ 39 w 76"/>
                <a:gd name="T13" fmla="*/ 54 h 76"/>
                <a:gd name="T14" fmla="*/ 39 w 76"/>
                <a:gd name="T15" fmla="*/ 54 h 76"/>
                <a:gd name="T16" fmla="*/ 22 w 76"/>
                <a:gd name="T17" fmla="*/ 37 h 76"/>
                <a:gd name="T18" fmla="*/ 39 w 76"/>
                <a:gd name="T19" fmla="*/ 21 h 76"/>
                <a:gd name="T20" fmla="*/ 53 w 76"/>
                <a:gd name="T21" fmla="*/ 37 h 76"/>
                <a:gd name="T22" fmla="*/ 39 w 76"/>
                <a:gd name="T23" fmla="*/ 5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6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6"/>
                    <a:pt x="0" y="37"/>
                  </a:cubicBezTo>
                  <a:cubicBezTo>
                    <a:pt x="0" y="58"/>
                    <a:pt x="18" y="75"/>
                    <a:pt x="39" y="75"/>
                  </a:cubicBezTo>
                  <a:cubicBezTo>
                    <a:pt x="59" y="75"/>
                    <a:pt x="75" y="58"/>
                    <a:pt x="75" y="37"/>
                  </a:cubicBezTo>
                  <a:cubicBezTo>
                    <a:pt x="75" y="16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5"/>
                    <a:pt x="22" y="37"/>
                  </a:cubicBezTo>
                  <a:cubicBezTo>
                    <a:pt x="22" y="29"/>
                    <a:pt x="29" y="21"/>
                    <a:pt x="39" y="21"/>
                  </a:cubicBezTo>
                  <a:cubicBezTo>
                    <a:pt x="47" y="21"/>
                    <a:pt x="53" y="29"/>
                    <a:pt x="53" y="37"/>
                  </a:cubicBezTo>
                  <a:cubicBezTo>
                    <a:pt x="53" y="45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9" name="Freeform 122">
              <a:extLst>
                <a:ext uri="{FF2B5EF4-FFF2-40B4-BE49-F238E27FC236}">
                  <a16:creationId xmlns:a16="http://schemas.microsoft.com/office/drawing/2014/main" xmlns="" id="{59EA31B7-D7DB-4DBF-B245-2AE82627F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244993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0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0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5"/>
                    <a:pt x="0" y="10"/>
                  </a:cubicBezTo>
                  <a:cubicBezTo>
                    <a:pt x="0" y="18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8"/>
                    <a:pt x="170" y="10"/>
                  </a:cubicBezTo>
                  <a:cubicBezTo>
                    <a:pt x="170" y="5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0" name="Freeform 123">
              <a:extLst>
                <a:ext uri="{FF2B5EF4-FFF2-40B4-BE49-F238E27FC236}">
                  <a16:creationId xmlns:a16="http://schemas.microsoft.com/office/drawing/2014/main" xmlns="" id="{07115F20-4892-4DCD-A419-4CD8D03F5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86498" y="3832860"/>
              <a:ext cx="526182" cy="785151"/>
            </a:xfrm>
            <a:custGeom>
              <a:avLst/>
              <a:gdLst>
                <a:gd name="T0" fmla="*/ 398 w 426"/>
                <a:gd name="T1" fmla="*/ 640 h 641"/>
                <a:gd name="T2" fmla="*/ 398 w 426"/>
                <a:gd name="T3" fmla="*/ 640 h 641"/>
                <a:gd name="T4" fmla="*/ 425 w 426"/>
                <a:gd name="T5" fmla="*/ 612 h 641"/>
                <a:gd name="T6" fmla="*/ 425 w 426"/>
                <a:gd name="T7" fmla="*/ 544 h 641"/>
                <a:gd name="T8" fmla="*/ 425 w 426"/>
                <a:gd name="T9" fmla="*/ 416 h 641"/>
                <a:gd name="T10" fmla="*/ 425 w 426"/>
                <a:gd name="T11" fmla="*/ 288 h 641"/>
                <a:gd name="T12" fmla="*/ 425 w 426"/>
                <a:gd name="T13" fmla="*/ 139 h 641"/>
                <a:gd name="T14" fmla="*/ 425 w 426"/>
                <a:gd name="T15" fmla="*/ 27 h 641"/>
                <a:gd name="T16" fmla="*/ 398 w 426"/>
                <a:gd name="T17" fmla="*/ 0 h 641"/>
                <a:gd name="T18" fmla="*/ 27 w 426"/>
                <a:gd name="T19" fmla="*/ 0 h 641"/>
                <a:gd name="T20" fmla="*/ 0 w 426"/>
                <a:gd name="T21" fmla="*/ 27 h 641"/>
                <a:gd name="T22" fmla="*/ 0 w 426"/>
                <a:gd name="T23" fmla="*/ 139 h 641"/>
                <a:gd name="T24" fmla="*/ 0 w 426"/>
                <a:gd name="T25" fmla="*/ 288 h 641"/>
                <a:gd name="T26" fmla="*/ 0 w 426"/>
                <a:gd name="T27" fmla="*/ 416 h 641"/>
                <a:gd name="T28" fmla="*/ 0 w 426"/>
                <a:gd name="T29" fmla="*/ 544 h 641"/>
                <a:gd name="T30" fmla="*/ 0 w 426"/>
                <a:gd name="T31" fmla="*/ 612 h 641"/>
                <a:gd name="T32" fmla="*/ 27 w 426"/>
                <a:gd name="T33" fmla="*/ 640 h 641"/>
                <a:gd name="T34" fmla="*/ 398 w 426"/>
                <a:gd name="T35" fmla="*/ 640 h 641"/>
                <a:gd name="T36" fmla="*/ 21 w 426"/>
                <a:gd name="T37" fmla="*/ 27 h 641"/>
                <a:gd name="T38" fmla="*/ 21 w 426"/>
                <a:gd name="T39" fmla="*/ 27 h 641"/>
                <a:gd name="T40" fmla="*/ 27 w 426"/>
                <a:gd name="T41" fmla="*/ 22 h 641"/>
                <a:gd name="T42" fmla="*/ 398 w 426"/>
                <a:gd name="T43" fmla="*/ 22 h 641"/>
                <a:gd name="T44" fmla="*/ 404 w 426"/>
                <a:gd name="T45" fmla="*/ 27 h 641"/>
                <a:gd name="T46" fmla="*/ 404 w 426"/>
                <a:gd name="T47" fmla="*/ 129 h 641"/>
                <a:gd name="T48" fmla="*/ 21 w 426"/>
                <a:gd name="T49" fmla="*/ 129 h 641"/>
                <a:gd name="T50" fmla="*/ 21 w 426"/>
                <a:gd name="T51" fmla="*/ 27 h 641"/>
                <a:gd name="T52" fmla="*/ 21 w 426"/>
                <a:gd name="T53" fmla="*/ 150 h 641"/>
                <a:gd name="T54" fmla="*/ 21 w 426"/>
                <a:gd name="T55" fmla="*/ 150 h 641"/>
                <a:gd name="T56" fmla="*/ 404 w 426"/>
                <a:gd name="T57" fmla="*/ 150 h 641"/>
                <a:gd name="T58" fmla="*/ 404 w 426"/>
                <a:gd name="T59" fmla="*/ 277 h 641"/>
                <a:gd name="T60" fmla="*/ 21 w 426"/>
                <a:gd name="T61" fmla="*/ 277 h 641"/>
                <a:gd name="T62" fmla="*/ 21 w 426"/>
                <a:gd name="T63" fmla="*/ 150 h 641"/>
                <a:gd name="T64" fmla="*/ 21 w 426"/>
                <a:gd name="T65" fmla="*/ 298 h 641"/>
                <a:gd name="T66" fmla="*/ 21 w 426"/>
                <a:gd name="T67" fmla="*/ 298 h 641"/>
                <a:gd name="T68" fmla="*/ 404 w 426"/>
                <a:gd name="T69" fmla="*/ 298 h 641"/>
                <a:gd name="T70" fmla="*/ 404 w 426"/>
                <a:gd name="T71" fmla="*/ 406 h 641"/>
                <a:gd name="T72" fmla="*/ 21 w 426"/>
                <a:gd name="T73" fmla="*/ 406 h 641"/>
                <a:gd name="T74" fmla="*/ 21 w 426"/>
                <a:gd name="T75" fmla="*/ 298 h 641"/>
                <a:gd name="T76" fmla="*/ 21 w 426"/>
                <a:gd name="T77" fmla="*/ 427 h 641"/>
                <a:gd name="T78" fmla="*/ 21 w 426"/>
                <a:gd name="T79" fmla="*/ 427 h 641"/>
                <a:gd name="T80" fmla="*/ 404 w 426"/>
                <a:gd name="T81" fmla="*/ 427 h 641"/>
                <a:gd name="T82" fmla="*/ 404 w 426"/>
                <a:gd name="T83" fmla="*/ 533 h 641"/>
                <a:gd name="T84" fmla="*/ 21 w 426"/>
                <a:gd name="T85" fmla="*/ 533 h 641"/>
                <a:gd name="T86" fmla="*/ 21 w 426"/>
                <a:gd name="T87" fmla="*/ 427 h 641"/>
                <a:gd name="T88" fmla="*/ 21 w 426"/>
                <a:gd name="T89" fmla="*/ 612 h 641"/>
                <a:gd name="T90" fmla="*/ 21 w 426"/>
                <a:gd name="T91" fmla="*/ 612 h 641"/>
                <a:gd name="T92" fmla="*/ 21 w 426"/>
                <a:gd name="T93" fmla="*/ 554 h 641"/>
                <a:gd name="T94" fmla="*/ 404 w 426"/>
                <a:gd name="T95" fmla="*/ 554 h 641"/>
                <a:gd name="T96" fmla="*/ 404 w 426"/>
                <a:gd name="T97" fmla="*/ 612 h 641"/>
                <a:gd name="T98" fmla="*/ 398 w 426"/>
                <a:gd name="T99" fmla="*/ 619 h 641"/>
                <a:gd name="T100" fmla="*/ 27 w 426"/>
                <a:gd name="T101" fmla="*/ 619 h 641"/>
                <a:gd name="T102" fmla="*/ 21 w 426"/>
                <a:gd name="T103" fmla="*/ 612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26" h="641">
                  <a:moveTo>
                    <a:pt x="398" y="640"/>
                  </a:moveTo>
                  <a:lnTo>
                    <a:pt x="398" y="640"/>
                  </a:lnTo>
                  <a:cubicBezTo>
                    <a:pt x="413" y="640"/>
                    <a:pt x="425" y="627"/>
                    <a:pt x="425" y="612"/>
                  </a:cubicBezTo>
                  <a:cubicBezTo>
                    <a:pt x="425" y="544"/>
                    <a:pt x="425" y="544"/>
                    <a:pt x="425" y="544"/>
                  </a:cubicBezTo>
                  <a:cubicBezTo>
                    <a:pt x="425" y="416"/>
                    <a:pt x="425" y="416"/>
                    <a:pt x="425" y="416"/>
                  </a:cubicBezTo>
                  <a:cubicBezTo>
                    <a:pt x="425" y="288"/>
                    <a:pt x="425" y="288"/>
                    <a:pt x="425" y="288"/>
                  </a:cubicBezTo>
                  <a:cubicBezTo>
                    <a:pt x="425" y="139"/>
                    <a:pt x="425" y="139"/>
                    <a:pt x="425" y="139"/>
                  </a:cubicBezTo>
                  <a:cubicBezTo>
                    <a:pt x="425" y="27"/>
                    <a:pt x="425" y="27"/>
                    <a:pt x="425" y="27"/>
                  </a:cubicBezTo>
                  <a:cubicBezTo>
                    <a:pt x="425" y="13"/>
                    <a:pt x="413" y="0"/>
                    <a:pt x="398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12" y="0"/>
                    <a:pt x="0" y="13"/>
                    <a:pt x="0" y="27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288"/>
                    <a:pt x="0" y="288"/>
                    <a:pt x="0" y="288"/>
                  </a:cubicBezTo>
                  <a:cubicBezTo>
                    <a:pt x="0" y="416"/>
                    <a:pt x="0" y="416"/>
                    <a:pt x="0" y="416"/>
                  </a:cubicBezTo>
                  <a:cubicBezTo>
                    <a:pt x="0" y="544"/>
                    <a:pt x="0" y="544"/>
                    <a:pt x="0" y="544"/>
                  </a:cubicBezTo>
                  <a:cubicBezTo>
                    <a:pt x="0" y="612"/>
                    <a:pt x="0" y="612"/>
                    <a:pt x="0" y="612"/>
                  </a:cubicBezTo>
                  <a:cubicBezTo>
                    <a:pt x="0" y="627"/>
                    <a:pt x="12" y="640"/>
                    <a:pt x="27" y="640"/>
                  </a:cubicBezTo>
                  <a:lnTo>
                    <a:pt x="398" y="640"/>
                  </a:lnTo>
                  <a:close/>
                  <a:moveTo>
                    <a:pt x="21" y="27"/>
                  </a:moveTo>
                  <a:lnTo>
                    <a:pt x="21" y="27"/>
                  </a:lnTo>
                  <a:cubicBezTo>
                    <a:pt x="21" y="25"/>
                    <a:pt x="23" y="22"/>
                    <a:pt x="27" y="22"/>
                  </a:cubicBezTo>
                  <a:cubicBezTo>
                    <a:pt x="398" y="22"/>
                    <a:pt x="398" y="22"/>
                    <a:pt x="398" y="22"/>
                  </a:cubicBezTo>
                  <a:cubicBezTo>
                    <a:pt x="401" y="22"/>
                    <a:pt x="404" y="25"/>
                    <a:pt x="404" y="27"/>
                  </a:cubicBezTo>
                  <a:cubicBezTo>
                    <a:pt x="404" y="129"/>
                    <a:pt x="404" y="129"/>
                    <a:pt x="404" y="129"/>
                  </a:cubicBezTo>
                  <a:cubicBezTo>
                    <a:pt x="21" y="129"/>
                    <a:pt x="21" y="129"/>
                    <a:pt x="21" y="129"/>
                  </a:cubicBezTo>
                  <a:lnTo>
                    <a:pt x="21" y="27"/>
                  </a:lnTo>
                  <a:close/>
                  <a:moveTo>
                    <a:pt x="21" y="150"/>
                  </a:moveTo>
                  <a:lnTo>
                    <a:pt x="21" y="150"/>
                  </a:lnTo>
                  <a:cubicBezTo>
                    <a:pt x="404" y="150"/>
                    <a:pt x="404" y="150"/>
                    <a:pt x="404" y="150"/>
                  </a:cubicBezTo>
                  <a:cubicBezTo>
                    <a:pt x="404" y="277"/>
                    <a:pt x="404" y="277"/>
                    <a:pt x="404" y="277"/>
                  </a:cubicBezTo>
                  <a:cubicBezTo>
                    <a:pt x="21" y="277"/>
                    <a:pt x="21" y="277"/>
                    <a:pt x="21" y="277"/>
                  </a:cubicBezTo>
                  <a:lnTo>
                    <a:pt x="21" y="150"/>
                  </a:lnTo>
                  <a:close/>
                  <a:moveTo>
                    <a:pt x="21" y="298"/>
                  </a:moveTo>
                  <a:lnTo>
                    <a:pt x="21" y="298"/>
                  </a:lnTo>
                  <a:cubicBezTo>
                    <a:pt x="404" y="298"/>
                    <a:pt x="404" y="298"/>
                    <a:pt x="404" y="298"/>
                  </a:cubicBezTo>
                  <a:cubicBezTo>
                    <a:pt x="404" y="406"/>
                    <a:pt x="404" y="406"/>
                    <a:pt x="404" y="406"/>
                  </a:cubicBezTo>
                  <a:cubicBezTo>
                    <a:pt x="21" y="406"/>
                    <a:pt x="21" y="406"/>
                    <a:pt x="21" y="406"/>
                  </a:cubicBezTo>
                  <a:lnTo>
                    <a:pt x="21" y="298"/>
                  </a:lnTo>
                  <a:close/>
                  <a:moveTo>
                    <a:pt x="21" y="427"/>
                  </a:moveTo>
                  <a:lnTo>
                    <a:pt x="21" y="427"/>
                  </a:lnTo>
                  <a:cubicBezTo>
                    <a:pt x="404" y="427"/>
                    <a:pt x="404" y="427"/>
                    <a:pt x="404" y="427"/>
                  </a:cubicBezTo>
                  <a:cubicBezTo>
                    <a:pt x="404" y="533"/>
                    <a:pt x="404" y="533"/>
                    <a:pt x="404" y="533"/>
                  </a:cubicBezTo>
                  <a:cubicBezTo>
                    <a:pt x="21" y="533"/>
                    <a:pt x="21" y="533"/>
                    <a:pt x="21" y="533"/>
                  </a:cubicBezTo>
                  <a:lnTo>
                    <a:pt x="21" y="427"/>
                  </a:lnTo>
                  <a:close/>
                  <a:moveTo>
                    <a:pt x="21" y="612"/>
                  </a:moveTo>
                  <a:lnTo>
                    <a:pt x="21" y="612"/>
                  </a:lnTo>
                  <a:cubicBezTo>
                    <a:pt x="21" y="554"/>
                    <a:pt x="21" y="554"/>
                    <a:pt x="21" y="554"/>
                  </a:cubicBezTo>
                  <a:cubicBezTo>
                    <a:pt x="404" y="554"/>
                    <a:pt x="404" y="554"/>
                    <a:pt x="404" y="554"/>
                  </a:cubicBezTo>
                  <a:cubicBezTo>
                    <a:pt x="404" y="612"/>
                    <a:pt x="404" y="612"/>
                    <a:pt x="404" y="612"/>
                  </a:cubicBezTo>
                  <a:cubicBezTo>
                    <a:pt x="404" y="616"/>
                    <a:pt x="401" y="619"/>
                    <a:pt x="398" y="619"/>
                  </a:cubicBezTo>
                  <a:cubicBezTo>
                    <a:pt x="27" y="619"/>
                    <a:pt x="27" y="619"/>
                    <a:pt x="27" y="619"/>
                  </a:cubicBezTo>
                  <a:cubicBezTo>
                    <a:pt x="23" y="619"/>
                    <a:pt x="21" y="616"/>
                    <a:pt x="21" y="612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1" name="Freeform 124">
              <a:extLst>
                <a:ext uri="{FF2B5EF4-FFF2-40B4-BE49-F238E27FC236}">
                  <a16:creationId xmlns:a16="http://schemas.microsoft.com/office/drawing/2014/main" xmlns="" id="{9EA60E95-59DD-4A01-B0FA-42513BEAF8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9787" y="4381963"/>
              <a:ext cx="81940" cy="92054"/>
            </a:xfrm>
            <a:custGeom>
              <a:avLst/>
              <a:gdLst>
                <a:gd name="T0" fmla="*/ 39 w 76"/>
                <a:gd name="T1" fmla="*/ 0 h 75"/>
                <a:gd name="T2" fmla="*/ 39 w 76"/>
                <a:gd name="T3" fmla="*/ 0 h 75"/>
                <a:gd name="T4" fmla="*/ 0 w 76"/>
                <a:gd name="T5" fmla="*/ 37 h 75"/>
                <a:gd name="T6" fmla="*/ 39 w 76"/>
                <a:gd name="T7" fmla="*/ 74 h 75"/>
                <a:gd name="T8" fmla="*/ 75 w 76"/>
                <a:gd name="T9" fmla="*/ 37 h 75"/>
                <a:gd name="T10" fmla="*/ 39 w 76"/>
                <a:gd name="T11" fmla="*/ 0 h 75"/>
                <a:gd name="T12" fmla="*/ 39 w 76"/>
                <a:gd name="T13" fmla="*/ 54 h 75"/>
                <a:gd name="T14" fmla="*/ 39 w 76"/>
                <a:gd name="T15" fmla="*/ 54 h 75"/>
                <a:gd name="T16" fmla="*/ 22 w 76"/>
                <a:gd name="T17" fmla="*/ 37 h 75"/>
                <a:gd name="T18" fmla="*/ 39 w 76"/>
                <a:gd name="T19" fmla="*/ 21 h 75"/>
                <a:gd name="T20" fmla="*/ 53 w 76"/>
                <a:gd name="T21" fmla="*/ 37 h 75"/>
                <a:gd name="T22" fmla="*/ 39 w 76"/>
                <a:gd name="T23" fmla="*/ 54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6" h="75">
                  <a:moveTo>
                    <a:pt x="39" y="0"/>
                  </a:moveTo>
                  <a:lnTo>
                    <a:pt x="39" y="0"/>
                  </a:lnTo>
                  <a:cubicBezTo>
                    <a:pt x="18" y="0"/>
                    <a:pt x="0" y="17"/>
                    <a:pt x="0" y="37"/>
                  </a:cubicBezTo>
                  <a:cubicBezTo>
                    <a:pt x="0" y="58"/>
                    <a:pt x="18" y="74"/>
                    <a:pt x="39" y="74"/>
                  </a:cubicBezTo>
                  <a:cubicBezTo>
                    <a:pt x="59" y="74"/>
                    <a:pt x="75" y="58"/>
                    <a:pt x="75" y="37"/>
                  </a:cubicBezTo>
                  <a:cubicBezTo>
                    <a:pt x="75" y="17"/>
                    <a:pt x="59" y="0"/>
                    <a:pt x="39" y="0"/>
                  </a:cubicBezTo>
                  <a:close/>
                  <a:moveTo>
                    <a:pt x="39" y="54"/>
                  </a:moveTo>
                  <a:lnTo>
                    <a:pt x="39" y="54"/>
                  </a:lnTo>
                  <a:cubicBezTo>
                    <a:pt x="29" y="54"/>
                    <a:pt x="22" y="46"/>
                    <a:pt x="22" y="37"/>
                  </a:cubicBezTo>
                  <a:cubicBezTo>
                    <a:pt x="22" y="28"/>
                    <a:pt x="29" y="21"/>
                    <a:pt x="39" y="21"/>
                  </a:cubicBezTo>
                  <a:cubicBezTo>
                    <a:pt x="47" y="21"/>
                    <a:pt x="53" y="28"/>
                    <a:pt x="53" y="37"/>
                  </a:cubicBezTo>
                  <a:cubicBezTo>
                    <a:pt x="53" y="46"/>
                    <a:pt x="47" y="54"/>
                    <a:pt x="39" y="54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42" name="Freeform 125">
              <a:extLst>
                <a:ext uri="{FF2B5EF4-FFF2-40B4-BE49-F238E27FC236}">
                  <a16:creationId xmlns:a16="http://schemas.microsoft.com/office/drawing/2014/main" xmlns="" id="{277C2BFE-7B2E-4B06-836A-8103FB6414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0812" y="4411046"/>
              <a:ext cx="216000" cy="36000"/>
            </a:xfrm>
            <a:custGeom>
              <a:avLst/>
              <a:gdLst>
                <a:gd name="T0" fmla="*/ 160 w 171"/>
                <a:gd name="T1" fmla="*/ 0 h 23"/>
                <a:gd name="T2" fmla="*/ 160 w 171"/>
                <a:gd name="T3" fmla="*/ 0 h 23"/>
                <a:gd name="T4" fmla="*/ 11 w 171"/>
                <a:gd name="T5" fmla="*/ 0 h 23"/>
                <a:gd name="T6" fmla="*/ 0 w 171"/>
                <a:gd name="T7" fmla="*/ 11 h 23"/>
                <a:gd name="T8" fmla="*/ 11 w 171"/>
                <a:gd name="T9" fmla="*/ 22 h 23"/>
                <a:gd name="T10" fmla="*/ 160 w 171"/>
                <a:gd name="T11" fmla="*/ 22 h 23"/>
                <a:gd name="T12" fmla="*/ 170 w 171"/>
                <a:gd name="T13" fmla="*/ 11 h 23"/>
                <a:gd name="T14" fmla="*/ 160 w 171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1" h="23">
                  <a:moveTo>
                    <a:pt x="160" y="0"/>
                  </a:moveTo>
                  <a:lnTo>
                    <a:pt x="160" y="0"/>
                  </a:lnTo>
                  <a:cubicBezTo>
                    <a:pt x="11" y="0"/>
                    <a:pt x="11" y="0"/>
                    <a:pt x="11" y="0"/>
                  </a:cubicBezTo>
                  <a:cubicBezTo>
                    <a:pt x="4" y="0"/>
                    <a:pt x="0" y="6"/>
                    <a:pt x="0" y="11"/>
                  </a:cubicBezTo>
                  <a:cubicBezTo>
                    <a:pt x="0" y="17"/>
                    <a:pt x="4" y="22"/>
                    <a:pt x="11" y="22"/>
                  </a:cubicBezTo>
                  <a:cubicBezTo>
                    <a:pt x="160" y="22"/>
                    <a:pt x="160" y="22"/>
                    <a:pt x="160" y="22"/>
                  </a:cubicBezTo>
                  <a:cubicBezTo>
                    <a:pt x="166" y="22"/>
                    <a:pt x="170" y="17"/>
                    <a:pt x="170" y="11"/>
                  </a:cubicBezTo>
                  <a:cubicBezTo>
                    <a:pt x="170" y="6"/>
                    <a:pt x="166" y="0"/>
                    <a:pt x="160" y="0"/>
                  </a:cubicBezTo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7635025" y="3649683"/>
            <a:ext cx="368625" cy="545911"/>
            <a:chOff x="7539389" y="3807187"/>
            <a:chExt cx="416888" cy="451880"/>
          </a:xfrm>
        </p:grpSpPr>
        <p:sp>
          <p:nvSpPr>
            <p:cNvPr id="32" name="Freeform 111">
              <a:extLst>
                <a:ext uri="{FF2B5EF4-FFF2-40B4-BE49-F238E27FC236}">
                  <a16:creationId xmlns:a16="http://schemas.microsoft.com/office/drawing/2014/main" xmlns="" id="{BC11850A-92B9-404F-BF5E-D6215717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49742" y="3926802"/>
              <a:ext cx="193118" cy="209326"/>
            </a:xfrm>
            <a:custGeom>
              <a:avLst/>
              <a:gdLst>
                <a:gd name="T0" fmla="*/ 268 w 279"/>
                <a:gd name="T1" fmla="*/ 0 h 278"/>
                <a:gd name="T2" fmla="*/ 268 w 279"/>
                <a:gd name="T3" fmla="*/ 0 h 278"/>
                <a:gd name="T4" fmla="*/ 12 w 279"/>
                <a:gd name="T5" fmla="*/ 0 h 278"/>
                <a:gd name="T6" fmla="*/ 0 w 279"/>
                <a:gd name="T7" fmla="*/ 11 h 278"/>
                <a:gd name="T8" fmla="*/ 0 w 279"/>
                <a:gd name="T9" fmla="*/ 266 h 278"/>
                <a:gd name="T10" fmla="*/ 12 w 279"/>
                <a:gd name="T11" fmla="*/ 277 h 278"/>
                <a:gd name="T12" fmla="*/ 268 w 279"/>
                <a:gd name="T13" fmla="*/ 277 h 278"/>
                <a:gd name="T14" fmla="*/ 278 w 279"/>
                <a:gd name="T15" fmla="*/ 266 h 278"/>
                <a:gd name="T16" fmla="*/ 278 w 279"/>
                <a:gd name="T17" fmla="*/ 11 h 278"/>
                <a:gd name="T18" fmla="*/ 268 w 279"/>
                <a:gd name="T19" fmla="*/ 0 h 278"/>
                <a:gd name="T20" fmla="*/ 256 w 279"/>
                <a:gd name="T21" fmla="*/ 255 h 278"/>
                <a:gd name="T22" fmla="*/ 256 w 279"/>
                <a:gd name="T23" fmla="*/ 255 h 278"/>
                <a:gd name="T24" fmla="*/ 22 w 279"/>
                <a:gd name="T25" fmla="*/ 255 h 278"/>
                <a:gd name="T26" fmla="*/ 22 w 279"/>
                <a:gd name="T27" fmla="*/ 21 h 278"/>
                <a:gd name="T28" fmla="*/ 256 w 279"/>
                <a:gd name="T29" fmla="*/ 21 h 278"/>
                <a:gd name="T30" fmla="*/ 256 w 279"/>
                <a:gd name="T31" fmla="*/ 255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79" h="278">
                  <a:moveTo>
                    <a:pt x="268" y="0"/>
                  </a:moveTo>
                  <a:lnTo>
                    <a:pt x="268" y="0"/>
                  </a:ln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4"/>
                    <a:pt x="0" y="11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73"/>
                    <a:pt x="5" y="277"/>
                    <a:pt x="12" y="277"/>
                  </a:cubicBezTo>
                  <a:cubicBezTo>
                    <a:pt x="268" y="277"/>
                    <a:pt x="268" y="277"/>
                    <a:pt x="268" y="277"/>
                  </a:cubicBezTo>
                  <a:cubicBezTo>
                    <a:pt x="273" y="277"/>
                    <a:pt x="278" y="273"/>
                    <a:pt x="278" y="266"/>
                  </a:cubicBezTo>
                  <a:cubicBezTo>
                    <a:pt x="278" y="11"/>
                    <a:pt x="278" y="11"/>
                    <a:pt x="278" y="11"/>
                  </a:cubicBezTo>
                  <a:cubicBezTo>
                    <a:pt x="278" y="4"/>
                    <a:pt x="273" y="0"/>
                    <a:pt x="268" y="0"/>
                  </a:cubicBezTo>
                  <a:close/>
                  <a:moveTo>
                    <a:pt x="256" y="255"/>
                  </a:moveTo>
                  <a:lnTo>
                    <a:pt x="256" y="255"/>
                  </a:lnTo>
                  <a:cubicBezTo>
                    <a:pt x="22" y="255"/>
                    <a:pt x="22" y="255"/>
                    <a:pt x="22" y="255"/>
                  </a:cubicBezTo>
                  <a:cubicBezTo>
                    <a:pt x="22" y="21"/>
                    <a:pt x="22" y="21"/>
                    <a:pt x="22" y="21"/>
                  </a:cubicBezTo>
                  <a:cubicBezTo>
                    <a:pt x="256" y="21"/>
                    <a:pt x="256" y="21"/>
                    <a:pt x="256" y="21"/>
                  </a:cubicBezTo>
                  <a:lnTo>
                    <a:pt x="256" y="255"/>
                  </a:ln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  <p:sp>
          <p:nvSpPr>
            <p:cNvPr id="33" name="Freeform 112">
              <a:extLst>
                <a:ext uri="{FF2B5EF4-FFF2-40B4-BE49-F238E27FC236}">
                  <a16:creationId xmlns:a16="http://schemas.microsoft.com/office/drawing/2014/main" xmlns="" id="{9BB65042-15E8-4757-A437-CB30B736B6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39389" y="3807187"/>
              <a:ext cx="416888" cy="451880"/>
            </a:xfrm>
            <a:custGeom>
              <a:avLst/>
              <a:gdLst>
                <a:gd name="T0" fmla="*/ 11 w 598"/>
                <a:gd name="T1" fmla="*/ 501 h 598"/>
                <a:gd name="T2" fmla="*/ 96 w 598"/>
                <a:gd name="T3" fmla="*/ 522 h 598"/>
                <a:gd name="T4" fmla="*/ 117 w 598"/>
                <a:gd name="T5" fmla="*/ 522 h 598"/>
                <a:gd name="T6" fmla="*/ 160 w 598"/>
                <a:gd name="T7" fmla="*/ 586 h 598"/>
                <a:gd name="T8" fmla="*/ 192 w 598"/>
                <a:gd name="T9" fmla="*/ 597 h 598"/>
                <a:gd name="T10" fmla="*/ 225 w 598"/>
                <a:gd name="T11" fmla="*/ 586 h 598"/>
                <a:gd name="T12" fmla="*/ 267 w 598"/>
                <a:gd name="T13" fmla="*/ 522 h 598"/>
                <a:gd name="T14" fmla="*/ 289 w 598"/>
                <a:gd name="T15" fmla="*/ 522 h 598"/>
                <a:gd name="T16" fmla="*/ 331 w 598"/>
                <a:gd name="T17" fmla="*/ 586 h 598"/>
                <a:gd name="T18" fmla="*/ 363 w 598"/>
                <a:gd name="T19" fmla="*/ 597 h 598"/>
                <a:gd name="T20" fmla="*/ 395 w 598"/>
                <a:gd name="T21" fmla="*/ 586 h 598"/>
                <a:gd name="T22" fmla="*/ 438 w 598"/>
                <a:gd name="T23" fmla="*/ 522 h 598"/>
                <a:gd name="T24" fmla="*/ 459 w 598"/>
                <a:gd name="T25" fmla="*/ 522 h 598"/>
                <a:gd name="T26" fmla="*/ 501 w 598"/>
                <a:gd name="T27" fmla="*/ 586 h 598"/>
                <a:gd name="T28" fmla="*/ 523 w 598"/>
                <a:gd name="T29" fmla="*/ 501 h 598"/>
                <a:gd name="T30" fmla="*/ 523 w 598"/>
                <a:gd name="T31" fmla="*/ 479 h 598"/>
                <a:gd name="T32" fmla="*/ 586 w 598"/>
                <a:gd name="T33" fmla="*/ 437 h 598"/>
                <a:gd name="T34" fmla="*/ 597 w 598"/>
                <a:gd name="T35" fmla="*/ 405 h 598"/>
                <a:gd name="T36" fmla="*/ 586 w 598"/>
                <a:gd name="T37" fmla="*/ 372 h 598"/>
                <a:gd name="T38" fmla="*/ 523 w 598"/>
                <a:gd name="T39" fmla="*/ 329 h 598"/>
                <a:gd name="T40" fmla="*/ 523 w 598"/>
                <a:gd name="T41" fmla="*/ 308 h 598"/>
                <a:gd name="T42" fmla="*/ 586 w 598"/>
                <a:gd name="T43" fmla="*/ 266 h 598"/>
                <a:gd name="T44" fmla="*/ 597 w 598"/>
                <a:gd name="T45" fmla="*/ 234 h 598"/>
                <a:gd name="T46" fmla="*/ 586 w 598"/>
                <a:gd name="T47" fmla="*/ 202 h 598"/>
                <a:gd name="T48" fmla="*/ 523 w 598"/>
                <a:gd name="T49" fmla="*/ 160 h 598"/>
                <a:gd name="T50" fmla="*/ 523 w 598"/>
                <a:gd name="T51" fmla="*/ 139 h 598"/>
                <a:gd name="T52" fmla="*/ 586 w 598"/>
                <a:gd name="T53" fmla="*/ 96 h 598"/>
                <a:gd name="T54" fmla="*/ 501 w 598"/>
                <a:gd name="T55" fmla="*/ 74 h 598"/>
                <a:gd name="T56" fmla="*/ 480 w 598"/>
                <a:gd name="T57" fmla="*/ 74 h 598"/>
                <a:gd name="T58" fmla="*/ 438 w 598"/>
                <a:gd name="T59" fmla="*/ 11 h 598"/>
                <a:gd name="T60" fmla="*/ 406 w 598"/>
                <a:gd name="T61" fmla="*/ 0 h 598"/>
                <a:gd name="T62" fmla="*/ 374 w 598"/>
                <a:gd name="T63" fmla="*/ 11 h 598"/>
                <a:gd name="T64" fmla="*/ 331 w 598"/>
                <a:gd name="T65" fmla="*/ 74 h 598"/>
                <a:gd name="T66" fmla="*/ 309 w 598"/>
                <a:gd name="T67" fmla="*/ 74 h 598"/>
                <a:gd name="T68" fmla="*/ 267 w 598"/>
                <a:gd name="T69" fmla="*/ 11 h 598"/>
                <a:gd name="T70" fmla="*/ 235 w 598"/>
                <a:gd name="T71" fmla="*/ 0 h 598"/>
                <a:gd name="T72" fmla="*/ 203 w 598"/>
                <a:gd name="T73" fmla="*/ 11 h 598"/>
                <a:gd name="T74" fmla="*/ 160 w 598"/>
                <a:gd name="T75" fmla="*/ 74 h 598"/>
                <a:gd name="T76" fmla="*/ 139 w 598"/>
                <a:gd name="T77" fmla="*/ 74 h 598"/>
                <a:gd name="T78" fmla="*/ 96 w 598"/>
                <a:gd name="T79" fmla="*/ 11 h 598"/>
                <a:gd name="T80" fmla="*/ 75 w 598"/>
                <a:gd name="T81" fmla="*/ 96 h 598"/>
                <a:gd name="T82" fmla="*/ 75 w 598"/>
                <a:gd name="T83" fmla="*/ 117 h 598"/>
                <a:gd name="T84" fmla="*/ 11 w 598"/>
                <a:gd name="T85" fmla="*/ 160 h 598"/>
                <a:gd name="T86" fmla="*/ 0 w 598"/>
                <a:gd name="T87" fmla="*/ 192 h 598"/>
                <a:gd name="T88" fmla="*/ 11 w 598"/>
                <a:gd name="T89" fmla="*/ 223 h 598"/>
                <a:gd name="T90" fmla="*/ 75 w 598"/>
                <a:gd name="T91" fmla="*/ 266 h 598"/>
                <a:gd name="T92" fmla="*/ 75 w 598"/>
                <a:gd name="T93" fmla="*/ 288 h 598"/>
                <a:gd name="T94" fmla="*/ 11 w 598"/>
                <a:gd name="T95" fmla="*/ 329 h 598"/>
                <a:gd name="T96" fmla="*/ 0 w 598"/>
                <a:gd name="T97" fmla="*/ 362 h 598"/>
                <a:gd name="T98" fmla="*/ 11 w 598"/>
                <a:gd name="T99" fmla="*/ 394 h 598"/>
                <a:gd name="T100" fmla="*/ 75 w 598"/>
                <a:gd name="T101" fmla="*/ 437 h 598"/>
                <a:gd name="T102" fmla="*/ 75 w 598"/>
                <a:gd name="T103" fmla="*/ 458 h 598"/>
                <a:gd name="T104" fmla="*/ 96 w 598"/>
                <a:gd name="T105" fmla="*/ 96 h 598"/>
                <a:gd name="T106" fmla="*/ 96 w 598"/>
                <a:gd name="T107" fmla="*/ 96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598" h="598">
                  <a:moveTo>
                    <a:pt x="11" y="479"/>
                  </a:moveTo>
                  <a:lnTo>
                    <a:pt x="11" y="479"/>
                  </a:lnTo>
                  <a:cubicBezTo>
                    <a:pt x="5" y="479"/>
                    <a:pt x="0" y="484"/>
                    <a:pt x="0" y="490"/>
                  </a:cubicBezTo>
                  <a:cubicBezTo>
                    <a:pt x="0" y="496"/>
                    <a:pt x="5" y="501"/>
                    <a:pt x="11" y="501"/>
                  </a:cubicBezTo>
                  <a:cubicBezTo>
                    <a:pt x="75" y="501"/>
                    <a:pt x="75" y="501"/>
                    <a:pt x="75" y="501"/>
                  </a:cubicBezTo>
                  <a:cubicBezTo>
                    <a:pt x="75" y="511"/>
                    <a:pt x="75" y="511"/>
                    <a:pt x="75" y="511"/>
                  </a:cubicBezTo>
                  <a:cubicBezTo>
                    <a:pt x="75" y="517"/>
                    <a:pt x="81" y="522"/>
                    <a:pt x="86" y="522"/>
                  </a:cubicBezTo>
                  <a:cubicBezTo>
                    <a:pt x="96" y="522"/>
                    <a:pt x="96" y="522"/>
                    <a:pt x="96" y="522"/>
                  </a:cubicBezTo>
                  <a:cubicBezTo>
                    <a:pt x="96" y="586"/>
                    <a:pt x="96" y="586"/>
                    <a:pt x="96" y="586"/>
                  </a:cubicBezTo>
                  <a:cubicBezTo>
                    <a:pt x="96" y="592"/>
                    <a:pt x="101" y="597"/>
                    <a:pt x="107" y="597"/>
                  </a:cubicBezTo>
                  <a:cubicBezTo>
                    <a:pt x="113" y="597"/>
                    <a:pt x="117" y="592"/>
                    <a:pt x="117" y="586"/>
                  </a:cubicBezTo>
                  <a:cubicBezTo>
                    <a:pt x="117" y="522"/>
                    <a:pt x="117" y="522"/>
                    <a:pt x="117" y="522"/>
                  </a:cubicBezTo>
                  <a:cubicBezTo>
                    <a:pt x="139" y="522"/>
                    <a:pt x="139" y="522"/>
                    <a:pt x="139" y="522"/>
                  </a:cubicBezTo>
                  <a:cubicBezTo>
                    <a:pt x="139" y="586"/>
                    <a:pt x="139" y="586"/>
                    <a:pt x="139" y="586"/>
                  </a:cubicBezTo>
                  <a:cubicBezTo>
                    <a:pt x="139" y="592"/>
                    <a:pt x="144" y="597"/>
                    <a:pt x="150" y="597"/>
                  </a:cubicBezTo>
                  <a:cubicBezTo>
                    <a:pt x="155" y="597"/>
                    <a:pt x="160" y="592"/>
                    <a:pt x="160" y="586"/>
                  </a:cubicBezTo>
                  <a:cubicBezTo>
                    <a:pt x="160" y="522"/>
                    <a:pt x="160" y="522"/>
                    <a:pt x="160" y="522"/>
                  </a:cubicBezTo>
                  <a:cubicBezTo>
                    <a:pt x="182" y="522"/>
                    <a:pt x="182" y="522"/>
                    <a:pt x="182" y="522"/>
                  </a:cubicBezTo>
                  <a:cubicBezTo>
                    <a:pt x="182" y="586"/>
                    <a:pt x="182" y="586"/>
                    <a:pt x="182" y="586"/>
                  </a:cubicBezTo>
                  <a:cubicBezTo>
                    <a:pt x="182" y="592"/>
                    <a:pt x="187" y="597"/>
                    <a:pt x="192" y="597"/>
                  </a:cubicBezTo>
                  <a:cubicBezTo>
                    <a:pt x="198" y="597"/>
                    <a:pt x="203" y="592"/>
                    <a:pt x="203" y="586"/>
                  </a:cubicBezTo>
                  <a:cubicBezTo>
                    <a:pt x="203" y="522"/>
                    <a:pt x="203" y="522"/>
                    <a:pt x="203" y="522"/>
                  </a:cubicBezTo>
                  <a:cubicBezTo>
                    <a:pt x="225" y="522"/>
                    <a:pt x="225" y="522"/>
                    <a:pt x="225" y="522"/>
                  </a:cubicBezTo>
                  <a:cubicBezTo>
                    <a:pt x="225" y="586"/>
                    <a:pt x="225" y="586"/>
                    <a:pt x="225" y="586"/>
                  </a:cubicBezTo>
                  <a:cubicBezTo>
                    <a:pt x="225" y="592"/>
                    <a:pt x="229" y="597"/>
                    <a:pt x="235" y="597"/>
                  </a:cubicBezTo>
                  <a:cubicBezTo>
                    <a:pt x="241" y="597"/>
                    <a:pt x="246" y="592"/>
                    <a:pt x="246" y="586"/>
                  </a:cubicBezTo>
                  <a:cubicBezTo>
                    <a:pt x="246" y="522"/>
                    <a:pt x="246" y="522"/>
                    <a:pt x="246" y="522"/>
                  </a:cubicBezTo>
                  <a:cubicBezTo>
                    <a:pt x="267" y="522"/>
                    <a:pt x="267" y="522"/>
                    <a:pt x="267" y="522"/>
                  </a:cubicBezTo>
                  <a:cubicBezTo>
                    <a:pt x="267" y="586"/>
                    <a:pt x="267" y="586"/>
                    <a:pt x="267" y="586"/>
                  </a:cubicBezTo>
                  <a:cubicBezTo>
                    <a:pt x="267" y="592"/>
                    <a:pt x="271" y="597"/>
                    <a:pt x="278" y="597"/>
                  </a:cubicBezTo>
                  <a:cubicBezTo>
                    <a:pt x="283" y="597"/>
                    <a:pt x="289" y="592"/>
                    <a:pt x="289" y="586"/>
                  </a:cubicBezTo>
                  <a:cubicBezTo>
                    <a:pt x="289" y="522"/>
                    <a:pt x="289" y="522"/>
                    <a:pt x="289" y="522"/>
                  </a:cubicBezTo>
                  <a:cubicBezTo>
                    <a:pt x="309" y="522"/>
                    <a:pt x="309" y="522"/>
                    <a:pt x="309" y="522"/>
                  </a:cubicBezTo>
                  <a:cubicBezTo>
                    <a:pt x="309" y="586"/>
                    <a:pt x="309" y="586"/>
                    <a:pt x="309" y="586"/>
                  </a:cubicBezTo>
                  <a:cubicBezTo>
                    <a:pt x="309" y="592"/>
                    <a:pt x="314" y="597"/>
                    <a:pt x="320" y="597"/>
                  </a:cubicBezTo>
                  <a:cubicBezTo>
                    <a:pt x="326" y="597"/>
                    <a:pt x="331" y="592"/>
                    <a:pt x="331" y="586"/>
                  </a:cubicBezTo>
                  <a:cubicBezTo>
                    <a:pt x="331" y="522"/>
                    <a:pt x="331" y="522"/>
                    <a:pt x="331" y="522"/>
                  </a:cubicBezTo>
                  <a:cubicBezTo>
                    <a:pt x="352" y="522"/>
                    <a:pt x="352" y="522"/>
                    <a:pt x="352" y="522"/>
                  </a:cubicBezTo>
                  <a:cubicBezTo>
                    <a:pt x="352" y="586"/>
                    <a:pt x="352" y="586"/>
                    <a:pt x="352" y="586"/>
                  </a:cubicBezTo>
                  <a:cubicBezTo>
                    <a:pt x="352" y="592"/>
                    <a:pt x="357" y="597"/>
                    <a:pt x="363" y="597"/>
                  </a:cubicBezTo>
                  <a:cubicBezTo>
                    <a:pt x="369" y="597"/>
                    <a:pt x="374" y="592"/>
                    <a:pt x="374" y="586"/>
                  </a:cubicBezTo>
                  <a:cubicBezTo>
                    <a:pt x="374" y="522"/>
                    <a:pt x="374" y="522"/>
                    <a:pt x="374" y="522"/>
                  </a:cubicBezTo>
                  <a:cubicBezTo>
                    <a:pt x="395" y="522"/>
                    <a:pt x="395" y="522"/>
                    <a:pt x="395" y="522"/>
                  </a:cubicBezTo>
                  <a:cubicBezTo>
                    <a:pt x="395" y="586"/>
                    <a:pt x="395" y="586"/>
                    <a:pt x="395" y="586"/>
                  </a:cubicBezTo>
                  <a:cubicBezTo>
                    <a:pt x="395" y="592"/>
                    <a:pt x="399" y="597"/>
                    <a:pt x="406" y="597"/>
                  </a:cubicBezTo>
                  <a:cubicBezTo>
                    <a:pt x="411" y="597"/>
                    <a:pt x="416" y="592"/>
                    <a:pt x="416" y="586"/>
                  </a:cubicBezTo>
                  <a:cubicBezTo>
                    <a:pt x="416" y="522"/>
                    <a:pt x="416" y="522"/>
                    <a:pt x="416" y="522"/>
                  </a:cubicBezTo>
                  <a:cubicBezTo>
                    <a:pt x="438" y="522"/>
                    <a:pt x="438" y="522"/>
                    <a:pt x="438" y="522"/>
                  </a:cubicBezTo>
                  <a:cubicBezTo>
                    <a:pt x="438" y="586"/>
                    <a:pt x="438" y="586"/>
                    <a:pt x="438" y="586"/>
                  </a:cubicBezTo>
                  <a:cubicBezTo>
                    <a:pt x="438" y="592"/>
                    <a:pt x="442" y="597"/>
                    <a:pt x="448" y="597"/>
                  </a:cubicBezTo>
                  <a:cubicBezTo>
                    <a:pt x="454" y="597"/>
                    <a:pt x="459" y="592"/>
                    <a:pt x="459" y="586"/>
                  </a:cubicBezTo>
                  <a:cubicBezTo>
                    <a:pt x="459" y="522"/>
                    <a:pt x="459" y="522"/>
                    <a:pt x="459" y="522"/>
                  </a:cubicBezTo>
                  <a:cubicBezTo>
                    <a:pt x="480" y="522"/>
                    <a:pt x="480" y="522"/>
                    <a:pt x="480" y="522"/>
                  </a:cubicBezTo>
                  <a:cubicBezTo>
                    <a:pt x="480" y="586"/>
                    <a:pt x="480" y="586"/>
                    <a:pt x="480" y="586"/>
                  </a:cubicBezTo>
                  <a:cubicBezTo>
                    <a:pt x="480" y="592"/>
                    <a:pt x="485" y="597"/>
                    <a:pt x="491" y="597"/>
                  </a:cubicBezTo>
                  <a:cubicBezTo>
                    <a:pt x="497" y="597"/>
                    <a:pt x="501" y="592"/>
                    <a:pt x="501" y="586"/>
                  </a:cubicBezTo>
                  <a:cubicBezTo>
                    <a:pt x="501" y="522"/>
                    <a:pt x="501" y="522"/>
                    <a:pt x="501" y="522"/>
                  </a:cubicBezTo>
                  <a:cubicBezTo>
                    <a:pt x="512" y="522"/>
                    <a:pt x="512" y="522"/>
                    <a:pt x="512" y="522"/>
                  </a:cubicBezTo>
                  <a:cubicBezTo>
                    <a:pt x="519" y="522"/>
                    <a:pt x="523" y="517"/>
                    <a:pt x="523" y="511"/>
                  </a:cubicBezTo>
                  <a:cubicBezTo>
                    <a:pt x="523" y="501"/>
                    <a:pt x="523" y="501"/>
                    <a:pt x="523" y="501"/>
                  </a:cubicBezTo>
                  <a:cubicBezTo>
                    <a:pt x="586" y="501"/>
                    <a:pt x="586" y="501"/>
                    <a:pt x="586" y="501"/>
                  </a:cubicBezTo>
                  <a:cubicBezTo>
                    <a:pt x="593" y="501"/>
                    <a:pt x="597" y="496"/>
                    <a:pt x="597" y="490"/>
                  </a:cubicBezTo>
                  <a:cubicBezTo>
                    <a:pt x="597" y="484"/>
                    <a:pt x="593" y="479"/>
                    <a:pt x="586" y="479"/>
                  </a:cubicBezTo>
                  <a:cubicBezTo>
                    <a:pt x="523" y="479"/>
                    <a:pt x="523" y="479"/>
                    <a:pt x="523" y="479"/>
                  </a:cubicBezTo>
                  <a:cubicBezTo>
                    <a:pt x="523" y="458"/>
                    <a:pt x="523" y="458"/>
                    <a:pt x="523" y="458"/>
                  </a:cubicBezTo>
                  <a:cubicBezTo>
                    <a:pt x="586" y="458"/>
                    <a:pt x="586" y="458"/>
                    <a:pt x="586" y="458"/>
                  </a:cubicBezTo>
                  <a:cubicBezTo>
                    <a:pt x="593" y="458"/>
                    <a:pt x="597" y="454"/>
                    <a:pt x="597" y="448"/>
                  </a:cubicBezTo>
                  <a:cubicBezTo>
                    <a:pt x="597" y="442"/>
                    <a:pt x="593" y="437"/>
                    <a:pt x="586" y="437"/>
                  </a:cubicBezTo>
                  <a:cubicBezTo>
                    <a:pt x="523" y="437"/>
                    <a:pt x="523" y="437"/>
                    <a:pt x="523" y="437"/>
                  </a:cubicBezTo>
                  <a:cubicBezTo>
                    <a:pt x="523" y="415"/>
                    <a:pt x="523" y="415"/>
                    <a:pt x="523" y="415"/>
                  </a:cubicBezTo>
                  <a:cubicBezTo>
                    <a:pt x="586" y="415"/>
                    <a:pt x="586" y="415"/>
                    <a:pt x="586" y="415"/>
                  </a:cubicBezTo>
                  <a:cubicBezTo>
                    <a:pt x="593" y="415"/>
                    <a:pt x="597" y="411"/>
                    <a:pt x="597" y="405"/>
                  </a:cubicBezTo>
                  <a:cubicBezTo>
                    <a:pt x="597" y="399"/>
                    <a:pt x="593" y="394"/>
                    <a:pt x="586" y="394"/>
                  </a:cubicBezTo>
                  <a:cubicBezTo>
                    <a:pt x="523" y="394"/>
                    <a:pt x="523" y="394"/>
                    <a:pt x="523" y="394"/>
                  </a:cubicBezTo>
                  <a:cubicBezTo>
                    <a:pt x="523" y="372"/>
                    <a:pt x="523" y="372"/>
                    <a:pt x="523" y="372"/>
                  </a:cubicBezTo>
                  <a:cubicBezTo>
                    <a:pt x="586" y="372"/>
                    <a:pt x="586" y="372"/>
                    <a:pt x="586" y="372"/>
                  </a:cubicBezTo>
                  <a:cubicBezTo>
                    <a:pt x="593" y="372"/>
                    <a:pt x="597" y="368"/>
                    <a:pt x="597" y="362"/>
                  </a:cubicBezTo>
                  <a:cubicBezTo>
                    <a:pt x="597" y="357"/>
                    <a:pt x="593" y="351"/>
                    <a:pt x="586" y="351"/>
                  </a:cubicBezTo>
                  <a:cubicBezTo>
                    <a:pt x="523" y="351"/>
                    <a:pt x="523" y="351"/>
                    <a:pt x="523" y="351"/>
                  </a:cubicBezTo>
                  <a:cubicBezTo>
                    <a:pt x="523" y="329"/>
                    <a:pt x="523" y="329"/>
                    <a:pt x="523" y="329"/>
                  </a:cubicBezTo>
                  <a:cubicBezTo>
                    <a:pt x="586" y="329"/>
                    <a:pt x="586" y="329"/>
                    <a:pt x="586" y="329"/>
                  </a:cubicBezTo>
                  <a:cubicBezTo>
                    <a:pt x="593" y="329"/>
                    <a:pt x="597" y="325"/>
                    <a:pt x="597" y="319"/>
                  </a:cubicBezTo>
                  <a:cubicBezTo>
                    <a:pt x="597" y="314"/>
                    <a:pt x="593" y="308"/>
                    <a:pt x="586" y="308"/>
                  </a:cubicBezTo>
                  <a:cubicBezTo>
                    <a:pt x="523" y="308"/>
                    <a:pt x="523" y="308"/>
                    <a:pt x="523" y="308"/>
                  </a:cubicBezTo>
                  <a:cubicBezTo>
                    <a:pt x="523" y="288"/>
                    <a:pt x="523" y="288"/>
                    <a:pt x="523" y="288"/>
                  </a:cubicBezTo>
                  <a:cubicBezTo>
                    <a:pt x="586" y="288"/>
                    <a:pt x="586" y="288"/>
                    <a:pt x="586" y="288"/>
                  </a:cubicBezTo>
                  <a:cubicBezTo>
                    <a:pt x="593" y="288"/>
                    <a:pt x="597" y="283"/>
                    <a:pt x="597" y="276"/>
                  </a:cubicBezTo>
                  <a:cubicBezTo>
                    <a:pt x="597" y="271"/>
                    <a:pt x="593" y="266"/>
                    <a:pt x="586" y="266"/>
                  </a:cubicBezTo>
                  <a:cubicBezTo>
                    <a:pt x="523" y="266"/>
                    <a:pt x="523" y="266"/>
                    <a:pt x="523" y="266"/>
                  </a:cubicBezTo>
                  <a:cubicBezTo>
                    <a:pt x="523" y="245"/>
                    <a:pt x="523" y="245"/>
                    <a:pt x="523" y="245"/>
                  </a:cubicBezTo>
                  <a:cubicBezTo>
                    <a:pt x="586" y="245"/>
                    <a:pt x="586" y="245"/>
                    <a:pt x="586" y="245"/>
                  </a:cubicBezTo>
                  <a:cubicBezTo>
                    <a:pt x="593" y="245"/>
                    <a:pt x="597" y="241"/>
                    <a:pt x="597" y="234"/>
                  </a:cubicBezTo>
                  <a:cubicBezTo>
                    <a:pt x="597" y="228"/>
                    <a:pt x="593" y="223"/>
                    <a:pt x="586" y="223"/>
                  </a:cubicBezTo>
                  <a:cubicBezTo>
                    <a:pt x="523" y="223"/>
                    <a:pt x="523" y="223"/>
                    <a:pt x="523" y="223"/>
                  </a:cubicBezTo>
                  <a:cubicBezTo>
                    <a:pt x="523" y="202"/>
                    <a:pt x="523" y="202"/>
                    <a:pt x="523" y="202"/>
                  </a:cubicBezTo>
                  <a:cubicBezTo>
                    <a:pt x="586" y="202"/>
                    <a:pt x="586" y="202"/>
                    <a:pt x="586" y="202"/>
                  </a:cubicBezTo>
                  <a:cubicBezTo>
                    <a:pt x="593" y="202"/>
                    <a:pt x="597" y="198"/>
                    <a:pt x="597" y="192"/>
                  </a:cubicBezTo>
                  <a:cubicBezTo>
                    <a:pt x="597" y="186"/>
                    <a:pt x="593" y="181"/>
                    <a:pt x="586" y="181"/>
                  </a:cubicBezTo>
                  <a:cubicBezTo>
                    <a:pt x="523" y="181"/>
                    <a:pt x="523" y="181"/>
                    <a:pt x="523" y="181"/>
                  </a:cubicBezTo>
                  <a:cubicBezTo>
                    <a:pt x="523" y="160"/>
                    <a:pt x="523" y="160"/>
                    <a:pt x="523" y="160"/>
                  </a:cubicBezTo>
                  <a:cubicBezTo>
                    <a:pt x="586" y="160"/>
                    <a:pt x="586" y="160"/>
                    <a:pt x="586" y="160"/>
                  </a:cubicBezTo>
                  <a:cubicBezTo>
                    <a:pt x="593" y="160"/>
                    <a:pt x="597" y="155"/>
                    <a:pt x="597" y="150"/>
                  </a:cubicBezTo>
                  <a:cubicBezTo>
                    <a:pt x="597" y="143"/>
                    <a:pt x="593" y="139"/>
                    <a:pt x="586" y="139"/>
                  </a:cubicBezTo>
                  <a:cubicBezTo>
                    <a:pt x="523" y="139"/>
                    <a:pt x="523" y="139"/>
                    <a:pt x="523" y="139"/>
                  </a:cubicBezTo>
                  <a:cubicBezTo>
                    <a:pt x="523" y="117"/>
                    <a:pt x="523" y="117"/>
                    <a:pt x="523" y="117"/>
                  </a:cubicBezTo>
                  <a:cubicBezTo>
                    <a:pt x="586" y="117"/>
                    <a:pt x="586" y="117"/>
                    <a:pt x="586" y="117"/>
                  </a:cubicBezTo>
                  <a:cubicBezTo>
                    <a:pt x="593" y="117"/>
                    <a:pt x="597" y="112"/>
                    <a:pt x="597" y="107"/>
                  </a:cubicBezTo>
                  <a:cubicBezTo>
                    <a:pt x="597" y="101"/>
                    <a:pt x="593" y="96"/>
                    <a:pt x="586" y="96"/>
                  </a:cubicBezTo>
                  <a:cubicBezTo>
                    <a:pt x="523" y="96"/>
                    <a:pt x="523" y="96"/>
                    <a:pt x="523" y="96"/>
                  </a:cubicBezTo>
                  <a:cubicBezTo>
                    <a:pt x="523" y="86"/>
                    <a:pt x="523" y="86"/>
                    <a:pt x="523" y="86"/>
                  </a:cubicBezTo>
                  <a:cubicBezTo>
                    <a:pt x="523" y="79"/>
                    <a:pt x="519" y="74"/>
                    <a:pt x="512" y="74"/>
                  </a:cubicBezTo>
                  <a:cubicBezTo>
                    <a:pt x="501" y="74"/>
                    <a:pt x="501" y="74"/>
                    <a:pt x="501" y="74"/>
                  </a:cubicBezTo>
                  <a:cubicBezTo>
                    <a:pt x="501" y="11"/>
                    <a:pt x="501" y="11"/>
                    <a:pt x="501" y="11"/>
                  </a:cubicBezTo>
                  <a:cubicBezTo>
                    <a:pt x="501" y="4"/>
                    <a:pt x="497" y="0"/>
                    <a:pt x="491" y="0"/>
                  </a:cubicBezTo>
                  <a:cubicBezTo>
                    <a:pt x="485" y="0"/>
                    <a:pt x="480" y="4"/>
                    <a:pt x="480" y="11"/>
                  </a:cubicBezTo>
                  <a:cubicBezTo>
                    <a:pt x="480" y="74"/>
                    <a:pt x="480" y="74"/>
                    <a:pt x="480" y="74"/>
                  </a:cubicBezTo>
                  <a:cubicBezTo>
                    <a:pt x="459" y="74"/>
                    <a:pt x="459" y="74"/>
                    <a:pt x="459" y="74"/>
                  </a:cubicBezTo>
                  <a:cubicBezTo>
                    <a:pt x="459" y="11"/>
                    <a:pt x="459" y="11"/>
                    <a:pt x="459" y="11"/>
                  </a:cubicBezTo>
                  <a:cubicBezTo>
                    <a:pt x="459" y="4"/>
                    <a:pt x="454" y="0"/>
                    <a:pt x="448" y="0"/>
                  </a:cubicBezTo>
                  <a:cubicBezTo>
                    <a:pt x="442" y="0"/>
                    <a:pt x="438" y="4"/>
                    <a:pt x="438" y="11"/>
                  </a:cubicBezTo>
                  <a:cubicBezTo>
                    <a:pt x="438" y="74"/>
                    <a:pt x="438" y="74"/>
                    <a:pt x="438" y="74"/>
                  </a:cubicBezTo>
                  <a:cubicBezTo>
                    <a:pt x="416" y="74"/>
                    <a:pt x="416" y="74"/>
                    <a:pt x="416" y="74"/>
                  </a:cubicBezTo>
                  <a:cubicBezTo>
                    <a:pt x="416" y="11"/>
                    <a:pt x="416" y="11"/>
                    <a:pt x="416" y="11"/>
                  </a:cubicBezTo>
                  <a:cubicBezTo>
                    <a:pt x="416" y="4"/>
                    <a:pt x="411" y="0"/>
                    <a:pt x="406" y="0"/>
                  </a:cubicBezTo>
                  <a:cubicBezTo>
                    <a:pt x="399" y="0"/>
                    <a:pt x="395" y="4"/>
                    <a:pt x="395" y="11"/>
                  </a:cubicBezTo>
                  <a:cubicBezTo>
                    <a:pt x="395" y="74"/>
                    <a:pt x="395" y="74"/>
                    <a:pt x="395" y="74"/>
                  </a:cubicBezTo>
                  <a:cubicBezTo>
                    <a:pt x="374" y="74"/>
                    <a:pt x="374" y="74"/>
                    <a:pt x="374" y="74"/>
                  </a:cubicBezTo>
                  <a:cubicBezTo>
                    <a:pt x="374" y="11"/>
                    <a:pt x="374" y="11"/>
                    <a:pt x="374" y="11"/>
                  </a:cubicBezTo>
                  <a:cubicBezTo>
                    <a:pt x="374" y="4"/>
                    <a:pt x="369" y="0"/>
                    <a:pt x="363" y="0"/>
                  </a:cubicBezTo>
                  <a:cubicBezTo>
                    <a:pt x="357" y="0"/>
                    <a:pt x="352" y="4"/>
                    <a:pt x="352" y="11"/>
                  </a:cubicBezTo>
                  <a:cubicBezTo>
                    <a:pt x="352" y="74"/>
                    <a:pt x="352" y="74"/>
                    <a:pt x="352" y="74"/>
                  </a:cubicBezTo>
                  <a:cubicBezTo>
                    <a:pt x="331" y="74"/>
                    <a:pt x="331" y="74"/>
                    <a:pt x="331" y="74"/>
                  </a:cubicBezTo>
                  <a:cubicBezTo>
                    <a:pt x="331" y="11"/>
                    <a:pt x="331" y="11"/>
                    <a:pt x="331" y="11"/>
                  </a:cubicBezTo>
                  <a:cubicBezTo>
                    <a:pt x="331" y="4"/>
                    <a:pt x="326" y="0"/>
                    <a:pt x="320" y="0"/>
                  </a:cubicBezTo>
                  <a:cubicBezTo>
                    <a:pt x="314" y="0"/>
                    <a:pt x="309" y="4"/>
                    <a:pt x="309" y="11"/>
                  </a:cubicBezTo>
                  <a:cubicBezTo>
                    <a:pt x="309" y="74"/>
                    <a:pt x="309" y="74"/>
                    <a:pt x="309" y="74"/>
                  </a:cubicBezTo>
                  <a:cubicBezTo>
                    <a:pt x="289" y="74"/>
                    <a:pt x="289" y="74"/>
                    <a:pt x="289" y="74"/>
                  </a:cubicBezTo>
                  <a:cubicBezTo>
                    <a:pt x="289" y="11"/>
                    <a:pt x="289" y="11"/>
                    <a:pt x="289" y="11"/>
                  </a:cubicBezTo>
                  <a:cubicBezTo>
                    <a:pt x="289" y="4"/>
                    <a:pt x="283" y="0"/>
                    <a:pt x="278" y="0"/>
                  </a:cubicBezTo>
                  <a:cubicBezTo>
                    <a:pt x="271" y="0"/>
                    <a:pt x="267" y="4"/>
                    <a:pt x="267" y="11"/>
                  </a:cubicBezTo>
                  <a:cubicBezTo>
                    <a:pt x="267" y="74"/>
                    <a:pt x="267" y="74"/>
                    <a:pt x="267" y="74"/>
                  </a:cubicBezTo>
                  <a:cubicBezTo>
                    <a:pt x="246" y="74"/>
                    <a:pt x="246" y="74"/>
                    <a:pt x="246" y="74"/>
                  </a:cubicBezTo>
                  <a:cubicBezTo>
                    <a:pt x="246" y="11"/>
                    <a:pt x="246" y="11"/>
                    <a:pt x="246" y="11"/>
                  </a:cubicBezTo>
                  <a:cubicBezTo>
                    <a:pt x="246" y="4"/>
                    <a:pt x="241" y="0"/>
                    <a:pt x="235" y="0"/>
                  </a:cubicBezTo>
                  <a:cubicBezTo>
                    <a:pt x="229" y="0"/>
                    <a:pt x="225" y="4"/>
                    <a:pt x="225" y="11"/>
                  </a:cubicBezTo>
                  <a:cubicBezTo>
                    <a:pt x="225" y="74"/>
                    <a:pt x="225" y="74"/>
                    <a:pt x="225" y="74"/>
                  </a:cubicBezTo>
                  <a:cubicBezTo>
                    <a:pt x="203" y="74"/>
                    <a:pt x="203" y="74"/>
                    <a:pt x="203" y="74"/>
                  </a:cubicBezTo>
                  <a:cubicBezTo>
                    <a:pt x="203" y="11"/>
                    <a:pt x="203" y="11"/>
                    <a:pt x="203" y="11"/>
                  </a:cubicBezTo>
                  <a:cubicBezTo>
                    <a:pt x="203" y="4"/>
                    <a:pt x="198" y="0"/>
                    <a:pt x="192" y="0"/>
                  </a:cubicBezTo>
                  <a:cubicBezTo>
                    <a:pt x="187" y="0"/>
                    <a:pt x="182" y="4"/>
                    <a:pt x="182" y="11"/>
                  </a:cubicBezTo>
                  <a:cubicBezTo>
                    <a:pt x="182" y="74"/>
                    <a:pt x="182" y="74"/>
                    <a:pt x="182" y="74"/>
                  </a:cubicBezTo>
                  <a:cubicBezTo>
                    <a:pt x="160" y="74"/>
                    <a:pt x="160" y="74"/>
                    <a:pt x="160" y="74"/>
                  </a:cubicBezTo>
                  <a:cubicBezTo>
                    <a:pt x="160" y="11"/>
                    <a:pt x="160" y="11"/>
                    <a:pt x="160" y="11"/>
                  </a:cubicBezTo>
                  <a:cubicBezTo>
                    <a:pt x="160" y="4"/>
                    <a:pt x="155" y="0"/>
                    <a:pt x="150" y="0"/>
                  </a:cubicBezTo>
                  <a:cubicBezTo>
                    <a:pt x="144" y="0"/>
                    <a:pt x="139" y="4"/>
                    <a:pt x="139" y="11"/>
                  </a:cubicBezTo>
                  <a:cubicBezTo>
                    <a:pt x="139" y="74"/>
                    <a:pt x="139" y="74"/>
                    <a:pt x="139" y="74"/>
                  </a:cubicBezTo>
                  <a:cubicBezTo>
                    <a:pt x="117" y="74"/>
                    <a:pt x="117" y="74"/>
                    <a:pt x="117" y="74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4"/>
                    <a:pt x="113" y="0"/>
                    <a:pt x="107" y="0"/>
                  </a:cubicBezTo>
                  <a:cubicBezTo>
                    <a:pt x="101" y="0"/>
                    <a:pt x="96" y="4"/>
                    <a:pt x="96" y="11"/>
                  </a:cubicBezTo>
                  <a:cubicBezTo>
                    <a:pt x="96" y="74"/>
                    <a:pt x="96" y="74"/>
                    <a:pt x="96" y="74"/>
                  </a:cubicBezTo>
                  <a:cubicBezTo>
                    <a:pt x="86" y="74"/>
                    <a:pt x="86" y="74"/>
                    <a:pt x="86" y="74"/>
                  </a:cubicBezTo>
                  <a:cubicBezTo>
                    <a:pt x="81" y="74"/>
                    <a:pt x="75" y="79"/>
                    <a:pt x="75" y="86"/>
                  </a:cubicBezTo>
                  <a:cubicBezTo>
                    <a:pt x="75" y="96"/>
                    <a:pt x="75" y="96"/>
                    <a:pt x="75" y="96"/>
                  </a:cubicBezTo>
                  <a:cubicBezTo>
                    <a:pt x="11" y="96"/>
                    <a:pt x="11" y="96"/>
                    <a:pt x="11" y="96"/>
                  </a:cubicBezTo>
                  <a:cubicBezTo>
                    <a:pt x="5" y="96"/>
                    <a:pt x="0" y="101"/>
                    <a:pt x="0" y="107"/>
                  </a:cubicBezTo>
                  <a:cubicBezTo>
                    <a:pt x="0" y="112"/>
                    <a:pt x="5" y="117"/>
                    <a:pt x="11" y="117"/>
                  </a:cubicBezTo>
                  <a:cubicBezTo>
                    <a:pt x="75" y="117"/>
                    <a:pt x="75" y="117"/>
                    <a:pt x="75" y="117"/>
                  </a:cubicBezTo>
                  <a:cubicBezTo>
                    <a:pt x="75" y="139"/>
                    <a:pt x="75" y="139"/>
                    <a:pt x="75" y="139"/>
                  </a:cubicBezTo>
                  <a:cubicBezTo>
                    <a:pt x="11" y="139"/>
                    <a:pt x="11" y="139"/>
                    <a:pt x="11" y="139"/>
                  </a:cubicBezTo>
                  <a:cubicBezTo>
                    <a:pt x="5" y="139"/>
                    <a:pt x="0" y="143"/>
                    <a:pt x="0" y="150"/>
                  </a:cubicBezTo>
                  <a:cubicBezTo>
                    <a:pt x="0" y="155"/>
                    <a:pt x="5" y="160"/>
                    <a:pt x="11" y="160"/>
                  </a:cubicBezTo>
                  <a:cubicBezTo>
                    <a:pt x="75" y="160"/>
                    <a:pt x="75" y="160"/>
                    <a:pt x="75" y="160"/>
                  </a:cubicBezTo>
                  <a:cubicBezTo>
                    <a:pt x="75" y="181"/>
                    <a:pt x="75" y="181"/>
                    <a:pt x="75" y="181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5" y="181"/>
                    <a:pt x="0" y="186"/>
                    <a:pt x="0" y="192"/>
                  </a:cubicBezTo>
                  <a:cubicBezTo>
                    <a:pt x="0" y="198"/>
                    <a:pt x="5" y="202"/>
                    <a:pt x="11" y="202"/>
                  </a:cubicBezTo>
                  <a:cubicBezTo>
                    <a:pt x="75" y="202"/>
                    <a:pt x="75" y="202"/>
                    <a:pt x="75" y="202"/>
                  </a:cubicBezTo>
                  <a:cubicBezTo>
                    <a:pt x="75" y="223"/>
                    <a:pt x="75" y="223"/>
                    <a:pt x="75" y="223"/>
                  </a:cubicBezTo>
                  <a:cubicBezTo>
                    <a:pt x="11" y="223"/>
                    <a:pt x="11" y="223"/>
                    <a:pt x="11" y="223"/>
                  </a:cubicBezTo>
                  <a:cubicBezTo>
                    <a:pt x="5" y="223"/>
                    <a:pt x="0" y="228"/>
                    <a:pt x="0" y="234"/>
                  </a:cubicBezTo>
                  <a:cubicBezTo>
                    <a:pt x="0" y="241"/>
                    <a:pt x="5" y="245"/>
                    <a:pt x="11" y="245"/>
                  </a:cubicBezTo>
                  <a:cubicBezTo>
                    <a:pt x="75" y="245"/>
                    <a:pt x="75" y="245"/>
                    <a:pt x="75" y="245"/>
                  </a:cubicBezTo>
                  <a:cubicBezTo>
                    <a:pt x="75" y="266"/>
                    <a:pt x="75" y="266"/>
                    <a:pt x="75" y="266"/>
                  </a:cubicBezTo>
                  <a:cubicBezTo>
                    <a:pt x="11" y="266"/>
                    <a:pt x="11" y="266"/>
                    <a:pt x="11" y="266"/>
                  </a:cubicBezTo>
                  <a:cubicBezTo>
                    <a:pt x="5" y="266"/>
                    <a:pt x="0" y="271"/>
                    <a:pt x="0" y="276"/>
                  </a:cubicBezTo>
                  <a:cubicBezTo>
                    <a:pt x="0" y="283"/>
                    <a:pt x="5" y="288"/>
                    <a:pt x="11" y="288"/>
                  </a:cubicBezTo>
                  <a:cubicBezTo>
                    <a:pt x="75" y="288"/>
                    <a:pt x="75" y="288"/>
                    <a:pt x="75" y="288"/>
                  </a:cubicBezTo>
                  <a:cubicBezTo>
                    <a:pt x="75" y="308"/>
                    <a:pt x="75" y="308"/>
                    <a:pt x="75" y="308"/>
                  </a:cubicBezTo>
                  <a:cubicBezTo>
                    <a:pt x="11" y="308"/>
                    <a:pt x="11" y="308"/>
                    <a:pt x="11" y="308"/>
                  </a:cubicBezTo>
                  <a:cubicBezTo>
                    <a:pt x="5" y="308"/>
                    <a:pt x="0" y="314"/>
                    <a:pt x="0" y="319"/>
                  </a:cubicBezTo>
                  <a:cubicBezTo>
                    <a:pt x="0" y="325"/>
                    <a:pt x="5" y="329"/>
                    <a:pt x="11" y="329"/>
                  </a:cubicBezTo>
                  <a:cubicBezTo>
                    <a:pt x="75" y="329"/>
                    <a:pt x="75" y="329"/>
                    <a:pt x="75" y="329"/>
                  </a:cubicBezTo>
                  <a:cubicBezTo>
                    <a:pt x="75" y="351"/>
                    <a:pt x="75" y="351"/>
                    <a:pt x="75" y="351"/>
                  </a:cubicBezTo>
                  <a:cubicBezTo>
                    <a:pt x="11" y="351"/>
                    <a:pt x="11" y="351"/>
                    <a:pt x="11" y="351"/>
                  </a:cubicBezTo>
                  <a:cubicBezTo>
                    <a:pt x="5" y="351"/>
                    <a:pt x="0" y="357"/>
                    <a:pt x="0" y="362"/>
                  </a:cubicBezTo>
                  <a:cubicBezTo>
                    <a:pt x="0" y="368"/>
                    <a:pt x="5" y="372"/>
                    <a:pt x="11" y="372"/>
                  </a:cubicBezTo>
                  <a:cubicBezTo>
                    <a:pt x="75" y="372"/>
                    <a:pt x="75" y="372"/>
                    <a:pt x="75" y="372"/>
                  </a:cubicBezTo>
                  <a:cubicBezTo>
                    <a:pt x="75" y="394"/>
                    <a:pt x="75" y="394"/>
                    <a:pt x="75" y="394"/>
                  </a:cubicBezTo>
                  <a:cubicBezTo>
                    <a:pt x="11" y="394"/>
                    <a:pt x="11" y="394"/>
                    <a:pt x="11" y="394"/>
                  </a:cubicBezTo>
                  <a:cubicBezTo>
                    <a:pt x="5" y="394"/>
                    <a:pt x="0" y="399"/>
                    <a:pt x="0" y="405"/>
                  </a:cubicBezTo>
                  <a:cubicBezTo>
                    <a:pt x="0" y="411"/>
                    <a:pt x="5" y="415"/>
                    <a:pt x="11" y="415"/>
                  </a:cubicBezTo>
                  <a:cubicBezTo>
                    <a:pt x="75" y="415"/>
                    <a:pt x="75" y="415"/>
                    <a:pt x="75" y="415"/>
                  </a:cubicBezTo>
                  <a:cubicBezTo>
                    <a:pt x="75" y="437"/>
                    <a:pt x="75" y="437"/>
                    <a:pt x="75" y="437"/>
                  </a:cubicBezTo>
                  <a:cubicBezTo>
                    <a:pt x="11" y="437"/>
                    <a:pt x="11" y="437"/>
                    <a:pt x="11" y="437"/>
                  </a:cubicBezTo>
                  <a:cubicBezTo>
                    <a:pt x="5" y="437"/>
                    <a:pt x="0" y="442"/>
                    <a:pt x="0" y="448"/>
                  </a:cubicBezTo>
                  <a:cubicBezTo>
                    <a:pt x="0" y="454"/>
                    <a:pt x="5" y="458"/>
                    <a:pt x="11" y="458"/>
                  </a:cubicBezTo>
                  <a:cubicBezTo>
                    <a:pt x="75" y="458"/>
                    <a:pt x="75" y="458"/>
                    <a:pt x="75" y="458"/>
                  </a:cubicBezTo>
                  <a:cubicBezTo>
                    <a:pt x="75" y="479"/>
                    <a:pt x="75" y="479"/>
                    <a:pt x="75" y="479"/>
                  </a:cubicBezTo>
                  <a:lnTo>
                    <a:pt x="11" y="479"/>
                  </a:lnTo>
                  <a:close/>
                  <a:moveTo>
                    <a:pt x="96" y="96"/>
                  </a:moveTo>
                  <a:lnTo>
                    <a:pt x="96" y="96"/>
                  </a:lnTo>
                  <a:cubicBezTo>
                    <a:pt x="501" y="96"/>
                    <a:pt x="501" y="96"/>
                    <a:pt x="501" y="96"/>
                  </a:cubicBezTo>
                  <a:cubicBezTo>
                    <a:pt x="501" y="501"/>
                    <a:pt x="501" y="501"/>
                    <a:pt x="501" y="501"/>
                  </a:cubicBezTo>
                  <a:cubicBezTo>
                    <a:pt x="96" y="501"/>
                    <a:pt x="96" y="501"/>
                    <a:pt x="96" y="501"/>
                  </a:cubicBezTo>
                  <a:lnTo>
                    <a:pt x="96" y="96"/>
                  </a:ln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rgbClr val="98B6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964"/>
            </a:p>
          </p:txBody>
        </p:sp>
      </p:grpSp>
      <p:cxnSp>
        <p:nvCxnSpPr>
          <p:cNvPr id="43" name="Straight Connector 64">
            <a:extLst>
              <a:ext uri="{FF2B5EF4-FFF2-40B4-BE49-F238E27FC236}">
                <a16:creationId xmlns:a16="http://schemas.microsoft.com/office/drawing/2014/main" xmlns="" id="{D22F4E57-90BA-4899-909E-5829E7A9C72A}"/>
              </a:ext>
            </a:extLst>
          </p:cNvPr>
          <p:cNvCxnSpPr/>
          <p:nvPr/>
        </p:nvCxnSpPr>
        <p:spPr>
          <a:xfrm flipH="1">
            <a:off x="8050338" y="3658863"/>
            <a:ext cx="1" cy="530443"/>
          </a:xfrm>
          <a:prstGeom prst="line">
            <a:avLst/>
          </a:prstGeom>
          <a:ln w="19050">
            <a:solidFill>
              <a:srgbClr val="98B6F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7605660" y="1072515"/>
            <a:ext cx="948691" cy="845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47"/>
          <p:cNvPicPr>
            <a:picLocks noChangeAspect="1"/>
          </p:cNvPicPr>
          <p:nvPr/>
        </p:nvPicPr>
        <p:blipFill>
          <a:blip r:embed="rId7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536" y="1128922"/>
            <a:ext cx="1253518" cy="730278"/>
          </a:xfrm>
          <a:prstGeom prst="rect">
            <a:avLst/>
          </a:prstGeom>
          <a:ln>
            <a:noFill/>
          </a:ln>
        </p:spPr>
      </p:pic>
      <p:sp>
        <p:nvSpPr>
          <p:cNvPr id="46" name="직사각형 45"/>
          <p:cNvSpPr/>
          <p:nvPr/>
        </p:nvSpPr>
        <p:spPr>
          <a:xfrm>
            <a:off x="7600950" y="2326857"/>
            <a:ext cx="948690" cy="8458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9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7681" y="2286218"/>
            <a:ext cx="848856" cy="91429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50763" y="2034553"/>
            <a:ext cx="3114726" cy="1393647"/>
            <a:chOff x="5942513" y="2256619"/>
            <a:chExt cx="3114726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58346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42513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310697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78880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42513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95699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63881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32065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118022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71208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70298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517112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49437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44955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3554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3002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37373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58873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2911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5827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773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8945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491236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32561" y="2059520"/>
            <a:ext cx="2514330" cy="1467252"/>
            <a:chOff x="6385195" y="3966698"/>
            <a:chExt cx="2514330" cy="146725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2641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2641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3276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26412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06311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2606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8552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:a16="http://schemas.microsoft.com/office/drawing/2014/main" xmlns="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:a16="http://schemas.microsoft.com/office/drawing/2014/main" xmlns="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:a16="http://schemas.microsoft.com/office/drawing/2014/main" xmlns="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631190" y="7898130"/>
            <a:ext cx="3456000" cy="899160"/>
            <a:chOff x="624840" y="7879080"/>
            <a:chExt cx="3456000" cy="899160"/>
          </a:xfrm>
        </p:grpSpPr>
        <p:grpSp>
          <p:nvGrpSpPr>
            <p:cNvPr id="81" name="그룹 80"/>
            <p:cNvGrpSpPr/>
            <p:nvPr/>
          </p:nvGrpSpPr>
          <p:grpSpPr>
            <a:xfrm>
              <a:off x="656455" y="7953148"/>
              <a:ext cx="3186547" cy="810760"/>
              <a:chOff x="840832" y="4355911"/>
              <a:chExt cx="3186547" cy="1002371"/>
            </a:xfrm>
          </p:grpSpPr>
          <p:sp>
            <p:nvSpPr>
              <p:cNvPr id="83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4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5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6" name="TextBox 85"/>
              <p:cNvSpPr txBox="1"/>
              <p:nvPr/>
            </p:nvSpPr>
            <p:spPr>
              <a:xfrm>
                <a:off x="2434033" y="5209862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7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89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91" name="Straight Arrow Connector 42"/>
              <p:cNvCxnSpPr>
                <a:stCxn id="87" idx="1"/>
                <a:endCxn id="95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2" name="Straight Arrow Connector 43"/>
              <p:cNvCxnSpPr>
                <a:stCxn id="87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93" name="Straight Arrow Connector 44"/>
              <p:cNvCxnSpPr>
                <a:stCxn id="87" idx="3"/>
                <a:endCxn id="96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94" name="TextBox 93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5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6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97" name="TextBox 96"/>
              <p:cNvSpPr txBox="1"/>
              <p:nvPr/>
            </p:nvSpPr>
            <p:spPr>
              <a:xfrm>
                <a:off x="3063974" y="4998695"/>
                <a:ext cx="963405" cy="3595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82" name="직사각형 81"/>
            <p:cNvSpPr/>
            <p:nvPr/>
          </p:nvSpPr>
          <p:spPr>
            <a:xfrm>
              <a:off x="624840" y="787908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5694680" y="6075132"/>
            <a:ext cx="3456000" cy="899160"/>
            <a:chOff x="5713730" y="5981700"/>
            <a:chExt cx="3456000" cy="899160"/>
          </a:xfrm>
        </p:grpSpPr>
        <p:grpSp>
          <p:nvGrpSpPr>
            <p:cNvPr id="99" name="그룹 98"/>
            <p:cNvGrpSpPr/>
            <p:nvPr/>
          </p:nvGrpSpPr>
          <p:grpSpPr>
            <a:xfrm>
              <a:off x="6143598" y="6065332"/>
              <a:ext cx="2976751" cy="798518"/>
              <a:chOff x="6736976" y="1810107"/>
              <a:chExt cx="2930515" cy="995898"/>
            </a:xfrm>
          </p:grpSpPr>
          <p:sp>
            <p:nvSpPr>
              <p:cNvPr id="101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2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3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4" name="TextBox 103"/>
              <p:cNvSpPr txBox="1"/>
              <p:nvPr/>
            </p:nvSpPr>
            <p:spPr>
              <a:xfrm>
                <a:off x="7869931" y="26639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5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06" name="Straight Arrow Connector 61"/>
              <p:cNvCxnSpPr>
                <a:stCxn id="105" idx="3"/>
                <a:endCxn id="108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07" name="TextBox 106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8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09" name="TextBox 108"/>
              <p:cNvSpPr txBox="1"/>
              <p:nvPr/>
            </p:nvSpPr>
            <p:spPr>
              <a:xfrm>
                <a:off x="8522141" y="2443263"/>
                <a:ext cx="948441" cy="3627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00" name="직사각형 99"/>
            <p:cNvSpPr/>
            <p:nvPr/>
          </p:nvSpPr>
          <p:spPr>
            <a:xfrm>
              <a:off x="5713730" y="59817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5756910" y="7943850"/>
            <a:ext cx="3456000" cy="899160"/>
            <a:chOff x="5750560" y="7924800"/>
            <a:chExt cx="3456000" cy="899160"/>
          </a:xfrm>
        </p:grpSpPr>
        <p:grpSp>
          <p:nvGrpSpPr>
            <p:cNvPr id="111" name="그룹 110"/>
            <p:cNvGrpSpPr/>
            <p:nvPr/>
          </p:nvGrpSpPr>
          <p:grpSpPr>
            <a:xfrm>
              <a:off x="5835652" y="7929067"/>
              <a:ext cx="3282950" cy="851713"/>
              <a:chOff x="6295350" y="4262891"/>
              <a:chExt cx="3392945" cy="1347245"/>
            </a:xfrm>
          </p:grpSpPr>
          <p:sp>
            <p:nvSpPr>
              <p:cNvPr id="113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4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5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6" name="TextBox 115"/>
              <p:cNvSpPr txBox="1"/>
              <p:nvPr/>
            </p:nvSpPr>
            <p:spPr>
              <a:xfrm>
                <a:off x="7881825" y="5499335"/>
                <a:ext cx="229230" cy="1108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7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8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19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0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1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2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23" name="Straight Arrow Connector 76"/>
              <p:cNvCxnSpPr>
                <a:stCxn id="118" idx="1"/>
                <a:endCxn id="121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4" name="Straight Arrow Connector 77"/>
              <p:cNvCxnSpPr>
                <a:stCxn id="117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25" name="Straight Arrow Connector 78"/>
              <p:cNvCxnSpPr>
                <a:stCxn id="119" idx="3"/>
                <a:endCxn id="122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26" name="TextBox 125"/>
              <p:cNvSpPr txBox="1"/>
              <p:nvPr/>
            </p:nvSpPr>
            <p:spPr>
              <a:xfrm>
                <a:off x="8533754" y="5140445"/>
                <a:ext cx="1154541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HASH (C1,C2) ALL NODES 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>
                <a:off x="6303957" y="4745206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8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29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0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1" name="TextBox 130"/>
              <p:cNvSpPr txBox="1"/>
              <p:nvPr/>
            </p:nvSpPr>
            <p:spPr>
              <a:xfrm>
                <a:off x="6295350" y="4262891"/>
                <a:ext cx="498768" cy="3067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12" name="직사각형 111"/>
            <p:cNvSpPr/>
            <p:nvPr/>
          </p:nvSpPr>
          <p:spPr>
            <a:xfrm>
              <a:off x="5750560" y="792480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628650" y="6236970"/>
            <a:ext cx="3456000" cy="899160"/>
            <a:chOff x="622300" y="6217920"/>
            <a:chExt cx="3456000" cy="899160"/>
          </a:xfrm>
        </p:grpSpPr>
        <p:grpSp>
          <p:nvGrpSpPr>
            <p:cNvPr id="133" name="그룹 132"/>
            <p:cNvGrpSpPr/>
            <p:nvPr/>
          </p:nvGrpSpPr>
          <p:grpSpPr>
            <a:xfrm>
              <a:off x="640073" y="6262318"/>
              <a:ext cx="3411227" cy="823349"/>
              <a:chOff x="843046" y="1895424"/>
              <a:chExt cx="3411227" cy="1279251"/>
            </a:xfrm>
          </p:grpSpPr>
          <p:sp>
            <p:nvSpPr>
              <p:cNvPr id="135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6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7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8" name="TextBox 137"/>
              <p:cNvSpPr txBox="1"/>
              <p:nvPr/>
            </p:nvSpPr>
            <p:spPr>
              <a:xfrm>
                <a:off x="2432347" y="3014021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39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0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1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2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3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4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145" name="Straight Arrow Connector 16"/>
              <p:cNvCxnSpPr>
                <a:stCxn id="140" idx="1"/>
                <a:endCxn id="143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6" name="Straight Arrow Connector 17"/>
              <p:cNvCxnSpPr>
                <a:stCxn id="139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147" name="Straight Arrow Connector 18"/>
              <p:cNvCxnSpPr>
                <a:stCxn id="141" idx="3"/>
                <a:endCxn id="144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148" name="TextBox 147"/>
              <p:cNvSpPr txBox="1"/>
              <p:nvPr/>
            </p:nvSpPr>
            <p:spPr>
              <a:xfrm>
                <a:off x="3032224" y="2722778"/>
                <a:ext cx="122204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49" name="TextBox 148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134" name="직사각형 133"/>
            <p:cNvSpPr/>
            <p:nvPr/>
          </p:nvSpPr>
          <p:spPr>
            <a:xfrm>
              <a:off x="622300" y="6217920"/>
              <a:ext cx="3456000" cy="89916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312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Cluster Operation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536" b="75167"/>
          <a:stretch/>
        </p:blipFill>
        <p:spPr bwMode="auto">
          <a:xfrm>
            <a:off x="618218" y="986066"/>
            <a:ext cx="4623254" cy="1517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r="50111" b="51477"/>
          <a:stretch/>
        </p:blipFill>
        <p:spPr bwMode="auto">
          <a:xfrm>
            <a:off x="688976" y="2645229"/>
            <a:ext cx="4481739" cy="1458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23" r="48415" b="26184"/>
          <a:stretch/>
        </p:blipFill>
        <p:spPr bwMode="auto">
          <a:xfrm>
            <a:off x="612776" y="4278086"/>
            <a:ext cx="4634139" cy="15457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38" r="48900"/>
          <a:stretch/>
        </p:blipFill>
        <p:spPr bwMode="auto">
          <a:xfrm>
            <a:off x="634547" y="5856513"/>
            <a:ext cx="4590596" cy="1611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72"/>
          <a:stretch/>
        </p:blipFill>
        <p:spPr bwMode="auto">
          <a:xfrm>
            <a:off x="5223782" y="1198337"/>
            <a:ext cx="4098980" cy="6111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707571" y="9701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64721" y="2608489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707571" y="42563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745671" y="5856514"/>
            <a:ext cx="4452258" cy="1525361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370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19" y="599005"/>
            <a:ext cx="6809274" cy="4188440"/>
          </a:xfrm>
          <a:prstGeom prst="rect">
            <a:avLst/>
          </a:prstGeom>
        </p:spPr>
      </p:pic>
      <p:grpSp>
        <p:nvGrpSpPr>
          <p:cNvPr id="3" name="그룹 2"/>
          <p:cNvGrpSpPr/>
          <p:nvPr/>
        </p:nvGrpSpPr>
        <p:grpSpPr>
          <a:xfrm>
            <a:off x="2864781" y="4811098"/>
            <a:ext cx="6855482" cy="4188440"/>
            <a:chOff x="8192364" y="1224564"/>
            <a:chExt cx="6281349" cy="396000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3"/>
            <a:srcRect l="16961" r="1140"/>
            <a:stretch/>
          </p:blipFill>
          <p:spPr>
            <a:xfrm>
              <a:off x="8196943" y="1224564"/>
              <a:ext cx="6276770" cy="3960000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/>
            <a:srcRect l="-1" r="78636" b="92747"/>
            <a:stretch/>
          </p:blipFill>
          <p:spPr>
            <a:xfrm>
              <a:off x="8192364" y="1235450"/>
              <a:ext cx="1637437" cy="288550"/>
            </a:xfrm>
            <a:prstGeom prst="rect">
              <a:avLst/>
            </a:prstGeom>
          </p:spPr>
        </p:pic>
      </p:grpSp>
      <p:sp>
        <p:nvSpPr>
          <p:cNvPr id="4" name="직사각형 3"/>
          <p:cNvSpPr/>
          <p:nvPr/>
        </p:nvSpPr>
        <p:spPr>
          <a:xfrm>
            <a:off x="590550" y="1212850"/>
            <a:ext cx="660400" cy="8255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070100" y="4006850"/>
            <a:ext cx="533400" cy="59690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8674100" y="5340350"/>
            <a:ext cx="660400" cy="8255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6674</TotalTime>
  <Words>1768</Words>
  <Application>Microsoft Office PowerPoint</Application>
  <PresentationFormat>사용자 지정</PresentationFormat>
  <Paragraphs>322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66</cp:revision>
  <dcterms:created xsi:type="dcterms:W3CDTF">2026-04-17T01:43:36Z</dcterms:created>
  <dcterms:modified xsi:type="dcterms:W3CDTF">2026-04-29T06:01:10Z</dcterms:modified>
</cp:coreProperties>
</file>