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67" r:id="rId10"/>
    <p:sldId id="263" r:id="rId11"/>
    <p:sldId id="264" r:id="rId12"/>
    <p:sldId id="265" r:id="rId13"/>
    <p:sldId id="270" r:id="rId14"/>
    <p:sldId id="271" r:id="rId15"/>
    <p:sldId id="274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80BC"/>
    <a:srgbClr val="EB39EF"/>
    <a:srgbClr val="99B7FF"/>
    <a:srgbClr val="CCDBFF"/>
    <a:srgbClr val="618153"/>
    <a:srgbClr val="F8CBAD"/>
    <a:srgbClr val="8497B0"/>
    <a:srgbClr val="333F50"/>
    <a:srgbClr val="ED7D31"/>
    <a:srgbClr val="D6DC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 varScale="1">
        <p:scale>
          <a:sx n="88" d="100"/>
          <a:sy n="88" d="100"/>
        </p:scale>
        <p:origin x="2496" y="10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solidFill>
                <a:srgbClr val="99B7FF"/>
              </a:solidFill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그룹 50"/>
          <p:cNvGrpSpPr/>
          <p:nvPr/>
        </p:nvGrpSpPr>
        <p:grpSpPr>
          <a:xfrm>
            <a:off x="7481295" y="3368040"/>
            <a:ext cx="1188000" cy="1059180"/>
            <a:chOff x="7572919" y="3368040"/>
            <a:chExt cx="1188000" cy="1059180"/>
          </a:xfrm>
        </p:grpSpPr>
        <p:sp>
          <p:nvSpPr>
            <p:cNvPr id="23" name="직사각형 22"/>
            <p:cNvSpPr/>
            <p:nvPr/>
          </p:nvSpPr>
          <p:spPr>
            <a:xfrm>
              <a:off x="7572919" y="336804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/>
            <p:cNvGrpSpPr/>
            <p:nvPr/>
          </p:nvGrpSpPr>
          <p:grpSpPr>
            <a:xfrm>
              <a:off x="8198718" y="3525566"/>
              <a:ext cx="526182" cy="787355"/>
              <a:chOff x="9486498" y="3832860"/>
              <a:chExt cx="526182" cy="785151"/>
            </a:xfrm>
          </p:grpSpPr>
          <p:sp>
            <p:nvSpPr>
              <p:cNvPr id="34" name="Freeform 117">
                <a:extLst>
                  <a:ext uri="{FF2B5EF4-FFF2-40B4-BE49-F238E27FC236}">
                    <a16:creationId xmlns:a16="http://schemas.microsoft.com/office/drawing/2014/main" xmlns="" id="{ACB5F511-0467-4F80-BCD6-94BAC36031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38892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8 h 76"/>
                  <a:gd name="T6" fmla="*/ 39 w 76"/>
                  <a:gd name="T7" fmla="*/ 75 h 76"/>
                  <a:gd name="T8" fmla="*/ 75 w 76"/>
                  <a:gd name="T9" fmla="*/ 38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8 h 76"/>
                  <a:gd name="T18" fmla="*/ 39 w 76"/>
                  <a:gd name="T19" fmla="*/ 22 h 76"/>
                  <a:gd name="T20" fmla="*/ 53 w 76"/>
                  <a:gd name="T21" fmla="*/ 38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8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8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7"/>
                      <a:pt x="22" y="38"/>
                    </a:cubicBezTo>
                    <a:cubicBezTo>
                      <a:pt x="22" y="28"/>
                      <a:pt x="29" y="22"/>
                      <a:pt x="39" y="22"/>
                    </a:cubicBezTo>
                    <a:cubicBezTo>
                      <a:pt x="47" y="22"/>
                      <a:pt x="53" y="28"/>
                      <a:pt x="53" y="38"/>
                    </a:cubicBezTo>
                    <a:cubicBezTo>
                      <a:pt x="53" y="47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5" name="Freeform 118">
                <a:extLst>
                  <a:ext uri="{FF2B5EF4-FFF2-40B4-BE49-F238E27FC236}">
                    <a16:creationId xmlns:a16="http://schemas.microsoft.com/office/drawing/2014/main" xmlns="" id="{8F3B04C3-D501-4070-B0AC-5FB6C26F8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391288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0"/>
                    </a:cubicBezTo>
                    <a:cubicBezTo>
                      <a:pt x="170" y="4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6" name="Freeform 119">
                <a:extLst>
                  <a:ext uri="{FF2B5EF4-FFF2-40B4-BE49-F238E27FC236}">
                    <a16:creationId xmlns:a16="http://schemas.microsoft.com/office/drawing/2014/main" xmlns="" id="{36E9553A-4692-4D5B-A665-94CC09C4A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053464"/>
                <a:ext cx="81940" cy="92051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3 h 75"/>
                  <a:gd name="T14" fmla="*/ 39 w 76"/>
                  <a:gd name="T15" fmla="*/ 53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3"/>
                    </a:moveTo>
                    <a:lnTo>
                      <a:pt x="39" y="53"/>
                    </a:lnTo>
                    <a:cubicBezTo>
                      <a:pt x="29" y="53"/>
                      <a:pt x="22" y="46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6"/>
                      <a:pt x="47" y="53"/>
                      <a:pt x="39" y="53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7" name="Freeform 120">
                <a:extLst>
                  <a:ext uri="{FF2B5EF4-FFF2-40B4-BE49-F238E27FC236}">
                    <a16:creationId xmlns:a16="http://schemas.microsoft.com/office/drawing/2014/main" xmlns="" id="{936475C6-EBDB-47C8-8ADD-312FB8E3E6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078936"/>
                <a:ext cx="216000" cy="36000"/>
              </a:xfrm>
              <a:custGeom>
                <a:avLst/>
                <a:gdLst>
                  <a:gd name="T0" fmla="*/ 160 w 171"/>
                  <a:gd name="T1" fmla="*/ 0 h 22"/>
                  <a:gd name="T2" fmla="*/ 160 w 171"/>
                  <a:gd name="T3" fmla="*/ 0 h 22"/>
                  <a:gd name="T4" fmla="*/ 11 w 171"/>
                  <a:gd name="T5" fmla="*/ 0 h 22"/>
                  <a:gd name="T6" fmla="*/ 0 w 171"/>
                  <a:gd name="T7" fmla="*/ 10 h 22"/>
                  <a:gd name="T8" fmla="*/ 11 w 171"/>
                  <a:gd name="T9" fmla="*/ 21 h 22"/>
                  <a:gd name="T10" fmla="*/ 160 w 171"/>
                  <a:gd name="T11" fmla="*/ 21 h 22"/>
                  <a:gd name="T12" fmla="*/ 170 w 171"/>
                  <a:gd name="T13" fmla="*/ 10 h 22"/>
                  <a:gd name="T14" fmla="*/ 160 w 171"/>
                  <a:gd name="T15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2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6"/>
                      <a:pt x="4" y="21"/>
                      <a:pt x="11" y="21"/>
                    </a:cubicBezTo>
                    <a:cubicBezTo>
                      <a:pt x="160" y="21"/>
                      <a:pt x="160" y="21"/>
                      <a:pt x="160" y="21"/>
                    </a:cubicBezTo>
                    <a:cubicBezTo>
                      <a:pt x="166" y="21"/>
                      <a:pt x="170" y="16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8" name="Freeform 121">
                <a:extLst>
                  <a:ext uri="{FF2B5EF4-FFF2-40B4-BE49-F238E27FC236}">
                    <a16:creationId xmlns:a16="http://schemas.microsoft.com/office/drawing/2014/main" xmlns="" id="{169A2FBC-0956-4DC7-ADF8-83D5DC6094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2177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7 h 76"/>
                  <a:gd name="T6" fmla="*/ 39 w 76"/>
                  <a:gd name="T7" fmla="*/ 75 h 76"/>
                  <a:gd name="T8" fmla="*/ 75 w 76"/>
                  <a:gd name="T9" fmla="*/ 37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7 h 76"/>
                  <a:gd name="T18" fmla="*/ 39 w 76"/>
                  <a:gd name="T19" fmla="*/ 21 h 76"/>
                  <a:gd name="T20" fmla="*/ 53 w 76"/>
                  <a:gd name="T21" fmla="*/ 37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5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5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9" name="Freeform 122">
                <a:extLst>
                  <a:ext uri="{FF2B5EF4-FFF2-40B4-BE49-F238E27FC236}">
                    <a16:creationId xmlns:a16="http://schemas.microsoft.com/office/drawing/2014/main" xmlns="" id="{59EA31B7-D7DB-4DBF-B245-2AE82627F5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24499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8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8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0" name="Freeform 123">
                <a:extLst>
                  <a:ext uri="{FF2B5EF4-FFF2-40B4-BE49-F238E27FC236}">
                    <a16:creationId xmlns:a16="http://schemas.microsoft.com/office/drawing/2014/main" xmlns="" id="{07115F20-4892-4DCD-A419-4CD8D03F5E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86498" y="3832860"/>
                <a:ext cx="526182" cy="785151"/>
              </a:xfrm>
              <a:custGeom>
                <a:avLst/>
                <a:gdLst>
                  <a:gd name="T0" fmla="*/ 398 w 426"/>
                  <a:gd name="T1" fmla="*/ 640 h 641"/>
                  <a:gd name="T2" fmla="*/ 398 w 426"/>
                  <a:gd name="T3" fmla="*/ 640 h 641"/>
                  <a:gd name="T4" fmla="*/ 425 w 426"/>
                  <a:gd name="T5" fmla="*/ 612 h 641"/>
                  <a:gd name="T6" fmla="*/ 425 w 426"/>
                  <a:gd name="T7" fmla="*/ 544 h 641"/>
                  <a:gd name="T8" fmla="*/ 425 w 426"/>
                  <a:gd name="T9" fmla="*/ 416 h 641"/>
                  <a:gd name="T10" fmla="*/ 425 w 426"/>
                  <a:gd name="T11" fmla="*/ 288 h 641"/>
                  <a:gd name="T12" fmla="*/ 425 w 426"/>
                  <a:gd name="T13" fmla="*/ 139 h 641"/>
                  <a:gd name="T14" fmla="*/ 425 w 426"/>
                  <a:gd name="T15" fmla="*/ 27 h 641"/>
                  <a:gd name="T16" fmla="*/ 398 w 426"/>
                  <a:gd name="T17" fmla="*/ 0 h 641"/>
                  <a:gd name="T18" fmla="*/ 27 w 426"/>
                  <a:gd name="T19" fmla="*/ 0 h 641"/>
                  <a:gd name="T20" fmla="*/ 0 w 426"/>
                  <a:gd name="T21" fmla="*/ 27 h 641"/>
                  <a:gd name="T22" fmla="*/ 0 w 426"/>
                  <a:gd name="T23" fmla="*/ 139 h 641"/>
                  <a:gd name="T24" fmla="*/ 0 w 426"/>
                  <a:gd name="T25" fmla="*/ 288 h 641"/>
                  <a:gd name="T26" fmla="*/ 0 w 426"/>
                  <a:gd name="T27" fmla="*/ 416 h 641"/>
                  <a:gd name="T28" fmla="*/ 0 w 426"/>
                  <a:gd name="T29" fmla="*/ 544 h 641"/>
                  <a:gd name="T30" fmla="*/ 0 w 426"/>
                  <a:gd name="T31" fmla="*/ 612 h 641"/>
                  <a:gd name="T32" fmla="*/ 27 w 426"/>
                  <a:gd name="T33" fmla="*/ 640 h 641"/>
                  <a:gd name="T34" fmla="*/ 398 w 426"/>
                  <a:gd name="T35" fmla="*/ 640 h 641"/>
                  <a:gd name="T36" fmla="*/ 21 w 426"/>
                  <a:gd name="T37" fmla="*/ 27 h 641"/>
                  <a:gd name="T38" fmla="*/ 21 w 426"/>
                  <a:gd name="T39" fmla="*/ 27 h 641"/>
                  <a:gd name="T40" fmla="*/ 27 w 426"/>
                  <a:gd name="T41" fmla="*/ 22 h 641"/>
                  <a:gd name="T42" fmla="*/ 398 w 426"/>
                  <a:gd name="T43" fmla="*/ 22 h 641"/>
                  <a:gd name="T44" fmla="*/ 404 w 426"/>
                  <a:gd name="T45" fmla="*/ 27 h 641"/>
                  <a:gd name="T46" fmla="*/ 404 w 426"/>
                  <a:gd name="T47" fmla="*/ 129 h 641"/>
                  <a:gd name="T48" fmla="*/ 21 w 426"/>
                  <a:gd name="T49" fmla="*/ 129 h 641"/>
                  <a:gd name="T50" fmla="*/ 21 w 426"/>
                  <a:gd name="T51" fmla="*/ 27 h 641"/>
                  <a:gd name="T52" fmla="*/ 21 w 426"/>
                  <a:gd name="T53" fmla="*/ 150 h 641"/>
                  <a:gd name="T54" fmla="*/ 21 w 426"/>
                  <a:gd name="T55" fmla="*/ 150 h 641"/>
                  <a:gd name="T56" fmla="*/ 404 w 426"/>
                  <a:gd name="T57" fmla="*/ 150 h 641"/>
                  <a:gd name="T58" fmla="*/ 404 w 426"/>
                  <a:gd name="T59" fmla="*/ 277 h 641"/>
                  <a:gd name="T60" fmla="*/ 21 w 426"/>
                  <a:gd name="T61" fmla="*/ 277 h 641"/>
                  <a:gd name="T62" fmla="*/ 21 w 426"/>
                  <a:gd name="T63" fmla="*/ 150 h 641"/>
                  <a:gd name="T64" fmla="*/ 21 w 426"/>
                  <a:gd name="T65" fmla="*/ 298 h 641"/>
                  <a:gd name="T66" fmla="*/ 21 w 426"/>
                  <a:gd name="T67" fmla="*/ 298 h 641"/>
                  <a:gd name="T68" fmla="*/ 404 w 426"/>
                  <a:gd name="T69" fmla="*/ 298 h 641"/>
                  <a:gd name="T70" fmla="*/ 404 w 426"/>
                  <a:gd name="T71" fmla="*/ 406 h 641"/>
                  <a:gd name="T72" fmla="*/ 21 w 426"/>
                  <a:gd name="T73" fmla="*/ 406 h 641"/>
                  <a:gd name="T74" fmla="*/ 21 w 426"/>
                  <a:gd name="T75" fmla="*/ 298 h 641"/>
                  <a:gd name="T76" fmla="*/ 21 w 426"/>
                  <a:gd name="T77" fmla="*/ 427 h 641"/>
                  <a:gd name="T78" fmla="*/ 21 w 426"/>
                  <a:gd name="T79" fmla="*/ 427 h 641"/>
                  <a:gd name="T80" fmla="*/ 404 w 426"/>
                  <a:gd name="T81" fmla="*/ 427 h 641"/>
                  <a:gd name="T82" fmla="*/ 404 w 426"/>
                  <a:gd name="T83" fmla="*/ 533 h 641"/>
                  <a:gd name="T84" fmla="*/ 21 w 426"/>
                  <a:gd name="T85" fmla="*/ 533 h 641"/>
                  <a:gd name="T86" fmla="*/ 21 w 426"/>
                  <a:gd name="T87" fmla="*/ 427 h 641"/>
                  <a:gd name="T88" fmla="*/ 21 w 426"/>
                  <a:gd name="T89" fmla="*/ 612 h 641"/>
                  <a:gd name="T90" fmla="*/ 21 w 426"/>
                  <a:gd name="T91" fmla="*/ 612 h 641"/>
                  <a:gd name="T92" fmla="*/ 21 w 426"/>
                  <a:gd name="T93" fmla="*/ 554 h 641"/>
                  <a:gd name="T94" fmla="*/ 404 w 426"/>
                  <a:gd name="T95" fmla="*/ 554 h 641"/>
                  <a:gd name="T96" fmla="*/ 404 w 426"/>
                  <a:gd name="T97" fmla="*/ 612 h 641"/>
                  <a:gd name="T98" fmla="*/ 398 w 426"/>
                  <a:gd name="T99" fmla="*/ 619 h 641"/>
                  <a:gd name="T100" fmla="*/ 27 w 426"/>
                  <a:gd name="T101" fmla="*/ 619 h 641"/>
                  <a:gd name="T102" fmla="*/ 21 w 426"/>
                  <a:gd name="T103" fmla="*/ 612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426" h="641">
                    <a:moveTo>
                      <a:pt x="398" y="640"/>
                    </a:moveTo>
                    <a:lnTo>
                      <a:pt x="398" y="640"/>
                    </a:lnTo>
                    <a:cubicBezTo>
                      <a:pt x="413" y="640"/>
                      <a:pt x="425" y="627"/>
                      <a:pt x="425" y="612"/>
                    </a:cubicBezTo>
                    <a:cubicBezTo>
                      <a:pt x="425" y="544"/>
                      <a:pt x="425" y="544"/>
                      <a:pt x="425" y="544"/>
                    </a:cubicBezTo>
                    <a:cubicBezTo>
                      <a:pt x="425" y="416"/>
                      <a:pt x="425" y="416"/>
                      <a:pt x="425" y="416"/>
                    </a:cubicBezTo>
                    <a:cubicBezTo>
                      <a:pt x="425" y="288"/>
                      <a:pt x="425" y="288"/>
                      <a:pt x="425" y="288"/>
                    </a:cubicBezTo>
                    <a:cubicBezTo>
                      <a:pt x="425" y="139"/>
                      <a:pt x="425" y="139"/>
                      <a:pt x="425" y="139"/>
                    </a:cubicBezTo>
                    <a:cubicBezTo>
                      <a:pt x="425" y="27"/>
                      <a:pt x="425" y="27"/>
                      <a:pt x="425" y="27"/>
                    </a:cubicBezTo>
                    <a:cubicBezTo>
                      <a:pt x="425" y="13"/>
                      <a:pt x="413" y="0"/>
                      <a:pt x="398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12" y="0"/>
                      <a:pt x="0" y="13"/>
                      <a:pt x="0" y="27"/>
                    </a:cubicBezTo>
                    <a:cubicBezTo>
                      <a:pt x="0" y="139"/>
                      <a:pt x="0" y="139"/>
                      <a:pt x="0" y="139"/>
                    </a:cubicBezTo>
                    <a:cubicBezTo>
                      <a:pt x="0" y="288"/>
                      <a:pt x="0" y="288"/>
                      <a:pt x="0" y="288"/>
                    </a:cubicBezTo>
                    <a:cubicBezTo>
                      <a:pt x="0" y="416"/>
                      <a:pt x="0" y="416"/>
                      <a:pt x="0" y="416"/>
                    </a:cubicBezTo>
                    <a:cubicBezTo>
                      <a:pt x="0" y="544"/>
                      <a:pt x="0" y="544"/>
                      <a:pt x="0" y="544"/>
                    </a:cubicBezTo>
                    <a:cubicBezTo>
                      <a:pt x="0" y="612"/>
                      <a:pt x="0" y="612"/>
                      <a:pt x="0" y="612"/>
                    </a:cubicBezTo>
                    <a:cubicBezTo>
                      <a:pt x="0" y="627"/>
                      <a:pt x="12" y="640"/>
                      <a:pt x="27" y="640"/>
                    </a:cubicBezTo>
                    <a:lnTo>
                      <a:pt x="398" y="640"/>
                    </a:lnTo>
                    <a:close/>
                    <a:moveTo>
                      <a:pt x="21" y="27"/>
                    </a:moveTo>
                    <a:lnTo>
                      <a:pt x="21" y="27"/>
                    </a:lnTo>
                    <a:cubicBezTo>
                      <a:pt x="21" y="25"/>
                      <a:pt x="23" y="22"/>
                      <a:pt x="27" y="22"/>
                    </a:cubicBezTo>
                    <a:cubicBezTo>
                      <a:pt x="398" y="22"/>
                      <a:pt x="398" y="22"/>
                      <a:pt x="398" y="22"/>
                    </a:cubicBezTo>
                    <a:cubicBezTo>
                      <a:pt x="401" y="22"/>
                      <a:pt x="404" y="25"/>
                      <a:pt x="404" y="27"/>
                    </a:cubicBezTo>
                    <a:cubicBezTo>
                      <a:pt x="404" y="129"/>
                      <a:pt x="404" y="129"/>
                      <a:pt x="404" y="129"/>
                    </a:cubicBezTo>
                    <a:cubicBezTo>
                      <a:pt x="21" y="129"/>
                      <a:pt x="21" y="129"/>
                      <a:pt x="21" y="129"/>
                    </a:cubicBezTo>
                    <a:lnTo>
                      <a:pt x="21" y="27"/>
                    </a:lnTo>
                    <a:close/>
                    <a:moveTo>
                      <a:pt x="21" y="150"/>
                    </a:moveTo>
                    <a:lnTo>
                      <a:pt x="21" y="150"/>
                    </a:lnTo>
                    <a:cubicBezTo>
                      <a:pt x="404" y="150"/>
                      <a:pt x="404" y="150"/>
                      <a:pt x="404" y="150"/>
                    </a:cubicBezTo>
                    <a:cubicBezTo>
                      <a:pt x="404" y="277"/>
                      <a:pt x="404" y="277"/>
                      <a:pt x="404" y="277"/>
                    </a:cubicBezTo>
                    <a:cubicBezTo>
                      <a:pt x="21" y="277"/>
                      <a:pt x="21" y="277"/>
                      <a:pt x="21" y="277"/>
                    </a:cubicBezTo>
                    <a:lnTo>
                      <a:pt x="21" y="150"/>
                    </a:lnTo>
                    <a:close/>
                    <a:moveTo>
                      <a:pt x="21" y="298"/>
                    </a:moveTo>
                    <a:lnTo>
                      <a:pt x="21" y="298"/>
                    </a:lnTo>
                    <a:cubicBezTo>
                      <a:pt x="404" y="298"/>
                      <a:pt x="404" y="298"/>
                      <a:pt x="404" y="298"/>
                    </a:cubicBezTo>
                    <a:cubicBezTo>
                      <a:pt x="404" y="406"/>
                      <a:pt x="404" y="406"/>
                      <a:pt x="404" y="406"/>
                    </a:cubicBezTo>
                    <a:cubicBezTo>
                      <a:pt x="21" y="406"/>
                      <a:pt x="21" y="406"/>
                      <a:pt x="21" y="406"/>
                    </a:cubicBezTo>
                    <a:lnTo>
                      <a:pt x="21" y="298"/>
                    </a:lnTo>
                    <a:close/>
                    <a:moveTo>
                      <a:pt x="21" y="427"/>
                    </a:moveTo>
                    <a:lnTo>
                      <a:pt x="21" y="427"/>
                    </a:lnTo>
                    <a:cubicBezTo>
                      <a:pt x="404" y="427"/>
                      <a:pt x="404" y="427"/>
                      <a:pt x="404" y="427"/>
                    </a:cubicBezTo>
                    <a:cubicBezTo>
                      <a:pt x="404" y="533"/>
                      <a:pt x="404" y="533"/>
                      <a:pt x="404" y="533"/>
                    </a:cubicBezTo>
                    <a:cubicBezTo>
                      <a:pt x="21" y="533"/>
                      <a:pt x="21" y="533"/>
                      <a:pt x="21" y="533"/>
                    </a:cubicBezTo>
                    <a:lnTo>
                      <a:pt x="21" y="427"/>
                    </a:lnTo>
                    <a:close/>
                    <a:moveTo>
                      <a:pt x="21" y="612"/>
                    </a:moveTo>
                    <a:lnTo>
                      <a:pt x="21" y="612"/>
                    </a:lnTo>
                    <a:cubicBezTo>
                      <a:pt x="21" y="554"/>
                      <a:pt x="21" y="554"/>
                      <a:pt x="21" y="554"/>
                    </a:cubicBezTo>
                    <a:cubicBezTo>
                      <a:pt x="404" y="554"/>
                      <a:pt x="404" y="554"/>
                      <a:pt x="404" y="554"/>
                    </a:cubicBezTo>
                    <a:cubicBezTo>
                      <a:pt x="404" y="612"/>
                      <a:pt x="404" y="612"/>
                      <a:pt x="404" y="612"/>
                    </a:cubicBezTo>
                    <a:cubicBezTo>
                      <a:pt x="404" y="616"/>
                      <a:pt x="401" y="619"/>
                      <a:pt x="398" y="619"/>
                    </a:cubicBezTo>
                    <a:cubicBezTo>
                      <a:pt x="27" y="619"/>
                      <a:pt x="27" y="619"/>
                      <a:pt x="27" y="619"/>
                    </a:cubicBezTo>
                    <a:cubicBezTo>
                      <a:pt x="23" y="619"/>
                      <a:pt x="21" y="616"/>
                      <a:pt x="21" y="612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1" name="Freeform 124">
                <a:extLst>
                  <a:ext uri="{FF2B5EF4-FFF2-40B4-BE49-F238E27FC236}">
                    <a16:creationId xmlns:a16="http://schemas.microsoft.com/office/drawing/2014/main" xmlns="" id="{9EA60E95-59DD-4A01-B0FA-42513BEAF8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381963"/>
                <a:ext cx="81940" cy="92054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4 h 75"/>
                  <a:gd name="T14" fmla="*/ 39 w 76"/>
                  <a:gd name="T15" fmla="*/ 54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6"/>
                      <a:pt x="22" y="37"/>
                    </a:cubicBezTo>
                    <a:cubicBezTo>
                      <a:pt x="22" y="28"/>
                      <a:pt x="29" y="21"/>
                      <a:pt x="39" y="21"/>
                    </a:cubicBezTo>
                    <a:cubicBezTo>
                      <a:pt x="47" y="21"/>
                      <a:pt x="53" y="28"/>
                      <a:pt x="53" y="37"/>
                    </a:cubicBezTo>
                    <a:cubicBezTo>
                      <a:pt x="53" y="46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2" name="Freeform 125">
                <a:extLst>
                  <a:ext uri="{FF2B5EF4-FFF2-40B4-BE49-F238E27FC236}">
                    <a16:creationId xmlns:a16="http://schemas.microsoft.com/office/drawing/2014/main" xmlns="" id="{277C2BFE-7B2E-4B06-836A-8103FB6414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411046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1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1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6"/>
                      <a:pt x="0" y="11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1"/>
                    </a:cubicBezTo>
                    <a:cubicBezTo>
                      <a:pt x="170" y="6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grpSp>
          <p:nvGrpSpPr>
            <p:cNvPr id="9" name="그룹 8"/>
            <p:cNvGrpSpPr/>
            <p:nvPr/>
          </p:nvGrpSpPr>
          <p:grpSpPr>
            <a:xfrm>
              <a:off x="7615589" y="3587138"/>
              <a:ext cx="461612" cy="683618"/>
              <a:chOff x="7539389" y="3807187"/>
              <a:chExt cx="416888" cy="451880"/>
            </a:xfrm>
          </p:grpSpPr>
          <p:sp>
            <p:nvSpPr>
              <p:cNvPr id="32" name="Freeform 111">
                <a:extLst>
                  <a:ext uri="{FF2B5EF4-FFF2-40B4-BE49-F238E27FC236}">
                    <a16:creationId xmlns:a16="http://schemas.microsoft.com/office/drawing/2014/main" xmlns="" id="{BC11850A-92B9-404F-BF5E-D6215717A6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49742" y="3926802"/>
                <a:ext cx="193118" cy="209326"/>
              </a:xfrm>
              <a:custGeom>
                <a:avLst/>
                <a:gdLst>
                  <a:gd name="T0" fmla="*/ 268 w 279"/>
                  <a:gd name="T1" fmla="*/ 0 h 278"/>
                  <a:gd name="T2" fmla="*/ 268 w 279"/>
                  <a:gd name="T3" fmla="*/ 0 h 278"/>
                  <a:gd name="T4" fmla="*/ 12 w 279"/>
                  <a:gd name="T5" fmla="*/ 0 h 278"/>
                  <a:gd name="T6" fmla="*/ 0 w 279"/>
                  <a:gd name="T7" fmla="*/ 11 h 278"/>
                  <a:gd name="T8" fmla="*/ 0 w 279"/>
                  <a:gd name="T9" fmla="*/ 266 h 278"/>
                  <a:gd name="T10" fmla="*/ 12 w 279"/>
                  <a:gd name="T11" fmla="*/ 277 h 278"/>
                  <a:gd name="T12" fmla="*/ 268 w 279"/>
                  <a:gd name="T13" fmla="*/ 277 h 278"/>
                  <a:gd name="T14" fmla="*/ 278 w 279"/>
                  <a:gd name="T15" fmla="*/ 266 h 278"/>
                  <a:gd name="T16" fmla="*/ 278 w 279"/>
                  <a:gd name="T17" fmla="*/ 11 h 278"/>
                  <a:gd name="T18" fmla="*/ 268 w 279"/>
                  <a:gd name="T19" fmla="*/ 0 h 278"/>
                  <a:gd name="T20" fmla="*/ 256 w 279"/>
                  <a:gd name="T21" fmla="*/ 255 h 278"/>
                  <a:gd name="T22" fmla="*/ 256 w 279"/>
                  <a:gd name="T23" fmla="*/ 255 h 278"/>
                  <a:gd name="T24" fmla="*/ 22 w 279"/>
                  <a:gd name="T25" fmla="*/ 255 h 278"/>
                  <a:gd name="T26" fmla="*/ 22 w 279"/>
                  <a:gd name="T27" fmla="*/ 21 h 278"/>
                  <a:gd name="T28" fmla="*/ 256 w 279"/>
                  <a:gd name="T29" fmla="*/ 21 h 278"/>
                  <a:gd name="T30" fmla="*/ 256 w 279"/>
                  <a:gd name="T31" fmla="*/ 255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79" h="278">
                    <a:moveTo>
                      <a:pt x="268" y="0"/>
                    </a:moveTo>
                    <a:lnTo>
                      <a:pt x="268" y="0"/>
                    </a:ln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4"/>
                      <a:pt x="0" y="11"/>
                    </a:cubicBezTo>
                    <a:cubicBezTo>
                      <a:pt x="0" y="266"/>
                      <a:pt x="0" y="266"/>
                      <a:pt x="0" y="266"/>
                    </a:cubicBezTo>
                    <a:cubicBezTo>
                      <a:pt x="0" y="273"/>
                      <a:pt x="5" y="277"/>
                      <a:pt x="12" y="277"/>
                    </a:cubicBezTo>
                    <a:cubicBezTo>
                      <a:pt x="268" y="277"/>
                      <a:pt x="268" y="277"/>
                      <a:pt x="268" y="277"/>
                    </a:cubicBezTo>
                    <a:cubicBezTo>
                      <a:pt x="273" y="277"/>
                      <a:pt x="278" y="273"/>
                      <a:pt x="278" y="266"/>
                    </a:cubicBezTo>
                    <a:cubicBezTo>
                      <a:pt x="278" y="11"/>
                      <a:pt x="278" y="11"/>
                      <a:pt x="278" y="11"/>
                    </a:cubicBezTo>
                    <a:cubicBezTo>
                      <a:pt x="278" y="4"/>
                      <a:pt x="273" y="0"/>
                      <a:pt x="268" y="0"/>
                    </a:cubicBezTo>
                    <a:close/>
                    <a:moveTo>
                      <a:pt x="256" y="255"/>
                    </a:moveTo>
                    <a:lnTo>
                      <a:pt x="256" y="255"/>
                    </a:lnTo>
                    <a:cubicBezTo>
                      <a:pt x="22" y="255"/>
                      <a:pt x="22" y="255"/>
                      <a:pt x="22" y="255"/>
                    </a:cubicBezTo>
                    <a:cubicBezTo>
                      <a:pt x="22" y="21"/>
                      <a:pt x="22" y="21"/>
                      <a:pt x="22" y="21"/>
                    </a:cubicBezTo>
                    <a:cubicBezTo>
                      <a:pt x="256" y="21"/>
                      <a:pt x="256" y="21"/>
                      <a:pt x="256" y="21"/>
                    </a:cubicBezTo>
                    <a:lnTo>
                      <a:pt x="256" y="255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3" name="Freeform 112">
                <a:extLst>
                  <a:ext uri="{FF2B5EF4-FFF2-40B4-BE49-F238E27FC236}">
                    <a16:creationId xmlns:a16="http://schemas.microsoft.com/office/drawing/2014/main" xmlns="" id="{9BB65042-15E8-4757-A437-CB30B736B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39389" y="3807187"/>
                <a:ext cx="416888" cy="451880"/>
              </a:xfrm>
              <a:custGeom>
                <a:avLst/>
                <a:gdLst>
                  <a:gd name="T0" fmla="*/ 11 w 598"/>
                  <a:gd name="T1" fmla="*/ 501 h 598"/>
                  <a:gd name="T2" fmla="*/ 96 w 598"/>
                  <a:gd name="T3" fmla="*/ 522 h 598"/>
                  <a:gd name="T4" fmla="*/ 117 w 598"/>
                  <a:gd name="T5" fmla="*/ 522 h 598"/>
                  <a:gd name="T6" fmla="*/ 160 w 598"/>
                  <a:gd name="T7" fmla="*/ 586 h 598"/>
                  <a:gd name="T8" fmla="*/ 192 w 598"/>
                  <a:gd name="T9" fmla="*/ 597 h 598"/>
                  <a:gd name="T10" fmla="*/ 225 w 598"/>
                  <a:gd name="T11" fmla="*/ 586 h 598"/>
                  <a:gd name="T12" fmla="*/ 267 w 598"/>
                  <a:gd name="T13" fmla="*/ 522 h 598"/>
                  <a:gd name="T14" fmla="*/ 289 w 598"/>
                  <a:gd name="T15" fmla="*/ 522 h 598"/>
                  <a:gd name="T16" fmla="*/ 331 w 598"/>
                  <a:gd name="T17" fmla="*/ 586 h 598"/>
                  <a:gd name="T18" fmla="*/ 363 w 598"/>
                  <a:gd name="T19" fmla="*/ 597 h 598"/>
                  <a:gd name="T20" fmla="*/ 395 w 598"/>
                  <a:gd name="T21" fmla="*/ 586 h 598"/>
                  <a:gd name="T22" fmla="*/ 438 w 598"/>
                  <a:gd name="T23" fmla="*/ 522 h 598"/>
                  <a:gd name="T24" fmla="*/ 459 w 598"/>
                  <a:gd name="T25" fmla="*/ 522 h 598"/>
                  <a:gd name="T26" fmla="*/ 501 w 598"/>
                  <a:gd name="T27" fmla="*/ 586 h 598"/>
                  <a:gd name="T28" fmla="*/ 523 w 598"/>
                  <a:gd name="T29" fmla="*/ 501 h 598"/>
                  <a:gd name="T30" fmla="*/ 523 w 598"/>
                  <a:gd name="T31" fmla="*/ 479 h 598"/>
                  <a:gd name="T32" fmla="*/ 586 w 598"/>
                  <a:gd name="T33" fmla="*/ 437 h 598"/>
                  <a:gd name="T34" fmla="*/ 597 w 598"/>
                  <a:gd name="T35" fmla="*/ 405 h 598"/>
                  <a:gd name="T36" fmla="*/ 586 w 598"/>
                  <a:gd name="T37" fmla="*/ 372 h 598"/>
                  <a:gd name="T38" fmla="*/ 523 w 598"/>
                  <a:gd name="T39" fmla="*/ 329 h 598"/>
                  <a:gd name="T40" fmla="*/ 523 w 598"/>
                  <a:gd name="T41" fmla="*/ 308 h 598"/>
                  <a:gd name="T42" fmla="*/ 586 w 598"/>
                  <a:gd name="T43" fmla="*/ 266 h 598"/>
                  <a:gd name="T44" fmla="*/ 597 w 598"/>
                  <a:gd name="T45" fmla="*/ 234 h 598"/>
                  <a:gd name="T46" fmla="*/ 586 w 598"/>
                  <a:gd name="T47" fmla="*/ 202 h 598"/>
                  <a:gd name="T48" fmla="*/ 523 w 598"/>
                  <a:gd name="T49" fmla="*/ 160 h 598"/>
                  <a:gd name="T50" fmla="*/ 523 w 598"/>
                  <a:gd name="T51" fmla="*/ 139 h 598"/>
                  <a:gd name="T52" fmla="*/ 586 w 598"/>
                  <a:gd name="T53" fmla="*/ 96 h 598"/>
                  <a:gd name="T54" fmla="*/ 501 w 598"/>
                  <a:gd name="T55" fmla="*/ 74 h 598"/>
                  <a:gd name="T56" fmla="*/ 480 w 598"/>
                  <a:gd name="T57" fmla="*/ 74 h 598"/>
                  <a:gd name="T58" fmla="*/ 438 w 598"/>
                  <a:gd name="T59" fmla="*/ 11 h 598"/>
                  <a:gd name="T60" fmla="*/ 406 w 598"/>
                  <a:gd name="T61" fmla="*/ 0 h 598"/>
                  <a:gd name="T62" fmla="*/ 374 w 598"/>
                  <a:gd name="T63" fmla="*/ 11 h 598"/>
                  <a:gd name="T64" fmla="*/ 331 w 598"/>
                  <a:gd name="T65" fmla="*/ 74 h 598"/>
                  <a:gd name="T66" fmla="*/ 309 w 598"/>
                  <a:gd name="T67" fmla="*/ 74 h 598"/>
                  <a:gd name="T68" fmla="*/ 267 w 598"/>
                  <a:gd name="T69" fmla="*/ 11 h 598"/>
                  <a:gd name="T70" fmla="*/ 235 w 598"/>
                  <a:gd name="T71" fmla="*/ 0 h 598"/>
                  <a:gd name="T72" fmla="*/ 203 w 598"/>
                  <a:gd name="T73" fmla="*/ 11 h 598"/>
                  <a:gd name="T74" fmla="*/ 160 w 598"/>
                  <a:gd name="T75" fmla="*/ 74 h 598"/>
                  <a:gd name="T76" fmla="*/ 139 w 598"/>
                  <a:gd name="T77" fmla="*/ 74 h 598"/>
                  <a:gd name="T78" fmla="*/ 96 w 598"/>
                  <a:gd name="T79" fmla="*/ 11 h 598"/>
                  <a:gd name="T80" fmla="*/ 75 w 598"/>
                  <a:gd name="T81" fmla="*/ 96 h 598"/>
                  <a:gd name="T82" fmla="*/ 75 w 598"/>
                  <a:gd name="T83" fmla="*/ 117 h 598"/>
                  <a:gd name="T84" fmla="*/ 11 w 598"/>
                  <a:gd name="T85" fmla="*/ 160 h 598"/>
                  <a:gd name="T86" fmla="*/ 0 w 598"/>
                  <a:gd name="T87" fmla="*/ 192 h 598"/>
                  <a:gd name="T88" fmla="*/ 11 w 598"/>
                  <a:gd name="T89" fmla="*/ 223 h 598"/>
                  <a:gd name="T90" fmla="*/ 75 w 598"/>
                  <a:gd name="T91" fmla="*/ 266 h 598"/>
                  <a:gd name="T92" fmla="*/ 75 w 598"/>
                  <a:gd name="T93" fmla="*/ 288 h 598"/>
                  <a:gd name="T94" fmla="*/ 11 w 598"/>
                  <a:gd name="T95" fmla="*/ 329 h 598"/>
                  <a:gd name="T96" fmla="*/ 0 w 598"/>
                  <a:gd name="T97" fmla="*/ 362 h 598"/>
                  <a:gd name="T98" fmla="*/ 11 w 598"/>
                  <a:gd name="T99" fmla="*/ 394 h 598"/>
                  <a:gd name="T100" fmla="*/ 75 w 598"/>
                  <a:gd name="T101" fmla="*/ 437 h 598"/>
                  <a:gd name="T102" fmla="*/ 75 w 598"/>
                  <a:gd name="T103" fmla="*/ 458 h 598"/>
                  <a:gd name="T104" fmla="*/ 96 w 598"/>
                  <a:gd name="T105" fmla="*/ 96 h 598"/>
                  <a:gd name="T106" fmla="*/ 96 w 598"/>
                  <a:gd name="T107" fmla="*/ 96 h 5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598" h="598">
                    <a:moveTo>
                      <a:pt x="11" y="479"/>
                    </a:moveTo>
                    <a:lnTo>
                      <a:pt x="11" y="479"/>
                    </a:lnTo>
                    <a:cubicBezTo>
                      <a:pt x="5" y="479"/>
                      <a:pt x="0" y="484"/>
                      <a:pt x="0" y="490"/>
                    </a:cubicBezTo>
                    <a:cubicBezTo>
                      <a:pt x="0" y="496"/>
                      <a:pt x="5" y="501"/>
                      <a:pt x="11" y="501"/>
                    </a:cubicBezTo>
                    <a:cubicBezTo>
                      <a:pt x="75" y="501"/>
                      <a:pt x="75" y="501"/>
                      <a:pt x="75" y="501"/>
                    </a:cubicBezTo>
                    <a:cubicBezTo>
                      <a:pt x="75" y="511"/>
                      <a:pt x="75" y="511"/>
                      <a:pt x="75" y="511"/>
                    </a:cubicBezTo>
                    <a:cubicBezTo>
                      <a:pt x="75" y="517"/>
                      <a:pt x="81" y="522"/>
                      <a:pt x="86" y="522"/>
                    </a:cubicBezTo>
                    <a:cubicBezTo>
                      <a:pt x="96" y="522"/>
                      <a:pt x="96" y="522"/>
                      <a:pt x="96" y="522"/>
                    </a:cubicBezTo>
                    <a:cubicBezTo>
                      <a:pt x="96" y="586"/>
                      <a:pt x="96" y="586"/>
                      <a:pt x="96" y="586"/>
                    </a:cubicBezTo>
                    <a:cubicBezTo>
                      <a:pt x="96" y="592"/>
                      <a:pt x="101" y="597"/>
                      <a:pt x="107" y="597"/>
                    </a:cubicBezTo>
                    <a:cubicBezTo>
                      <a:pt x="113" y="597"/>
                      <a:pt x="117" y="592"/>
                      <a:pt x="117" y="586"/>
                    </a:cubicBezTo>
                    <a:cubicBezTo>
                      <a:pt x="117" y="522"/>
                      <a:pt x="117" y="522"/>
                      <a:pt x="117" y="522"/>
                    </a:cubicBezTo>
                    <a:cubicBezTo>
                      <a:pt x="139" y="522"/>
                      <a:pt x="139" y="522"/>
                      <a:pt x="139" y="522"/>
                    </a:cubicBezTo>
                    <a:cubicBezTo>
                      <a:pt x="139" y="586"/>
                      <a:pt x="139" y="586"/>
                      <a:pt x="139" y="586"/>
                    </a:cubicBezTo>
                    <a:cubicBezTo>
                      <a:pt x="139" y="592"/>
                      <a:pt x="144" y="597"/>
                      <a:pt x="150" y="597"/>
                    </a:cubicBezTo>
                    <a:cubicBezTo>
                      <a:pt x="155" y="597"/>
                      <a:pt x="160" y="592"/>
                      <a:pt x="160" y="586"/>
                    </a:cubicBezTo>
                    <a:cubicBezTo>
                      <a:pt x="160" y="522"/>
                      <a:pt x="160" y="522"/>
                      <a:pt x="160" y="522"/>
                    </a:cubicBezTo>
                    <a:cubicBezTo>
                      <a:pt x="182" y="522"/>
                      <a:pt x="182" y="522"/>
                      <a:pt x="182" y="522"/>
                    </a:cubicBezTo>
                    <a:cubicBezTo>
                      <a:pt x="182" y="586"/>
                      <a:pt x="182" y="586"/>
                      <a:pt x="182" y="586"/>
                    </a:cubicBezTo>
                    <a:cubicBezTo>
                      <a:pt x="182" y="592"/>
                      <a:pt x="187" y="597"/>
                      <a:pt x="192" y="597"/>
                    </a:cubicBezTo>
                    <a:cubicBezTo>
                      <a:pt x="198" y="597"/>
                      <a:pt x="203" y="592"/>
                      <a:pt x="203" y="586"/>
                    </a:cubicBezTo>
                    <a:cubicBezTo>
                      <a:pt x="203" y="522"/>
                      <a:pt x="203" y="522"/>
                      <a:pt x="203" y="522"/>
                    </a:cubicBezTo>
                    <a:cubicBezTo>
                      <a:pt x="225" y="522"/>
                      <a:pt x="225" y="522"/>
                      <a:pt x="225" y="522"/>
                    </a:cubicBezTo>
                    <a:cubicBezTo>
                      <a:pt x="225" y="586"/>
                      <a:pt x="225" y="586"/>
                      <a:pt x="225" y="586"/>
                    </a:cubicBezTo>
                    <a:cubicBezTo>
                      <a:pt x="225" y="592"/>
                      <a:pt x="229" y="597"/>
                      <a:pt x="235" y="597"/>
                    </a:cubicBezTo>
                    <a:cubicBezTo>
                      <a:pt x="241" y="597"/>
                      <a:pt x="246" y="592"/>
                      <a:pt x="246" y="586"/>
                    </a:cubicBezTo>
                    <a:cubicBezTo>
                      <a:pt x="246" y="522"/>
                      <a:pt x="246" y="522"/>
                      <a:pt x="246" y="522"/>
                    </a:cubicBezTo>
                    <a:cubicBezTo>
                      <a:pt x="267" y="522"/>
                      <a:pt x="267" y="522"/>
                      <a:pt x="267" y="522"/>
                    </a:cubicBezTo>
                    <a:cubicBezTo>
                      <a:pt x="267" y="586"/>
                      <a:pt x="267" y="586"/>
                      <a:pt x="267" y="586"/>
                    </a:cubicBezTo>
                    <a:cubicBezTo>
                      <a:pt x="267" y="592"/>
                      <a:pt x="271" y="597"/>
                      <a:pt x="278" y="597"/>
                    </a:cubicBezTo>
                    <a:cubicBezTo>
                      <a:pt x="283" y="597"/>
                      <a:pt x="289" y="592"/>
                      <a:pt x="289" y="586"/>
                    </a:cubicBezTo>
                    <a:cubicBezTo>
                      <a:pt x="289" y="522"/>
                      <a:pt x="289" y="522"/>
                      <a:pt x="289" y="522"/>
                    </a:cubicBezTo>
                    <a:cubicBezTo>
                      <a:pt x="309" y="522"/>
                      <a:pt x="309" y="522"/>
                      <a:pt x="309" y="522"/>
                    </a:cubicBezTo>
                    <a:cubicBezTo>
                      <a:pt x="309" y="586"/>
                      <a:pt x="309" y="586"/>
                      <a:pt x="309" y="586"/>
                    </a:cubicBezTo>
                    <a:cubicBezTo>
                      <a:pt x="309" y="592"/>
                      <a:pt x="314" y="597"/>
                      <a:pt x="320" y="597"/>
                    </a:cubicBezTo>
                    <a:cubicBezTo>
                      <a:pt x="326" y="597"/>
                      <a:pt x="331" y="592"/>
                      <a:pt x="331" y="586"/>
                    </a:cubicBezTo>
                    <a:cubicBezTo>
                      <a:pt x="331" y="522"/>
                      <a:pt x="331" y="522"/>
                      <a:pt x="331" y="522"/>
                    </a:cubicBezTo>
                    <a:cubicBezTo>
                      <a:pt x="352" y="522"/>
                      <a:pt x="352" y="522"/>
                      <a:pt x="352" y="522"/>
                    </a:cubicBezTo>
                    <a:cubicBezTo>
                      <a:pt x="352" y="586"/>
                      <a:pt x="352" y="586"/>
                      <a:pt x="352" y="586"/>
                    </a:cubicBezTo>
                    <a:cubicBezTo>
                      <a:pt x="352" y="592"/>
                      <a:pt x="357" y="597"/>
                      <a:pt x="363" y="597"/>
                    </a:cubicBezTo>
                    <a:cubicBezTo>
                      <a:pt x="369" y="597"/>
                      <a:pt x="374" y="592"/>
                      <a:pt x="374" y="586"/>
                    </a:cubicBezTo>
                    <a:cubicBezTo>
                      <a:pt x="374" y="522"/>
                      <a:pt x="374" y="522"/>
                      <a:pt x="374" y="522"/>
                    </a:cubicBezTo>
                    <a:cubicBezTo>
                      <a:pt x="395" y="522"/>
                      <a:pt x="395" y="522"/>
                      <a:pt x="395" y="522"/>
                    </a:cubicBezTo>
                    <a:cubicBezTo>
                      <a:pt x="395" y="586"/>
                      <a:pt x="395" y="586"/>
                      <a:pt x="395" y="586"/>
                    </a:cubicBezTo>
                    <a:cubicBezTo>
                      <a:pt x="395" y="592"/>
                      <a:pt x="399" y="597"/>
                      <a:pt x="406" y="597"/>
                    </a:cubicBezTo>
                    <a:cubicBezTo>
                      <a:pt x="411" y="597"/>
                      <a:pt x="416" y="592"/>
                      <a:pt x="416" y="586"/>
                    </a:cubicBezTo>
                    <a:cubicBezTo>
                      <a:pt x="416" y="522"/>
                      <a:pt x="416" y="522"/>
                      <a:pt x="416" y="522"/>
                    </a:cubicBezTo>
                    <a:cubicBezTo>
                      <a:pt x="438" y="522"/>
                      <a:pt x="438" y="522"/>
                      <a:pt x="438" y="522"/>
                    </a:cubicBezTo>
                    <a:cubicBezTo>
                      <a:pt x="438" y="586"/>
                      <a:pt x="438" y="586"/>
                      <a:pt x="438" y="586"/>
                    </a:cubicBezTo>
                    <a:cubicBezTo>
                      <a:pt x="438" y="592"/>
                      <a:pt x="442" y="597"/>
                      <a:pt x="448" y="597"/>
                    </a:cubicBezTo>
                    <a:cubicBezTo>
                      <a:pt x="454" y="597"/>
                      <a:pt x="459" y="592"/>
                      <a:pt x="459" y="586"/>
                    </a:cubicBezTo>
                    <a:cubicBezTo>
                      <a:pt x="459" y="522"/>
                      <a:pt x="459" y="522"/>
                      <a:pt x="459" y="522"/>
                    </a:cubicBezTo>
                    <a:cubicBezTo>
                      <a:pt x="480" y="522"/>
                      <a:pt x="480" y="522"/>
                      <a:pt x="480" y="522"/>
                    </a:cubicBezTo>
                    <a:cubicBezTo>
                      <a:pt x="480" y="586"/>
                      <a:pt x="480" y="586"/>
                      <a:pt x="480" y="586"/>
                    </a:cubicBezTo>
                    <a:cubicBezTo>
                      <a:pt x="480" y="592"/>
                      <a:pt x="485" y="597"/>
                      <a:pt x="491" y="597"/>
                    </a:cubicBezTo>
                    <a:cubicBezTo>
                      <a:pt x="497" y="597"/>
                      <a:pt x="501" y="592"/>
                      <a:pt x="501" y="586"/>
                    </a:cubicBezTo>
                    <a:cubicBezTo>
                      <a:pt x="501" y="522"/>
                      <a:pt x="501" y="522"/>
                      <a:pt x="501" y="522"/>
                    </a:cubicBezTo>
                    <a:cubicBezTo>
                      <a:pt x="512" y="522"/>
                      <a:pt x="512" y="522"/>
                      <a:pt x="512" y="522"/>
                    </a:cubicBezTo>
                    <a:cubicBezTo>
                      <a:pt x="519" y="522"/>
                      <a:pt x="523" y="517"/>
                      <a:pt x="523" y="511"/>
                    </a:cubicBezTo>
                    <a:cubicBezTo>
                      <a:pt x="523" y="501"/>
                      <a:pt x="523" y="501"/>
                      <a:pt x="523" y="501"/>
                    </a:cubicBezTo>
                    <a:cubicBezTo>
                      <a:pt x="586" y="501"/>
                      <a:pt x="586" y="501"/>
                      <a:pt x="586" y="501"/>
                    </a:cubicBezTo>
                    <a:cubicBezTo>
                      <a:pt x="593" y="501"/>
                      <a:pt x="597" y="496"/>
                      <a:pt x="597" y="490"/>
                    </a:cubicBezTo>
                    <a:cubicBezTo>
                      <a:pt x="597" y="484"/>
                      <a:pt x="593" y="479"/>
                      <a:pt x="586" y="479"/>
                    </a:cubicBezTo>
                    <a:cubicBezTo>
                      <a:pt x="523" y="479"/>
                      <a:pt x="523" y="479"/>
                      <a:pt x="523" y="479"/>
                    </a:cubicBezTo>
                    <a:cubicBezTo>
                      <a:pt x="523" y="458"/>
                      <a:pt x="523" y="458"/>
                      <a:pt x="523" y="458"/>
                    </a:cubicBezTo>
                    <a:cubicBezTo>
                      <a:pt x="586" y="458"/>
                      <a:pt x="586" y="458"/>
                      <a:pt x="586" y="458"/>
                    </a:cubicBezTo>
                    <a:cubicBezTo>
                      <a:pt x="593" y="458"/>
                      <a:pt x="597" y="454"/>
                      <a:pt x="597" y="448"/>
                    </a:cubicBezTo>
                    <a:cubicBezTo>
                      <a:pt x="597" y="442"/>
                      <a:pt x="593" y="437"/>
                      <a:pt x="586" y="437"/>
                    </a:cubicBezTo>
                    <a:cubicBezTo>
                      <a:pt x="523" y="437"/>
                      <a:pt x="523" y="437"/>
                      <a:pt x="523" y="437"/>
                    </a:cubicBezTo>
                    <a:cubicBezTo>
                      <a:pt x="523" y="415"/>
                      <a:pt x="523" y="415"/>
                      <a:pt x="523" y="415"/>
                    </a:cubicBezTo>
                    <a:cubicBezTo>
                      <a:pt x="586" y="415"/>
                      <a:pt x="586" y="415"/>
                      <a:pt x="586" y="415"/>
                    </a:cubicBezTo>
                    <a:cubicBezTo>
                      <a:pt x="593" y="415"/>
                      <a:pt x="597" y="411"/>
                      <a:pt x="597" y="405"/>
                    </a:cubicBezTo>
                    <a:cubicBezTo>
                      <a:pt x="597" y="399"/>
                      <a:pt x="593" y="394"/>
                      <a:pt x="586" y="394"/>
                    </a:cubicBezTo>
                    <a:cubicBezTo>
                      <a:pt x="523" y="394"/>
                      <a:pt x="523" y="394"/>
                      <a:pt x="523" y="394"/>
                    </a:cubicBezTo>
                    <a:cubicBezTo>
                      <a:pt x="523" y="372"/>
                      <a:pt x="523" y="372"/>
                      <a:pt x="523" y="372"/>
                    </a:cubicBezTo>
                    <a:cubicBezTo>
                      <a:pt x="586" y="372"/>
                      <a:pt x="586" y="372"/>
                      <a:pt x="586" y="372"/>
                    </a:cubicBezTo>
                    <a:cubicBezTo>
                      <a:pt x="593" y="372"/>
                      <a:pt x="597" y="368"/>
                      <a:pt x="597" y="362"/>
                    </a:cubicBezTo>
                    <a:cubicBezTo>
                      <a:pt x="597" y="357"/>
                      <a:pt x="593" y="351"/>
                      <a:pt x="586" y="351"/>
                    </a:cubicBezTo>
                    <a:cubicBezTo>
                      <a:pt x="523" y="351"/>
                      <a:pt x="523" y="351"/>
                      <a:pt x="523" y="351"/>
                    </a:cubicBezTo>
                    <a:cubicBezTo>
                      <a:pt x="523" y="329"/>
                      <a:pt x="523" y="329"/>
                      <a:pt x="523" y="329"/>
                    </a:cubicBezTo>
                    <a:cubicBezTo>
                      <a:pt x="586" y="329"/>
                      <a:pt x="586" y="329"/>
                      <a:pt x="586" y="329"/>
                    </a:cubicBezTo>
                    <a:cubicBezTo>
                      <a:pt x="593" y="329"/>
                      <a:pt x="597" y="325"/>
                      <a:pt x="597" y="319"/>
                    </a:cubicBezTo>
                    <a:cubicBezTo>
                      <a:pt x="597" y="314"/>
                      <a:pt x="593" y="308"/>
                      <a:pt x="586" y="308"/>
                    </a:cubicBezTo>
                    <a:cubicBezTo>
                      <a:pt x="523" y="308"/>
                      <a:pt x="523" y="308"/>
                      <a:pt x="523" y="308"/>
                    </a:cubicBezTo>
                    <a:cubicBezTo>
                      <a:pt x="523" y="288"/>
                      <a:pt x="523" y="288"/>
                      <a:pt x="523" y="288"/>
                    </a:cubicBezTo>
                    <a:cubicBezTo>
                      <a:pt x="586" y="288"/>
                      <a:pt x="586" y="288"/>
                      <a:pt x="586" y="288"/>
                    </a:cubicBezTo>
                    <a:cubicBezTo>
                      <a:pt x="593" y="288"/>
                      <a:pt x="597" y="283"/>
                      <a:pt x="597" y="276"/>
                    </a:cubicBezTo>
                    <a:cubicBezTo>
                      <a:pt x="597" y="271"/>
                      <a:pt x="593" y="266"/>
                      <a:pt x="586" y="266"/>
                    </a:cubicBezTo>
                    <a:cubicBezTo>
                      <a:pt x="523" y="266"/>
                      <a:pt x="523" y="266"/>
                      <a:pt x="523" y="266"/>
                    </a:cubicBezTo>
                    <a:cubicBezTo>
                      <a:pt x="523" y="245"/>
                      <a:pt x="523" y="245"/>
                      <a:pt x="523" y="245"/>
                    </a:cubicBezTo>
                    <a:cubicBezTo>
                      <a:pt x="586" y="245"/>
                      <a:pt x="586" y="245"/>
                      <a:pt x="586" y="245"/>
                    </a:cubicBezTo>
                    <a:cubicBezTo>
                      <a:pt x="593" y="245"/>
                      <a:pt x="597" y="241"/>
                      <a:pt x="597" y="234"/>
                    </a:cubicBezTo>
                    <a:cubicBezTo>
                      <a:pt x="597" y="228"/>
                      <a:pt x="593" y="223"/>
                      <a:pt x="586" y="223"/>
                    </a:cubicBezTo>
                    <a:cubicBezTo>
                      <a:pt x="523" y="223"/>
                      <a:pt x="523" y="223"/>
                      <a:pt x="523" y="223"/>
                    </a:cubicBezTo>
                    <a:cubicBezTo>
                      <a:pt x="523" y="202"/>
                      <a:pt x="523" y="202"/>
                      <a:pt x="523" y="202"/>
                    </a:cubicBezTo>
                    <a:cubicBezTo>
                      <a:pt x="586" y="202"/>
                      <a:pt x="586" y="202"/>
                      <a:pt x="586" y="202"/>
                    </a:cubicBezTo>
                    <a:cubicBezTo>
                      <a:pt x="593" y="202"/>
                      <a:pt x="597" y="198"/>
                      <a:pt x="597" y="192"/>
                    </a:cubicBezTo>
                    <a:cubicBezTo>
                      <a:pt x="597" y="186"/>
                      <a:pt x="593" y="181"/>
                      <a:pt x="586" y="181"/>
                    </a:cubicBezTo>
                    <a:cubicBezTo>
                      <a:pt x="523" y="181"/>
                      <a:pt x="523" y="181"/>
                      <a:pt x="523" y="181"/>
                    </a:cubicBezTo>
                    <a:cubicBezTo>
                      <a:pt x="523" y="160"/>
                      <a:pt x="523" y="160"/>
                      <a:pt x="523" y="160"/>
                    </a:cubicBezTo>
                    <a:cubicBezTo>
                      <a:pt x="586" y="160"/>
                      <a:pt x="586" y="160"/>
                      <a:pt x="586" y="160"/>
                    </a:cubicBezTo>
                    <a:cubicBezTo>
                      <a:pt x="593" y="160"/>
                      <a:pt x="597" y="155"/>
                      <a:pt x="597" y="150"/>
                    </a:cubicBezTo>
                    <a:cubicBezTo>
                      <a:pt x="597" y="143"/>
                      <a:pt x="593" y="139"/>
                      <a:pt x="586" y="139"/>
                    </a:cubicBezTo>
                    <a:cubicBezTo>
                      <a:pt x="523" y="139"/>
                      <a:pt x="523" y="139"/>
                      <a:pt x="523" y="139"/>
                    </a:cubicBezTo>
                    <a:cubicBezTo>
                      <a:pt x="523" y="117"/>
                      <a:pt x="523" y="117"/>
                      <a:pt x="523" y="117"/>
                    </a:cubicBezTo>
                    <a:cubicBezTo>
                      <a:pt x="586" y="117"/>
                      <a:pt x="586" y="117"/>
                      <a:pt x="586" y="117"/>
                    </a:cubicBezTo>
                    <a:cubicBezTo>
                      <a:pt x="593" y="117"/>
                      <a:pt x="597" y="112"/>
                      <a:pt x="597" y="107"/>
                    </a:cubicBezTo>
                    <a:cubicBezTo>
                      <a:pt x="597" y="101"/>
                      <a:pt x="593" y="96"/>
                      <a:pt x="586" y="96"/>
                    </a:cubicBezTo>
                    <a:cubicBezTo>
                      <a:pt x="523" y="96"/>
                      <a:pt x="523" y="96"/>
                      <a:pt x="523" y="96"/>
                    </a:cubicBezTo>
                    <a:cubicBezTo>
                      <a:pt x="523" y="86"/>
                      <a:pt x="523" y="86"/>
                      <a:pt x="523" y="86"/>
                    </a:cubicBezTo>
                    <a:cubicBezTo>
                      <a:pt x="523" y="79"/>
                      <a:pt x="519" y="74"/>
                      <a:pt x="512" y="74"/>
                    </a:cubicBezTo>
                    <a:cubicBezTo>
                      <a:pt x="501" y="74"/>
                      <a:pt x="501" y="74"/>
                      <a:pt x="501" y="74"/>
                    </a:cubicBezTo>
                    <a:cubicBezTo>
                      <a:pt x="501" y="11"/>
                      <a:pt x="501" y="11"/>
                      <a:pt x="501" y="11"/>
                    </a:cubicBezTo>
                    <a:cubicBezTo>
                      <a:pt x="501" y="4"/>
                      <a:pt x="497" y="0"/>
                      <a:pt x="491" y="0"/>
                    </a:cubicBezTo>
                    <a:cubicBezTo>
                      <a:pt x="485" y="0"/>
                      <a:pt x="480" y="4"/>
                      <a:pt x="480" y="11"/>
                    </a:cubicBezTo>
                    <a:cubicBezTo>
                      <a:pt x="480" y="74"/>
                      <a:pt x="480" y="74"/>
                      <a:pt x="480" y="74"/>
                    </a:cubicBezTo>
                    <a:cubicBezTo>
                      <a:pt x="459" y="74"/>
                      <a:pt x="459" y="74"/>
                      <a:pt x="459" y="74"/>
                    </a:cubicBezTo>
                    <a:cubicBezTo>
                      <a:pt x="459" y="11"/>
                      <a:pt x="459" y="11"/>
                      <a:pt x="459" y="11"/>
                    </a:cubicBezTo>
                    <a:cubicBezTo>
                      <a:pt x="459" y="4"/>
                      <a:pt x="454" y="0"/>
                      <a:pt x="448" y="0"/>
                    </a:cubicBezTo>
                    <a:cubicBezTo>
                      <a:pt x="442" y="0"/>
                      <a:pt x="438" y="4"/>
                      <a:pt x="438" y="11"/>
                    </a:cubicBezTo>
                    <a:cubicBezTo>
                      <a:pt x="438" y="74"/>
                      <a:pt x="438" y="74"/>
                      <a:pt x="438" y="74"/>
                    </a:cubicBezTo>
                    <a:cubicBezTo>
                      <a:pt x="416" y="74"/>
                      <a:pt x="416" y="74"/>
                      <a:pt x="416" y="74"/>
                    </a:cubicBezTo>
                    <a:cubicBezTo>
                      <a:pt x="416" y="11"/>
                      <a:pt x="416" y="11"/>
                      <a:pt x="416" y="11"/>
                    </a:cubicBezTo>
                    <a:cubicBezTo>
                      <a:pt x="416" y="4"/>
                      <a:pt x="411" y="0"/>
                      <a:pt x="406" y="0"/>
                    </a:cubicBezTo>
                    <a:cubicBezTo>
                      <a:pt x="399" y="0"/>
                      <a:pt x="395" y="4"/>
                      <a:pt x="395" y="11"/>
                    </a:cubicBezTo>
                    <a:cubicBezTo>
                      <a:pt x="395" y="74"/>
                      <a:pt x="395" y="74"/>
                      <a:pt x="395" y="74"/>
                    </a:cubicBezTo>
                    <a:cubicBezTo>
                      <a:pt x="374" y="74"/>
                      <a:pt x="374" y="74"/>
                      <a:pt x="374" y="74"/>
                    </a:cubicBezTo>
                    <a:cubicBezTo>
                      <a:pt x="374" y="11"/>
                      <a:pt x="374" y="11"/>
                      <a:pt x="374" y="11"/>
                    </a:cubicBezTo>
                    <a:cubicBezTo>
                      <a:pt x="374" y="4"/>
                      <a:pt x="369" y="0"/>
                      <a:pt x="363" y="0"/>
                    </a:cubicBezTo>
                    <a:cubicBezTo>
                      <a:pt x="357" y="0"/>
                      <a:pt x="352" y="4"/>
                      <a:pt x="352" y="11"/>
                    </a:cubicBezTo>
                    <a:cubicBezTo>
                      <a:pt x="352" y="74"/>
                      <a:pt x="352" y="74"/>
                      <a:pt x="352" y="74"/>
                    </a:cubicBezTo>
                    <a:cubicBezTo>
                      <a:pt x="331" y="74"/>
                      <a:pt x="331" y="74"/>
                      <a:pt x="331" y="74"/>
                    </a:cubicBezTo>
                    <a:cubicBezTo>
                      <a:pt x="331" y="11"/>
                      <a:pt x="331" y="11"/>
                      <a:pt x="331" y="11"/>
                    </a:cubicBezTo>
                    <a:cubicBezTo>
                      <a:pt x="331" y="4"/>
                      <a:pt x="326" y="0"/>
                      <a:pt x="320" y="0"/>
                    </a:cubicBezTo>
                    <a:cubicBezTo>
                      <a:pt x="314" y="0"/>
                      <a:pt x="309" y="4"/>
                      <a:pt x="309" y="11"/>
                    </a:cubicBezTo>
                    <a:cubicBezTo>
                      <a:pt x="309" y="74"/>
                      <a:pt x="309" y="74"/>
                      <a:pt x="309" y="74"/>
                    </a:cubicBezTo>
                    <a:cubicBezTo>
                      <a:pt x="289" y="74"/>
                      <a:pt x="289" y="74"/>
                      <a:pt x="289" y="74"/>
                    </a:cubicBezTo>
                    <a:cubicBezTo>
                      <a:pt x="289" y="11"/>
                      <a:pt x="289" y="11"/>
                      <a:pt x="289" y="11"/>
                    </a:cubicBezTo>
                    <a:cubicBezTo>
                      <a:pt x="289" y="4"/>
                      <a:pt x="283" y="0"/>
                      <a:pt x="278" y="0"/>
                    </a:cubicBezTo>
                    <a:cubicBezTo>
                      <a:pt x="271" y="0"/>
                      <a:pt x="267" y="4"/>
                      <a:pt x="267" y="11"/>
                    </a:cubicBezTo>
                    <a:cubicBezTo>
                      <a:pt x="267" y="74"/>
                      <a:pt x="267" y="74"/>
                      <a:pt x="267" y="74"/>
                    </a:cubicBezTo>
                    <a:cubicBezTo>
                      <a:pt x="246" y="74"/>
                      <a:pt x="246" y="74"/>
                      <a:pt x="246" y="74"/>
                    </a:cubicBezTo>
                    <a:cubicBezTo>
                      <a:pt x="246" y="11"/>
                      <a:pt x="246" y="11"/>
                      <a:pt x="246" y="11"/>
                    </a:cubicBezTo>
                    <a:cubicBezTo>
                      <a:pt x="246" y="4"/>
                      <a:pt x="241" y="0"/>
                      <a:pt x="235" y="0"/>
                    </a:cubicBezTo>
                    <a:cubicBezTo>
                      <a:pt x="229" y="0"/>
                      <a:pt x="225" y="4"/>
                      <a:pt x="225" y="11"/>
                    </a:cubicBezTo>
                    <a:cubicBezTo>
                      <a:pt x="225" y="74"/>
                      <a:pt x="225" y="74"/>
                      <a:pt x="225" y="74"/>
                    </a:cubicBezTo>
                    <a:cubicBezTo>
                      <a:pt x="203" y="74"/>
                      <a:pt x="203" y="74"/>
                      <a:pt x="203" y="74"/>
                    </a:cubicBezTo>
                    <a:cubicBezTo>
                      <a:pt x="203" y="11"/>
                      <a:pt x="203" y="11"/>
                      <a:pt x="203" y="11"/>
                    </a:cubicBezTo>
                    <a:cubicBezTo>
                      <a:pt x="203" y="4"/>
                      <a:pt x="198" y="0"/>
                      <a:pt x="192" y="0"/>
                    </a:cubicBezTo>
                    <a:cubicBezTo>
                      <a:pt x="187" y="0"/>
                      <a:pt x="182" y="4"/>
                      <a:pt x="182" y="11"/>
                    </a:cubicBezTo>
                    <a:cubicBezTo>
                      <a:pt x="182" y="74"/>
                      <a:pt x="182" y="74"/>
                      <a:pt x="182" y="74"/>
                    </a:cubicBezTo>
                    <a:cubicBezTo>
                      <a:pt x="160" y="74"/>
                      <a:pt x="160" y="74"/>
                      <a:pt x="160" y="74"/>
                    </a:cubicBezTo>
                    <a:cubicBezTo>
                      <a:pt x="160" y="11"/>
                      <a:pt x="160" y="11"/>
                      <a:pt x="160" y="11"/>
                    </a:cubicBezTo>
                    <a:cubicBezTo>
                      <a:pt x="160" y="4"/>
                      <a:pt x="155" y="0"/>
                      <a:pt x="150" y="0"/>
                    </a:cubicBezTo>
                    <a:cubicBezTo>
                      <a:pt x="144" y="0"/>
                      <a:pt x="139" y="4"/>
                      <a:pt x="139" y="11"/>
                    </a:cubicBezTo>
                    <a:cubicBezTo>
                      <a:pt x="139" y="74"/>
                      <a:pt x="139" y="74"/>
                      <a:pt x="139" y="74"/>
                    </a:cubicBezTo>
                    <a:cubicBezTo>
                      <a:pt x="117" y="74"/>
                      <a:pt x="117" y="74"/>
                      <a:pt x="117" y="74"/>
                    </a:cubicBezTo>
                    <a:cubicBezTo>
                      <a:pt x="117" y="11"/>
                      <a:pt x="117" y="11"/>
                      <a:pt x="117" y="11"/>
                    </a:cubicBezTo>
                    <a:cubicBezTo>
                      <a:pt x="117" y="4"/>
                      <a:pt x="113" y="0"/>
                      <a:pt x="107" y="0"/>
                    </a:cubicBezTo>
                    <a:cubicBezTo>
                      <a:pt x="101" y="0"/>
                      <a:pt x="96" y="4"/>
                      <a:pt x="96" y="11"/>
                    </a:cubicBezTo>
                    <a:cubicBezTo>
                      <a:pt x="96" y="74"/>
                      <a:pt x="96" y="74"/>
                      <a:pt x="96" y="74"/>
                    </a:cubicBezTo>
                    <a:cubicBezTo>
                      <a:pt x="86" y="74"/>
                      <a:pt x="86" y="74"/>
                      <a:pt x="86" y="74"/>
                    </a:cubicBezTo>
                    <a:cubicBezTo>
                      <a:pt x="81" y="74"/>
                      <a:pt x="75" y="79"/>
                      <a:pt x="75" y="86"/>
                    </a:cubicBezTo>
                    <a:cubicBezTo>
                      <a:pt x="75" y="96"/>
                      <a:pt x="75" y="96"/>
                      <a:pt x="75" y="96"/>
                    </a:cubicBezTo>
                    <a:cubicBezTo>
                      <a:pt x="11" y="96"/>
                      <a:pt x="11" y="96"/>
                      <a:pt x="11" y="96"/>
                    </a:cubicBezTo>
                    <a:cubicBezTo>
                      <a:pt x="5" y="96"/>
                      <a:pt x="0" y="101"/>
                      <a:pt x="0" y="107"/>
                    </a:cubicBezTo>
                    <a:cubicBezTo>
                      <a:pt x="0" y="112"/>
                      <a:pt x="5" y="117"/>
                      <a:pt x="11" y="117"/>
                    </a:cubicBezTo>
                    <a:cubicBezTo>
                      <a:pt x="75" y="117"/>
                      <a:pt x="75" y="117"/>
                      <a:pt x="75" y="117"/>
                    </a:cubicBezTo>
                    <a:cubicBezTo>
                      <a:pt x="75" y="139"/>
                      <a:pt x="75" y="139"/>
                      <a:pt x="75" y="139"/>
                    </a:cubicBezTo>
                    <a:cubicBezTo>
                      <a:pt x="11" y="139"/>
                      <a:pt x="11" y="139"/>
                      <a:pt x="11" y="139"/>
                    </a:cubicBezTo>
                    <a:cubicBezTo>
                      <a:pt x="5" y="139"/>
                      <a:pt x="0" y="143"/>
                      <a:pt x="0" y="150"/>
                    </a:cubicBezTo>
                    <a:cubicBezTo>
                      <a:pt x="0" y="155"/>
                      <a:pt x="5" y="160"/>
                      <a:pt x="11" y="160"/>
                    </a:cubicBezTo>
                    <a:cubicBezTo>
                      <a:pt x="75" y="160"/>
                      <a:pt x="75" y="160"/>
                      <a:pt x="75" y="160"/>
                    </a:cubicBezTo>
                    <a:cubicBezTo>
                      <a:pt x="75" y="181"/>
                      <a:pt x="75" y="181"/>
                      <a:pt x="75" y="181"/>
                    </a:cubicBezTo>
                    <a:cubicBezTo>
                      <a:pt x="11" y="181"/>
                      <a:pt x="11" y="181"/>
                      <a:pt x="11" y="181"/>
                    </a:cubicBezTo>
                    <a:cubicBezTo>
                      <a:pt x="5" y="181"/>
                      <a:pt x="0" y="186"/>
                      <a:pt x="0" y="192"/>
                    </a:cubicBezTo>
                    <a:cubicBezTo>
                      <a:pt x="0" y="198"/>
                      <a:pt x="5" y="202"/>
                      <a:pt x="11" y="202"/>
                    </a:cubicBezTo>
                    <a:cubicBezTo>
                      <a:pt x="75" y="202"/>
                      <a:pt x="75" y="202"/>
                      <a:pt x="75" y="202"/>
                    </a:cubicBezTo>
                    <a:cubicBezTo>
                      <a:pt x="75" y="223"/>
                      <a:pt x="75" y="223"/>
                      <a:pt x="75" y="223"/>
                    </a:cubicBezTo>
                    <a:cubicBezTo>
                      <a:pt x="11" y="223"/>
                      <a:pt x="11" y="223"/>
                      <a:pt x="11" y="223"/>
                    </a:cubicBezTo>
                    <a:cubicBezTo>
                      <a:pt x="5" y="223"/>
                      <a:pt x="0" y="228"/>
                      <a:pt x="0" y="234"/>
                    </a:cubicBezTo>
                    <a:cubicBezTo>
                      <a:pt x="0" y="241"/>
                      <a:pt x="5" y="245"/>
                      <a:pt x="11" y="245"/>
                    </a:cubicBezTo>
                    <a:cubicBezTo>
                      <a:pt x="75" y="245"/>
                      <a:pt x="75" y="245"/>
                      <a:pt x="75" y="245"/>
                    </a:cubicBezTo>
                    <a:cubicBezTo>
                      <a:pt x="75" y="266"/>
                      <a:pt x="75" y="266"/>
                      <a:pt x="75" y="266"/>
                    </a:cubicBezTo>
                    <a:cubicBezTo>
                      <a:pt x="11" y="266"/>
                      <a:pt x="11" y="266"/>
                      <a:pt x="11" y="266"/>
                    </a:cubicBezTo>
                    <a:cubicBezTo>
                      <a:pt x="5" y="266"/>
                      <a:pt x="0" y="271"/>
                      <a:pt x="0" y="276"/>
                    </a:cubicBezTo>
                    <a:cubicBezTo>
                      <a:pt x="0" y="283"/>
                      <a:pt x="5" y="288"/>
                      <a:pt x="11" y="288"/>
                    </a:cubicBezTo>
                    <a:cubicBezTo>
                      <a:pt x="75" y="288"/>
                      <a:pt x="75" y="288"/>
                      <a:pt x="75" y="288"/>
                    </a:cubicBezTo>
                    <a:cubicBezTo>
                      <a:pt x="75" y="308"/>
                      <a:pt x="75" y="308"/>
                      <a:pt x="75" y="308"/>
                    </a:cubicBezTo>
                    <a:cubicBezTo>
                      <a:pt x="11" y="308"/>
                      <a:pt x="11" y="308"/>
                      <a:pt x="11" y="308"/>
                    </a:cubicBezTo>
                    <a:cubicBezTo>
                      <a:pt x="5" y="308"/>
                      <a:pt x="0" y="314"/>
                      <a:pt x="0" y="319"/>
                    </a:cubicBezTo>
                    <a:cubicBezTo>
                      <a:pt x="0" y="325"/>
                      <a:pt x="5" y="329"/>
                      <a:pt x="11" y="329"/>
                    </a:cubicBezTo>
                    <a:cubicBezTo>
                      <a:pt x="75" y="329"/>
                      <a:pt x="75" y="329"/>
                      <a:pt x="75" y="329"/>
                    </a:cubicBezTo>
                    <a:cubicBezTo>
                      <a:pt x="75" y="351"/>
                      <a:pt x="75" y="351"/>
                      <a:pt x="75" y="351"/>
                    </a:cubicBezTo>
                    <a:cubicBezTo>
                      <a:pt x="11" y="351"/>
                      <a:pt x="11" y="351"/>
                      <a:pt x="11" y="351"/>
                    </a:cubicBezTo>
                    <a:cubicBezTo>
                      <a:pt x="5" y="351"/>
                      <a:pt x="0" y="357"/>
                      <a:pt x="0" y="362"/>
                    </a:cubicBezTo>
                    <a:cubicBezTo>
                      <a:pt x="0" y="368"/>
                      <a:pt x="5" y="372"/>
                      <a:pt x="11" y="372"/>
                    </a:cubicBezTo>
                    <a:cubicBezTo>
                      <a:pt x="75" y="372"/>
                      <a:pt x="75" y="372"/>
                      <a:pt x="75" y="372"/>
                    </a:cubicBezTo>
                    <a:cubicBezTo>
                      <a:pt x="75" y="394"/>
                      <a:pt x="75" y="394"/>
                      <a:pt x="75" y="394"/>
                    </a:cubicBezTo>
                    <a:cubicBezTo>
                      <a:pt x="11" y="394"/>
                      <a:pt x="11" y="394"/>
                      <a:pt x="11" y="394"/>
                    </a:cubicBezTo>
                    <a:cubicBezTo>
                      <a:pt x="5" y="394"/>
                      <a:pt x="0" y="399"/>
                      <a:pt x="0" y="405"/>
                    </a:cubicBezTo>
                    <a:cubicBezTo>
                      <a:pt x="0" y="411"/>
                      <a:pt x="5" y="415"/>
                      <a:pt x="11" y="415"/>
                    </a:cubicBezTo>
                    <a:cubicBezTo>
                      <a:pt x="75" y="415"/>
                      <a:pt x="75" y="415"/>
                      <a:pt x="75" y="415"/>
                    </a:cubicBezTo>
                    <a:cubicBezTo>
                      <a:pt x="75" y="437"/>
                      <a:pt x="75" y="437"/>
                      <a:pt x="75" y="437"/>
                    </a:cubicBezTo>
                    <a:cubicBezTo>
                      <a:pt x="11" y="437"/>
                      <a:pt x="11" y="437"/>
                      <a:pt x="11" y="437"/>
                    </a:cubicBezTo>
                    <a:cubicBezTo>
                      <a:pt x="5" y="437"/>
                      <a:pt x="0" y="442"/>
                      <a:pt x="0" y="448"/>
                    </a:cubicBezTo>
                    <a:cubicBezTo>
                      <a:pt x="0" y="454"/>
                      <a:pt x="5" y="458"/>
                      <a:pt x="11" y="458"/>
                    </a:cubicBezTo>
                    <a:cubicBezTo>
                      <a:pt x="75" y="458"/>
                      <a:pt x="75" y="458"/>
                      <a:pt x="75" y="458"/>
                    </a:cubicBezTo>
                    <a:cubicBezTo>
                      <a:pt x="75" y="479"/>
                      <a:pt x="75" y="479"/>
                      <a:pt x="75" y="479"/>
                    </a:cubicBezTo>
                    <a:lnTo>
                      <a:pt x="11" y="479"/>
                    </a:lnTo>
                    <a:close/>
                    <a:moveTo>
                      <a:pt x="96" y="96"/>
                    </a:moveTo>
                    <a:lnTo>
                      <a:pt x="96" y="96"/>
                    </a:lnTo>
                    <a:cubicBezTo>
                      <a:pt x="501" y="96"/>
                      <a:pt x="501" y="96"/>
                      <a:pt x="501" y="96"/>
                    </a:cubicBezTo>
                    <a:cubicBezTo>
                      <a:pt x="501" y="501"/>
                      <a:pt x="501" y="501"/>
                      <a:pt x="501" y="501"/>
                    </a:cubicBezTo>
                    <a:cubicBezTo>
                      <a:pt x="96" y="501"/>
                      <a:pt x="96" y="501"/>
                      <a:pt x="96" y="501"/>
                    </a:cubicBezTo>
                    <a:lnTo>
                      <a:pt x="96" y="96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cxnSp>
          <p:nvCxnSpPr>
            <p:cNvPr id="43" name="Straight Connector 64">
              <a:extLst>
                <a:ext uri="{FF2B5EF4-FFF2-40B4-BE49-F238E27FC236}">
                  <a16:creationId xmlns:a16="http://schemas.microsoft.com/office/drawing/2014/main" xmlns="" id="{D22F4E57-90BA-4899-909E-5829E7A9C72A}"/>
                </a:ext>
              </a:extLst>
            </p:cNvPr>
            <p:cNvCxnSpPr/>
            <p:nvPr/>
          </p:nvCxnSpPr>
          <p:spPr>
            <a:xfrm flipH="1">
              <a:off x="8135667" y="3598633"/>
              <a:ext cx="1" cy="664248"/>
            </a:xfrm>
            <a:prstGeom prst="line">
              <a:avLst/>
            </a:prstGeom>
            <a:ln w="19050">
              <a:solidFill>
                <a:srgbClr val="61815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290435" y="965835"/>
            <a:ext cx="1569720" cy="1059180"/>
            <a:chOff x="7338060" y="975360"/>
            <a:chExt cx="1569720" cy="1059180"/>
          </a:xfrm>
        </p:grpSpPr>
        <p:sp>
          <p:nvSpPr>
            <p:cNvPr id="47" name="직사각형 46"/>
            <p:cNvSpPr/>
            <p:nvPr/>
          </p:nvSpPr>
          <p:spPr>
            <a:xfrm>
              <a:off x="7534819" y="97536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4" name="Picture 47"/>
            <p:cNvPicPr>
              <a:picLocks noChangeAspect="1"/>
            </p:cNvPicPr>
            <p:nvPr/>
          </p:nvPicPr>
          <p:blipFill>
            <a:blip r:embed="rId7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8060" y="1045996"/>
              <a:ext cx="1569720" cy="914492"/>
            </a:xfrm>
            <a:prstGeom prst="rect">
              <a:avLst/>
            </a:prstGeom>
          </p:spPr>
        </p:pic>
      </p:grpSp>
      <p:grpSp>
        <p:nvGrpSpPr>
          <p:cNvPr id="50" name="그룹 49"/>
          <p:cNvGrpSpPr/>
          <p:nvPr/>
        </p:nvGrpSpPr>
        <p:grpSpPr>
          <a:xfrm>
            <a:off x="7481295" y="2170902"/>
            <a:ext cx="1188000" cy="1144923"/>
            <a:chOff x="7550059" y="2170902"/>
            <a:chExt cx="1188000" cy="1144923"/>
          </a:xfrm>
        </p:grpSpPr>
        <p:sp>
          <p:nvSpPr>
            <p:cNvPr id="46" name="직사각형 45"/>
            <p:cNvSpPr/>
            <p:nvPr/>
          </p:nvSpPr>
          <p:spPr>
            <a:xfrm>
              <a:off x="7550059" y="2221792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5" name="Picture 45"/>
            <p:cNvPicPr>
              <a:picLocks noChangeAspect="1"/>
            </p:cNvPicPr>
            <p:nvPr/>
          </p:nvPicPr>
          <p:blipFill>
            <a:blip r:embed="rId9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8578" y="2170902"/>
              <a:ext cx="1062982" cy="1144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:a16="http://schemas.microsoft.com/office/drawing/2014/main" xmlns="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:a16="http://schemas.microsoft.com/office/drawing/2014/main" xmlns="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:a16="http://schemas.microsoft.com/office/drawing/2014/main" xmlns="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440690" y="7879080"/>
            <a:ext cx="4008120" cy="899160"/>
            <a:chOff x="440690" y="7879080"/>
            <a:chExt cx="4008120" cy="899160"/>
          </a:xfrm>
        </p:grpSpPr>
        <p:grpSp>
          <p:nvGrpSpPr>
            <p:cNvPr id="29" name="그룹 28"/>
            <p:cNvGrpSpPr/>
            <p:nvPr/>
          </p:nvGrpSpPr>
          <p:grpSpPr>
            <a:xfrm>
              <a:off x="656455" y="7953144"/>
              <a:ext cx="3425394" cy="793031"/>
              <a:chOff x="840832" y="4355911"/>
              <a:chExt cx="3425394" cy="980453"/>
            </a:xfrm>
          </p:grpSpPr>
          <p:sp>
            <p:nvSpPr>
              <p:cNvPr id="30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1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2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2434033" y="5225564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4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5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36" name="Straight Arrow Connector 42"/>
              <p:cNvCxnSpPr>
                <a:stCxn id="34" idx="1"/>
                <a:endCxn id="40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37" name="Straight Arrow Connector 43"/>
              <p:cNvCxnSpPr>
                <a:stCxn id="34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38" name="Straight Arrow Connector 44"/>
              <p:cNvCxnSpPr>
                <a:stCxn id="34" idx="3"/>
                <a:endCxn id="41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39" name="TextBox 38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0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1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3063974" y="5022248"/>
                <a:ext cx="1202252" cy="2397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5" name="직사각형 74"/>
            <p:cNvSpPr/>
            <p:nvPr/>
          </p:nvSpPr>
          <p:spPr>
            <a:xfrm>
              <a:off x="440690" y="787908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/>
          <p:cNvGrpSpPr/>
          <p:nvPr/>
        </p:nvGrpSpPr>
        <p:grpSpPr>
          <a:xfrm>
            <a:off x="5447030" y="5981700"/>
            <a:ext cx="4008120" cy="899160"/>
            <a:chOff x="5447030" y="5981700"/>
            <a:chExt cx="4008120" cy="899160"/>
          </a:xfrm>
        </p:grpSpPr>
        <p:grpSp>
          <p:nvGrpSpPr>
            <p:cNvPr id="43" name="그룹 42"/>
            <p:cNvGrpSpPr/>
            <p:nvPr/>
          </p:nvGrpSpPr>
          <p:grpSpPr>
            <a:xfrm>
              <a:off x="6143598" y="6065333"/>
              <a:ext cx="3044807" cy="786135"/>
              <a:chOff x="6736976" y="1810107"/>
              <a:chExt cx="2997514" cy="980453"/>
            </a:xfrm>
          </p:grpSpPr>
          <p:sp>
            <p:nvSpPr>
              <p:cNvPr id="44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5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6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7869931" y="2679760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8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49" name="Straight Arrow Connector 61"/>
              <p:cNvCxnSpPr>
                <a:stCxn id="48" idx="3"/>
                <a:endCxn id="51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50" name="TextBox 49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1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484632" y="2467022"/>
                <a:ext cx="1249858" cy="2418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7" name="직사각형 76"/>
            <p:cNvSpPr/>
            <p:nvPr/>
          </p:nvSpPr>
          <p:spPr>
            <a:xfrm>
              <a:off x="5447030" y="598170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5515610" y="7924800"/>
            <a:ext cx="4016998" cy="899160"/>
            <a:chOff x="5515610" y="7924800"/>
            <a:chExt cx="4016998" cy="899160"/>
          </a:xfrm>
        </p:grpSpPr>
        <p:grpSp>
          <p:nvGrpSpPr>
            <p:cNvPr id="53" name="그룹 52"/>
            <p:cNvGrpSpPr/>
            <p:nvPr/>
          </p:nvGrpSpPr>
          <p:grpSpPr>
            <a:xfrm>
              <a:off x="5549709" y="7960804"/>
              <a:ext cx="3982899" cy="832676"/>
              <a:chOff x="5999827" y="4313092"/>
              <a:chExt cx="4116347" cy="1317132"/>
            </a:xfrm>
          </p:grpSpPr>
          <p:sp>
            <p:nvSpPr>
              <p:cNvPr id="54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5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6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7881824" y="5519424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8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9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0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1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2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3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64" name="Straight Arrow Connector 76"/>
              <p:cNvCxnSpPr>
                <a:stCxn id="59" idx="1"/>
                <a:endCxn id="62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65" name="Straight Arrow Connector 77"/>
              <p:cNvCxnSpPr>
                <a:stCxn id="58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66" name="Straight Arrow Connector 78"/>
              <p:cNvCxnSpPr>
                <a:stCxn id="60" idx="3"/>
                <a:endCxn id="63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67" name="TextBox 66"/>
              <p:cNvSpPr txBox="1"/>
              <p:nvPr/>
            </p:nvSpPr>
            <p:spPr>
              <a:xfrm>
                <a:off x="8592816" y="5140445"/>
                <a:ext cx="1523358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ALL NODES KSAFE 1;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277706" y="4705027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9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0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1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5999827" y="4353290"/>
                <a:ext cx="735213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 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8" name="직사각형 77"/>
            <p:cNvSpPr/>
            <p:nvPr/>
          </p:nvSpPr>
          <p:spPr>
            <a:xfrm>
              <a:off x="5515610" y="792480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463550" y="6217920"/>
            <a:ext cx="4008120" cy="899160"/>
            <a:chOff x="463550" y="6217920"/>
            <a:chExt cx="4008120" cy="899160"/>
          </a:xfrm>
        </p:grpSpPr>
        <p:grpSp>
          <p:nvGrpSpPr>
            <p:cNvPr id="13" name="그룹 12"/>
            <p:cNvGrpSpPr/>
            <p:nvPr/>
          </p:nvGrpSpPr>
          <p:grpSpPr>
            <a:xfrm>
              <a:off x="640073" y="6262318"/>
              <a:ext cx="3695707" cy="816662"/>
              <a:chOff x="843046" y="1895424"/>
              <a:chExt cx="3695707" cy="1268861"/>
            </a:xfrm>
          </p:grpSpPr>
          <p:sp>
            <p:nvSpPr>
              <p:cNvPr id="14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5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6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432347" y="3053485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8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9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0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1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2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3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24" name="Straight Arrow Connector 16"/>
              <p:cNvCxnSpPr>
                <a:stCxn id="19" idx="1"/>
                <a:endCxn id="22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25" name="Straight Arrow Connector 17"/>
              <p:cNvCxnSpPr>
                <a:stCxn id="18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26" name="Straight Arrow Connector 18"/>
              <p:cNvCxnSpPr>
                <a:stCxn id="20" idx="3"/>
                <a:endCxn id="23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27" name="TextBox 26"/>
              <p:cNvSpPr txBox="1"/>
              <p:nvPr/>
            </p:nvSpPr>
            <p:spPr>
              <a:xfrm>
                <a:off x="3140174" y="2673448"/>
                <a:ext cx="139857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  <a:endParaRPr kumimoji="0" lang="en-US" altLang="ko-KR" sz="7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9" name="직사각형 78"/>
            <p:cNvSpPr/>
            <p:nvPr/>
          </p:nvSpPr>
          <p:spPr>
            <a:xfrm>
              <a:off x="463550" y="621792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246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6380</TotalTime>
  <Words>1769</Words>
  <Application>Microsoft Office PowerPoint</Application>
  <PresentationFormat>사용자 지정</PresentationFormat>
  <Paragraphs>318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57</cp:revision>
  <dcterms:created xsi:type="dcterms:W3CDTF">2026-04-17T01:43:36Z</dcterms:created>
  <dcterms:modified xsi:type="dcterms:W3CDTF">2026-04-28T02:14:43Z</dcterms:modified>
</cp:coreProperties>
</file>