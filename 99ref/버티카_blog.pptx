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7"/>
  </p:notes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82" r:id="rId10"/>
    <p:sldId id="267" r:id="rId11"/>
    <p:sldId id="263" r:id="rId12"/>
    <p:sldId id="264" r:id="rId13"/>
    <p:sldId id="265" r:id="rId14"/>
    <p:sldId id="270" r:id="rId15"/>
    <p:sldId id="271" r:id="rId16"/>
    <p:sldId id="274" r:id="rId17"/>
    <p:sldId id="272" r:id="rId18"/>
    <p:sldId id="273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BAD"/>
    <a:srgbClr val="8497B0"/>
    <a:srgbClr val="333F50"/>
    <a:srgbClr val="ED7D31"/>
    <a:srgbClr val="D6DCE5"/>
    <a:srgbClr val="C5DBFF"/>
    <a:srgbClr val="98B6FE"/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 varScale="1">
        <p:scale>
          <a:sx n="88" d="100"/>
          <a:sy n="88" d="100"/>
        </p:scale>
        <p:origin x="2496" y="102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7572919" y="3483971"/>
            <a:ext cx="1188000" cy="118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533405" y="2207621"/>
            <a:ext cx="1188000" cy="118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544344" y="902696"/>
            <a:ext cx="1188000" cy="118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93231" y="989505"/>
            <a:ext cx="1090227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29910" y="2285520"/>
            <a:ext cx="1194990" cy="1032203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95419" y="3635059"/>
            <a:ext cx="1143000" cy="885825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11556" y="3616255"/>
            <a:ext cx="4710817" cy="1200329"/>
            <a:chOff x="3974094" y="1195996"/>
            <a:chExt cx="5738410" cy="1200329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xmlns="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xmlns="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19744" y="5097233"/>
            <a:ext cx="4755888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:a16="http://schemas.microsoft.com/office/drawing/2014/main" xmlns="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xmlns="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74772" y="4448608"/>
            <a:ext cx="4755888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xmlns="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xmlns="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963886" y="3903926"/>
            <a:ext cx="4755888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xmlns="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xmlns="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14367" y="6147642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73935" y="6159363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="" xmlns:a16="http://schemas.microsoft.com/office/drawing/2014/main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="" xmlns:a16="http://schemas.microsoft.com/office/drawing/2014/main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="" xmlns:a16="http://schemas.microsoft.com/office/drawing/2014/main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535821" y="6254698"/>
            <a:ext cx="4042756" cy="977044"/>
            <a:chOff x="738794" y="1895424"/>
            <a:chExt cx="4042756" cy="1280700"/>
          </a:xfrm>
        </p:grpSpPr>
        <p:sp>
          <p:nvSpPr>
            <p:cNvPr id="14" name="Rounded Rectangle 6"/>
            <p:cNvSpPr/>
            <p:nvPr/>
          </p:nvSpPr>
          <p:spPr>
            <a:xfrm>
              <a:off x="1302022" y="1895424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1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15" name="Rounded Rectangle 7"/>
            <p:cNvSpPr/>
            <p:nvPr/>
          </p:nvSpPr>
          <p:spPr>
            <a:xfrm>
              <a:off x="2178481" y="1895424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2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16" name="Rounded Rectangle 8"/>
            <p:cNvSpPr/>
            <p:nvPr/>
          </p:nvSpPr>
          <p:spPr>
            <a:xfrm>
              <a:off x="3054940" y="1895424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3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01867" y="3065324"/>
              <a:ext cx="229230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table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18" name="Rectangle 10"/>
            <p:cNvSpPr/>
            <p:nvPr/>
          </p:nvSpPr>
          <p:spPr>
            <a:xfrm>
              <a:off x="2288096" y="2605726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19" name="Rectangle 11"/>
            <p:cNvSpPr/>
            <p:nvPr/>
          </p:nvSpPr>
          <p:spPr>
            <a:xfrm>
              <a:off x="2288096" y="2732446"/>
              <a:ext cx="522994" cy="126720"/>
            </a:xfrm>
            <a:prstGeom prst="rect">
              <a:avLst/>
            </a:prstGeom>
            <a:pattFill prst="ltUpDiag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20" name="Rectangle 12"/>
            <p:cNvSpPr/>
            <p:nvPr/>
          </p:nvSpPr>
          <p:spPr>
            <a:xfrm>
              <a:off x="2288096" y="2855666"/>
              <a:ext cx="522994" cy="126720"/>
            </a:xfrm>
            <a:prstGeom prst="rect">
              <a:avLst/>
            </a:prstGeom>
            <a:pattFill prst="pct80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21" name="Rectangle 13"/>
            <p:cNvSpPr/>
            <p:nvPr/>
          </p:nvSpPr>
          <p:spPr>
            <a:xfrm>
              <a:off x="2288096" y="2187215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22" name="Rectangle 14"/>
            <p:cNvSpPr/>
            <p:nvPr/>
          </p:nvSpPr>
          <p:spPr>
            <a:xfrm>
              <a:off x="1399621" y="2187215"/>
              <a:ext cx="522994" cy="126720"/>
            </a:xfrm>
            <a:prstGeom prst="rect">
              <a:avLst/>
            </a:prstGeom>
            <a:pattFill prst="ltUpDiag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23" name="Rectangle 15"/>
            <p:cNvSpPr/>
            <p:nvPr/>
          </p:nvSpPr>
          <p:spPr>
            <a:xfrm>
              <a:off x="3173705" y="2187215"/>
              <a:ext cx="522994" cy="126720"/>
            </a:xfrm>
            <a:prstGeom prst="rect">
              <a:avLst/>
            </a:prstGeom>
            <a:pattFill prst="pct80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cxnSp>
          <p:nvCxnSpPr>
            <p:cNvPr id="24" name="Straight Arrow Connector 16"/>
            <p:cNvCxnSpPr>
              <a:stCxn id="19" idx="1"/>
              <a:endCxn id="22" idx="2"/>
            </p:cNvCxnSpPr>
            <p:nvPr/>
          </p:nvCxnSpPr>
          <p:spPr>
            <a:xfrm flipH="1" flipV="1">
              <a:off x="1661118" y="2313935"/>
              <a:ext cx="626978" cy="481871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cxnSp>
          <p:nvCxnSpPr>
            <p:cNvPr id="25" name="Straight Arrow Connector 17"/>
            <p:cNvCxnSpPr>
              <a:stCxn id="18" idx="0"/>
            </p:cNvCxnSpPr>
            <p:nvPr/>
          </p:nvCxnSpPr>
          <p:spPr>
            <a:xfrm flipH="1" flipV="1">
              <a:off x="2531946" y="2313938"/>
              <a:ext cx="17647" cy="291788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cxnSp>
          <p:nvCxnSpPr>
            <p:cNvPr id="26" name="Straight Arrow Connector 18"/>
            <p:cNvCxnSpPr>
              <a:stCxn id="20" idx="3"/>
              <a:endCxn id="23" idx="2"/>
            </p:cNvCxnSpPr>
            <p:nvPr/>
          </p:nvCxnSpPr>
          <p:spPr>
            <a:xfrm flipV="1">
              <a:off x="2811090" y="2313935"/>
              <a:ext cx="624112" cy="605091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sp>
          <p:nvSpPr>
            <p:cNvPr id="27" name="TextBox 26"/>
            <p:cNvSpPr txBox="1"/>
            <p:nvPr/>
          </p:nvSpPr>
          <p:spPr>
            <a:xfrm>
              <a:off x="3048734" y="2690839"/>
              <a:ext cx="1732816" cy="3323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CREATE PROJECTION …</a:t>
              </a:r>
            </a:p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SEGMENTED BY HASH (C1,C2) ALL NODES; 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8794" y="2157901"/>
              <a:ext cx="468077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projection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553473" y="7960764"/>
            <a:ext cx="3691070" cy="793031"/>
            <a:chOff x="737850" y="4355911"/>
            <a:chExt cx="3691070" cy="980453"/>
          </a:xfrm>
        </p:grpSpPr>
        <p:sp>
          <p:nvSpPr>
            <p:cNvPr id="30" name="Rounded Rectangle 32"/>
            <p:cNvSpPr/>
            <p:nvPr/>
          </p:nvSpPr>
          <p:spPr>
            <a:xfrm>
              <a:off x="1301078" y="4355911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1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31" name="Rounded Rectangle 33"/>
            <p:cNvSpPr/>
            <p:nvPr/>
          </p:nvSpPr>
          <p:spPr>
            <a:xfrm>
              <a:off x="2177537" y="4355911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2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32" name="Rounded Rectangle 34"/>
            <p:cNvSpPr/>
            <p:nvPr/>
          </p:nvSpPr>
          <p:spPr>
            <a:xfrm>
              <a:off x="3053996" y="4355911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3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434033" y="5225564"/>
              <a:ext cx="229230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table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34" name="Rectangle 36"/>
            <p:cNvSpPr/>
            <p:nvPr/>
          </p:nvSpPr>
          <p:spPr>
            <a:xfrm>
              <a:off x="2287152" y="5066213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35" name="Rectangle 39"/>
            <p:cNvSpPr/>
            <p:nvPr/>
          </p:nvSpPr>
          <p:spPr>
            <a:xfrm>
              <a:off x="2287152" y="4647702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cxnSp>
          <p:nvCxnSpPr>
            <p:cNvPr id="36" name="Straight Arrow Connector 42"/>
            <p:cNvCxnSpPr>
              <a:stCxn id="34" idx="1"/>
              <a:endCxn id="40" idx="2"/>
            </p:cNvCxnSpPr>
            <p:nvPr/>
          </p:nvCxnSpPr>
          <p:spPr>
            <a:xfrm flipH="1" flipV="1">
              <a:off x="1668073" y="4774422"/>
              <a:ext cx="619079" cy="355151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cxnSp>
          <p:nvCxnSpPr>
            <p:cNvPr id="37" name="Straight Arrow Connector 43"/>
            <p:cNvCxnSpPr>
              <a:stCxn id="34" idx="0"/>
            </p:cNvCxnSpPr>
            <p:nvPr/>
          </p:nvCxnSpPr>
          <p:spPr>
            <a:xfrm flipH="1" flipV="1">
              <a:off x="2531002" y="4774425"/>
              <a:ext cx="17647" cy="291788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cxnSp>
          <p:nvCxnSpPr>
            <p:cNvPr id="38" name="Straight Arrow Connector 44"/>
            <p:cNvCxnSpPr>
              <a:stCxn id="34" idx="3"/>
              <a:endCxn id="41" idx="2"/>
            </p:cNvCxnSpPr>
            <p:nvPr/>
          </p:nvCxnSpPr>
          <p:spPr>
            <a:xfrm flipV="1">
              <a:off x="2810146" y="4774422"/>
              <a:ext cx="602784" cy="355151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sp>
          <p:nvSpPr>
            <p:cNvPr id="39" name="TextBox 38"/>
            <p:cNvSpPr txBox="1"/>
            <p:nvPr/>
          </p:nvSpPr>
          <p:spPr>
            <a:xfrm>
              <a:off x="737850" y="4618388"/>
              <a:ext cx="468077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projection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40" name="Rectangle 46"/>
            <p:cNvSpPr/>
            <p:nvPr/>
          </p:nvSpPr>
          <p:spPr>
            <a:xfrm>
              <a:off x="1406576" y="4647702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41" name="Rectangle 47"/>
            <p:cNvSpPr/>
            <p:nvPr/>
          </p:nvSpPr>
          <p:spPr>
            <a:xfrm>
              <a:off x="3151433" y="4647702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048734" y="5012827"/>
              <a:ext cx="1380186" cy="2215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CREATE PROJECTION …</a:t>
              </a:r>
            </a:p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UNSEGMENTED ALL NODES; 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</p:grpSp>
      <p:grpSp>
        <p:nvGrpSpPr>
          <p:cNvPr id="43" name="그룹 42"/>
          <p:cNvGrpSpPr/>
          <p:nvPr/>
        </p:nvGrpSpPr>
        <p:grpSpPr>
          <a:xfrm>
            <a:off x="5571485" y="6050093"/>
            <a:ext cx="3825836" cy="786135"/>
            <a:chOff x="6173748" y="1810107"/>
            <a:chExt cx="3766411" cy="980453"/>
          </a:xfrm>
        </p:grpSpPr>
        <p:sp>
          <p:nvSpPr>
            <p:cNvPr id="44" name="Rounded Rectangle 53"/>
            <p:cNvSpPr/>
            <p:nvPr/>
          </p:nvSpPr>
          <p:spPr>
            <a:xfrm>
              <a:off x="6736976" y="1810107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1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45" name="Rounded Rectangle 54"/>
            <p:cNvSpPr/>
            <p:nvPr/>
          </p:nvSpPr>
          <p:spPr>
            <a:xfrm>
              <a:off x="7613435" y="1810107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2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46" name="Rounded Rectangle 55"/>
            <p:cNvSpPr/>
            <p:nvPr/>
          </p:nvSpPr>
          <p:spPr>
            <a:xfrm>
              <a:off x="8489894" y="1810107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3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869931" y="2679760"/>
              <a:ext cx="229230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table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48" name="Rectangle 57"/>
            <p:cNvSpPr/>
            <p:nvPr/>
          </p:nvSpPr>
          <p:spPr>
            <a:xfrm>
              <a:off x="7723050" y="2520409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cxnSp>
          <p:nvCxnSpPr>
            <p:cNvPr id="49" name="Straight Arrow Connector 61"/>
            <p:cNvCxnSpPr>
              <a:stCxn id="48" idx="3"/>
              <a:endCxn id="51" idx="2"/>
            </p:cNvCxnSpPr>
            <p:nvPr/>
          </p:nvCxnSpPr>
          <p:spPr>
            <a:xfrm flipV="1">
              <a:off x="8246044" y="2228618"/>
              <a:ext cx="602784" cy="355151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sp>
          <p:nvSpPr>
            <p:cNvPr id="50" name="TextBox 49"/>
            <p:cNvSpPr txBox="1"/>
            <p:nvPr/>
          </p:nvSpPr>
          <p:spPr>
            <a:xfrm>
              <a:off x="6173748" y="2072584"/>
              <a:ext cx="468077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projection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51" name="Rectangle 64"/>
            <p:cNvSpPr/>
            <p:nvPr/>
          </p:nvSpPr>
          <p:spPr>
            <a:xfrm>
              <a:off x="8587331" y="2101898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484632" y="2467023"/>
              <a:ext cx="1455527" cy="2215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CREATE PROJECTION …</a:t>
              </a:r>
            </a:p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UNSEGMENTED NODE </a:t>
              </a: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3 ; 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</p:grpSp>
      <p:grpSp>
        <p:nvGrpSpPr>
          <p:cNvPr id="53" name="그룹 52"/>
          <p:cNvGrpSpPr/>
          <p:nvPr/>
        </p:nvGrpSpPr>
        <p:grpSpPr>
          <a:xfrm>
            <a:off x="5659837" y="7694104"/>
            <a:ext cx="4321683" cy="1058008"/>
            <a:chOff x="6113635" y="4313092"/>
            <a:chExt cx="4466479" cy="1317132"/>
          </a:xfrm>
        </p:grpSpPr>
        <p:sp>
          <p:nvSpPr>
            <p:cNvPr id="54" name="Rounded Rectangle 66"/>
            <p:cNvSpPr/>
            <p:nvPr/>
          </p:nvSpPr>
          <p:spPr>
            <a:xfrm>
              <a:off x="6736976" y="4390180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1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55" name="Rounded Rectangle 67"/>
            <p:cNvSpPr/>
            <p:nvPr/>
          </p:nvSpPr>
          <p:spPr>
            <a:xfrm>
              <a:off x="7613435" y="4390180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2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56" name="Rounded Rectangle 68"/>
            <p:cNvSpPr/>
            <p:nvPr/>
          </p:nvSpPr>
          <p:spPr>
            <a:xfrm>
              <a:off x="8489894" y="4390180"/>
              <a:ext cx="720080" cy="515404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t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노드</a:t>
              </a: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3</a:t>
              </a:r>
              <a:endParaRPr kumimoji="0" lang="ko-KR" altLang="en-US" sz="8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881824" y="5519424"/>
              <a:ext cx="229230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table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58" name="Rectangle 70"/>
            <p:cNvSpPr/>
            <p:nvPr/>
          </p:nvSpPr>
          <p:spPr>
            <a:xfrm>
              <a:off x="7723050" y="5100482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59" name="Rectangle 71"/>
            <p:cNvSpPr/>
            <p:nvPr/>
          </p:nvSpPr>
          <p:spPr>
            <a:xfrm>
              <a:off x="7723050" y="5227202"/>
              <a:ext cx="522994" cy="126720"/>
            </a:xfrm>
            <a:prstGeom prst="rect">
              <a:avLst/>
            </a:prstGeom>
            <a:pattFill prst="ltUpDiag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60" name="Rectangle 72"/>
            <p:cNvSpPr/>
            <p:nvPr/>
          </p:nvSpPr>
          <p:spPr>
            <a:xfrm>
              <a:off x="7723050" y="5350422"/>
              <a:ext cx="522994" cy="126720"/>
            </a:xfrm>
            <a:prstGeom prst="rect">
              <a:avLst/>
            </a:prstGeom>
            <a:pattFill prst="pct80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61" name="Rectangle 73"/>
            <p:cNvSpPr/>
            <p:nvPr/>
          </p:nvSpPr>
          <p:spPr>
            <a:xfrm>
              <a:off x="7723050" y="4681971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62" name="Rectangle 74"/>
            <p:cNvSpPr/>
            <p:nvPr/>
          </p:nvSpPr>
          <p:spPr>
            <a:xfrm>
              <a:off x="6834575" y="4681971"/>
              <a:ext cx="522994" cy="126720"/>
            </a:xfrm>
            <a:prstGeom prst="rect">
              <a:avLst/>
            </a:prstGeom>
            <a:pattFill prst="ltUpDiag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63" name="Rectangle 75"/>
            <p:cNvSpPr/>
            <p:nvPr/>
          </p:nvSpPr>
          <p:spPr>
            <a:xfrm>
              <a:off x="8608659" y="4681971"/>
              <a:ext cx="522994" cy="126720"/>
            </a:xfrm>
            <a:prstGeom prst="rect">
              <a:avLst/>
            </a:prstGeom>
            <a:pattFill prst="pct80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cxnSp>
          <p:nvCxnSpPr>
            <p:cNvPr id="64" name="Straight Arrow Connector 76"/>
            <p:cNvCxnSpPr>
              <a:stCxn id="59" idx="1"/>
              <a:endCxn id="62" idx="2"/>
            </p:cNvCxnSpPr>
            <p:nvPr/>
          </p:nvCxnSpPr>
          <p:spPr>
            <a:xfrm flipH="1" flipV="1">
              <a:off x="7096072" y="4808691"/>
              <a:ext cx="626978" cy="481871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cxnSp>
          <p:nvCxnSpPr>
            <p:cNvPr id="65" name="Straight Arrow Connector 77"/>
            <p:cNvCxnSpPr>
              <a:stCxn id="58" idx="0"/>
            </p:cNvCxnSpPr>
            <p:nvPr/>
          </p:nvCxnSpPr>
          <p:spPr>
            <a:xfrm flipH="1" flipV="1">
              <a:off x="7966900" y="4808694"/>
              <a:ext cx="17647" cy="291788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cxnSp>
          <p:nvCxnSpPr>
            <p:cNvPr id="66" name="Straight Arrow Connector 78"/>
            <p:cNvCxnSpPr>
              <a:stCxn id="60" idx="3"/>
              <a:endCxn id="63" idx="2"/>
            </p:cNvCxnSpPr>
            <p:nvPr/>
          </p:nvCxnSpPr>
          <p:spPr>
            <a:xfrm flipV="1">
              <a:off x="8246044" y="4808691"/>
              <a:ext cx="624112" cy="605091"/>
            </a:xfrm>
            <a:prstGeom prst="straightConnector1">
              <a:avLst/>
            </a:prstGeom>
            <a:noFill/>
            <a:ln w="19050" cap="flat" cmpd="sng" algn="ctr">
              <a:solidFill>
                <a:srgbClr val="0079EF"/>
              </a:solidFill>
              <a:prstDash val="sysDash"/>
              <a:miter lim="800000"/>
              <a:tailEnd type="triangle"/>
            </a:ln>
            <a:effectLst/>
          </p:spPr>
        </p:cxnSp>
        <p:sp>
          <p:nvSpPr>
            <p:cNvPr id="67" name="TextBox 66"/>
            <p:cNvSpPr txBox="1"/>
            <p:nvPr/>
          </p:nvSpPr>
          <p:spPr>
            <a:xfrm>
              <a:off x="8584941" y="5104284"/>
              <a:ext cx="1995173" cy="413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CREATE PROJECTION …</a:t>
              </a:r>
            </a:p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SEGMENTED BY HASH (C1,C2) ALL NODES KSAFE 1;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6113635" y="4721098"/>
              <a:ext cx="468077" cy="11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projection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69" name="Rectangle 82"/>
            <p:cNvSpPr/>
            <p:nvPr/>
          </p:nvSpPr>
          <p:spPr>
            <a:xfrm>
              <a:off x="7715687" y="4313092"/>
              <a:ext cx="522994" cy="126720"/>
            </a:xfrm>
            <a:prstGeom prst="rect">
              <a:avLst/>
            </a:prstGeom>
            <a:pattFill prst="ltUpDiag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70" name="Rectangle 83"/>
            <p:cNvSpPr/>
            <p:nvPr/>
          </p:nvSpPr>
          <p:spPr>
            <a:xfrm>
              <a:off x="8592224" y="4313092"/>
              <a:ext cx="522994" cy="126720"/>
            </a:xfrm>
            <a:prstGeom prst="rect">
              <a:avLst/>
            </a:prstGeom>
            <a:solidFill>
              <a:sysClr val="window" lastClr="FFFFFF"/>
            </a:solidFill>
            <a:ln w="19050" cap="flat" cmpd="sng" algn="ctr">
              <a:solidFill>
                <a:srgbClr val="0079EF"/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71" name="Rectangle 85"/>
            <p:cNvSpPr/>
            <p:nvPr/>
          </p:nvSpPr>
          <p:spPr>
            <a:xfrm>
              <a:off x="6829518" y="4313092"/>
              <a:ext cx="522994" cy="126720"/>
            </a:xfrm>
            <a:prstGeom prst="rect">
              <a:avLst/>
            </a:prstGeom>
            <a:pattFill prst="pct80">
              <a:fgClr>
                <a:sysClr val="window" lastClr="FFFFFF">
                  <a:lumMod val="50000"/>
                </a:sysClr>
              </a:fgClr>
              <a:bgClr>
                <a:sysClr val="window" lastClr="FFFFFF"/>
              </a:bgClr>
            </a:pattFill>
            <a:ln w="19050" cap="flat" cmpd="sng" algn="ctr">
              <a:solidFill>
                <a:srgbClr val="0079EF"/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6124521" y="4325165"/>
              <a:ext cx="468077" cy="221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Buddy</a:t>
              </a:r>
            </a:p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rPr>
                <a:t>projection</a:t>
              </a:r>
              <a:endParaRPr kumimoji="0" lang="ko-KR" altLang="en-US" sz="8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endParaRPr>
            </a:p>
          </p:txBody>
        </p:sp>
      </p:grp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490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246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6352</TotalTime>
  <Words>1808</Words>
  <Application>Microsoft Office PowerPoint</Application>
  <PresentationFormat>사용자 지정</PresentationFormat>
  <Paragraphs>317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6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54</cp:revision>
  <dcterms:created xsi:type="dcterms:W3CDTF">2026-04-17T01:43:36Z</dcterms:created>
  <dcterms:modified xsi:type="dcterms:W3CDTF">2026-04-28T01:46:01Z</dcterms:modified>
</cp:coreProperties>
</file>