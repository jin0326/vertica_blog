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67" r:id="rId10"/>
    <p:sldId id="263" r:id="rId11"/>
    <p:sldId id="264" r:id="rId12"/>
    <p:sldId id="265" r:id="rId13"/>
    <p:sldId id="270" r:id="rId14"/>
    <p:sldId id="271" r:id="rId15"/>
    <p:sldId id="274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DBFF"/>
    <a:srgbClr val="98B6FE"/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/>
  </p:normalViewPr>
  <p:slideViewPr>
    <p:cSldViewPr snapToGrid="0">
      <p:cViewPr varScale="1">
        <p:scale>
          <a:sx n="81" d="100"/>
          <a:sy n="81" d="100"/>
        </p:scale>
        <p:origin x="60" y="264"/>
      </p:cViewPr>
      <p:guideLst>
        <p:guide orient="horz" pos="2834"/>
        <p:guide pos="30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microsoft.com/office/2007/relationships/hdphoto" Target="../media/hdphoto2.wdp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77123" y="1055350"/>
            <a:ext cx="1007120" cy="100712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353618" y="1097330"/>
            <a:ext cx="1007120" cy="100712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630114" y="1132937"/>
            <a:ext cx="1007120" cy="100712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352473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554398"/>
              </p:ext>
            </p:extLst>
          </p:nvPr>
        </p:nvGraphicFramePr>
        <p:xfrm>
          <a:off x="750540" y="4825895"/>
          <a:ext cx="158267" cy="103293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826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1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636451"/>
              </p:ext>
            </p:extLst>
          </p:nvPr>
        </p:nvGraphicFramePr>
        <p:xfrm>
          <a:off x="1020284" y="4825895"/>
          <a:ext cx="158267" cy="1032935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5826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086703"/>
              </p:ext>
            </p:extLst>
          </p:nvPr>
        </p:nvGraphicFramePr>
        <p:xfrm>
          <a:off x="1326816" y="4825895"/>
          <a:ext cx="158267" cy="1032935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15826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3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602155"/>
              </p:ext>
            </p:extLst>
          </p:nvPr>
        </p:nvGraphicFramePr>
        <p:xfrm>
          <a:off x="1606607" y="4825895"/>
          <a:ext cx="158267" cy="1032935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15826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06587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482" marR="50482" marT="25241" marB="25241"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4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9805300"/>
              </p:ext>
            </p:extLst>
          </p:nvPr>
        </p:nvGraphicFramePr>
        <p:xfrm>
          <a:off x="1869579" y="4826573"/>
          <a:ext cx="157415" cy="1031580"/>
        </p:xfrm>
        <a:graphic>
          <a:graphicData uri="http://schemas.openxmlformats.org/drawingml/2006/table">
            <a:tbl>
              <a:tblPr bandRow="1">
                <a:tableStyleId>{93296810-A885-4BE3-A3E7-6D5BEEA58F35}</a:tableStyleId>
              </a:tblPr>
              <a:tblGrid>
                <a:gridCol w="15741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</a:tblGrid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06316"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marL="50210" marR="50210" marT="25105" marB="25105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95" name="Straight Arrow Connector 96"/>
          <p:cNvCxnSpPr/>
          <p:nvPr/>
        </p:nvCxnSpPr>
        <p:spPr>
          <a:xfrm>
            <a:off x="820499" y="4798875"/>
            <a:ext cx="0" cy="1086974"/>
          </a:xfrm>
          <a:prstGeom prst="straightConnector1">
            <a:avLst/>
          </a:prstGeom>
          <a:ln w="12700" cmpd="sng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/>
          <p:cNvGrpSpPr/>
          <p:nvPr/>
        </p:nvGrpSpPr>
        <p:grpSpPr>
          <a:xfrm>
            <a:off x="7471403" y="4803205"/>
            <a:ext cx="1190066" cy="966226"/>
            <a:chOff x="8060037" y="1837974"/>
            <a:chExt cx="1424572" cy="1305922"/>
          </a:xfrm>
        </p:grpSpPr>
        <p:sp>
          <p:nvSpPr>
            <p:cNvPr id="97" name="Rectangle 61"/>
            <p:cNvSpPr/>
            <p:nvPr/>
          </p:nvSpPr>
          <p:spPr>
            <a:xfrm>
              <a:off x="8131343" y="1837975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8318832" y="1837975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8506320" y="1837975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901566" y="1837974"/>
              <a:ext cx="162152" cy="130592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9089054" y="1837974"/>
              <a:ext cx="162152" cy="130592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9276542" y="1837974"/>
              <a:ext cx="162152" cy="130592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8060037" y="1837975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254252" y="1837975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8443446" y="1837975"/>
              <a:ext cx="27850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830260" y="1837975"/>
              <a:ext cx="27850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024472" y="1837975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9213667" y="1837977"/>
              <a:ext cx="270942" cy="2949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8203826" y="2288428"/>
              <a:ext cx="929" cy="69920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972531" y="2300039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8396835" y="2304642"/>
              <a:ext cx="0" cy="622255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Freeform 166"/>
          <p:cNvSpPr>
            <a:spLocks noChangeAspect="1" noChangeArrowheads="1"/>
          </p:cNvSpPr>
          <p:nvPr/>
        </p:nvSpPr>
        <p:spPr bwMode="auto">
          <a:xfrm>
            <a:off x="4496632" y="4842339"/>
            <a:ext cx="818338" cy="1000048"/>
          </a:xfrm>
          <a:custGeom>
            <a:avLst/>
            <a:gdLst>
              <a:gd name="T0" fmla="*/ 26342358 w 394"/>
              <a:gd name="T1" fmla="*/ 0 h 511"/>
              <a:gd name="T2" fmla="*/ 0 w 394"/>
              <a:gd name="T3" fmla="*/ 27520686 h 511"/>
              <a:gd name="T4" fmla="*/ 82025463 w 394"/>
              <a:gd name="T5" fmla="*/ 109653647 h 511"/>
              <a:gd name="T6" fmla="*/ 82025463 w 394"/>
              <a:gd name="T7" fmla="*/ 0 h 511"/>
              <a:gd name="T8" fmla="*/ 47972830 w 394"/>
              <a:gd name="T9" fmla="*/ 4515033 h 511"/>
              <a:gd name="T10" fmla="*/ 54183679 w 394"/>
              <a:gd name="T11" fmla="*/ 21715578 h 511"/>
              <a:gd name="T12" fmla="*/ 25271538 w 394"/>
              <a:gd name="T13" fmla="*/ 6450378 h 511"/>
              <a:gd name="T14" fmla="*/ 7709812 w 394"/>
              <a:gd name="T15" fmla="*/ 25370561 h 511"/>
              <a:gd name="T16" fmla="*/ 47544687 w 394"/>
              <a:gd name="T17" fmla="*/ 33541039 h 511"/>
              <a:gd name="T18" fmla="*/ 49472256 w 394"/>
              <a:gd name="T19" fmla="*/ 36335971 h 511"/>
              <a:gd name="T20" fmla="*/ 47544687 w 394"/>
              <a:gd name="T21" fmla="*/ 40851467 h 511"/>
              <a:gd name="T22" fmla="*/ 49472256 w 394"/>
              <a:gd name="T23" fmla="*/ 43646400 h 511"/>
              <a:gd name="T24" fmla="*/ 47544687 w 394"/>
              <a:gd name="T25" fmla="*/ 47946652 h 511"/>
              <a:gd name="T26" fmla="*/ 49472256 w 394"/>
              <a:gd name="T27" fmla="*/ 50741584 h 511"/>
              <a:gd name="T28" fmla="*/ 47544687 w 394"/>
              <a:gd name="T29" fmla="*/ 55256617 h 511"/>
              <a:gd name="T30" fmla="*/ 49472256 w 394"/>
              <a:gd name="T31" fmla="*/ 58052012 h 511"/>
              <a:gd name="T32" fmla="*/ 47544687 w 394"/>
              <a:gd name="T33" fmla="*/ 62567045 h 511"/>
              <a:gd name="T34" fmla="*/ 49472256 w 394"/>
              <a:gd name="T35" fmla="*/ 65361978 h 511"/>
              <a:gd name="T36" fmla="*/ 47544687 w 394"/>
              <a:gd name="T37" fmla="*/ 69662230 h 511"/>
              <a:gd name="T38" fmla="*/ 49472256 w 394"/>
              <a:gd name="T39" fmla="*/ 72457162 h 511"/>
              <a:gd name="T40" fmla="*/ 47544687 w 394"/>
              <a:gd name="T41" fmla="*/ 76972195 h 511"/>
              <a:gd name="T42" fmla="*/ 49472256 w 394"/>
              <a:gd name="T43" fmla="*/ 79767590 h 511"/>
              <a:gd name="T44" fmla="*/ 47544687 w 394"/>
              <a:gd name="T45" fmla="*/ 84282623 h 511"/>
              <a:gd name="T46" fmla="*/ 49472256 w 394"/>
              <a:gd name="T47" fmla="*/ 87077555 h 511"/>
              <a:gd name="T48" fmla="*/ 47544687 w 394"/>
              <a:gd name="T49" fmla="*/ 91593051 h 511"/>
              <a:gd name="T50" fmla="*/ 49472256 w 394"/>
              <a:gd name="T51" fmla="*/ 94387984 h 511"/>
              <a:gd name="T52" fmla="*/ 47544687 w 394"/>
              <a:gd name="T53" fmla="*/ 98688236 h 511"/>
              <a:gd name="T54" fmla="*/ 49472256 w 394"/>
              <a:gd name="T55" fmla="*/ 101483168 h 511"/>
              <a:gd name="T56" fmla="*/ 45831190 w 394"/>
              <a:gd name="T57" fmla="*/ 105138151 h 511"/>
              <a:gd name="T58" fmla="*/ 27841321 w 394"/>
              <a:gd name="T59" fmla="*/ 29886056 h 511"/>
              <a:gd name="T60" fmla="*/ 43689550 w 394"/>
              <a:gd name="T61" fmla="*/ 4515033 h 511"/>
              <a:gd name="T62" fmla="*/ 49472256 w 394"/>
              <a:gd name="T63" fmla="*/ 26230611 h 511"/>
              <a:gd name="T64" fmla="*/ 47544687 w 394"/>
              <a:gd name="T65" fmla="*/ 29026006 h 511"/>
              <a:gd name="T66" fmla="*/ 58895565 w 394"/>
              <a:gd name="T67" fmla="*/ 24080948 h 511"/>
              <a:gd name="T68" fmla="*/ 79455217 w 394"/>
              <a:gd name="T69" fmla="*/ 4515033 h 511"/>
              <a:gd name="T70" fmla="*/ 53327394 w 394"/>
              <a:gd name="T71" fmla="*/ 103848075 h 511"/>
              <a:gd name="T72" fmla="*/ 56967996 w 394"/>
              <a:gd name="T73" fmla="*/ 100193092 h 511"/>
              <a:gd name="T74" fmla="*/ 53327394 w 394"/>
              <a:gd name="T75" fmla="*/ 96538110 h 511"/>
              <a:gd name="T76" fmla="*/ 56967996 w 394"/>
              <a:gd name="T77" fmla="*/ 92883127 h 511"/>
              <a:gd name="T78" fmla="*/ 53327394 w 394"/>
              <a:gd name="T79" fmla="*/ 89227681 h 511"/>
              <a:gd name="T80" fmla="*/ 56967996 w 394"/>
              <a:gd name="T81" fmla="*/ 85572699 h 511"/>
              <a:gd name="T82" fmla="*/ 53327394 w 394"/>
              <a:gd name="T83" fmla="*/ 82132497 h 511"/>
              <a:gd name="T84" fmla="*/ 56967996 w 394"/>
              <a:gd name="T85" fmla="*/ 78477514 h 511"/>
              <a:gd name="T86" fmla="*/ 53327394 w 394"/>
              <a:gd name="T87" fmla="*/ 74822532 h 511"/>
              <a:gd name="T88" fmla="*/ 56967996 w 394"/>
              <a:gd name="T89" fmla="*/ 71167086 h 511"/>
              <a:gd name="T90" fmla="*/ 53327394 w 394"/>
              <a:gd name="T91" fmla="*/ 67512104 h 511"/>
              <a:gd name="T92" fmla="*/ 56967996 w 394"/>
              <a:gd name="T93" fmla="*/ 63857121 h 511"/>
              <a:gd name="T94" fmla="*/ 53327394 w 394"/>
              <a:gd name="T95" fmla="*/ 60201675 h 511"/>
              <a:gd name="T96" fmla="*/ 56967996 w 394"/>
              <a:gd name="T97" fmla="*/ 56761937 h 511"/>
              <a:gd name="T98" fmla="*/ 53327394 w 394"/>
              <a:gd name="T99" fmla="*/ 53106491 h 511"/>
              <a:gd name="T100" fmla="*/ 56967996 w 394"/>
              <a:gd name="T101" fmla="*/ 49451508 h 511"/>
              <a:gd name="T102" fmla="*/ 53327394 w 394"/>
              <a:gd name="T103" fmla="*/ 45796526 h 511"/>
              <a:gd name="T104" fmla="*/ 56967996 w 394"/>
              <a:gd name="T105" fmla="*/ 42141543 h 511"/>
              <a:gd name="T106" fmla="*/ 53327394 w 394"/>
              <a:gd name="T107" fmla="*/ 38486097 h 511"/>
              <a:gd name="T108" fmla="*/ 56967996 w 394"/>
              <a:gd name="T109" fmla="*/ 34831115 h 511"/>
              <a:gd name="T110" fmla="*/ 53327394 w 394"/>
              <a:gd name="T111" fmla="*/ 31390913 h 511"/>
              <a:gd name="T112" fmla="*/ 56967996 w 394"/>
              <a:gd name="T113" fmla="*/ 27735931 h 511"/>
              <a:gd name="T114" fmla="*/ 58895565 w 394"/>
              <a:gd name="T115" fmla="*/ 24080948 h 511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</a:gdLst>
            <a:ahLst/>
            <a:cxnLst>
              <a:cxn ang="T116">
                <a:pos x="T0" y="T1"/>
              </a:cxn>
              <a:cxn ang="T117">
                <a:pos x="T2" y="T3"/>
              </a:cxn>
              <a:cxn ang="T118">
                <a:pos x="T4" y="T5"/>
              </a:cxn>
              <a:cxn ang="T119">
                <a:pos x="T6" y="T7"/>
              </a:cxn>
              <a:cxn ang="T120">
                <a:pos x="T8" y="T9"/>
              </a:cxn>
              <a:cxn ang="T121">
                <a:pos x="T10" y="T11"/>
              </a:cxn>
              <a:cxn ang="T122">
                <a:pos x="T12" y="T13"/>
              </a:cxn>
              <a:cxn ang="T123">
                <a:pos x="T14" y="T15"/>
              </a:cxn>
              <a:cxn ang="T124">
                <a:pos x="T16" y="T17"/>
              </a:cxn>
              <a:cxn ang="T125">
                <a:pos x="T18" y="T19"/>
              </a:cxn>
              <a:cxn ang="T126">
                <a:pos x="T20" y="T21"/>
              </a:cxn>
              <a:cxn ang="T127">
                <a:pos x="T22" y="T23"/>
              </a:cxn>
              <a:cxn ang="T128">
                <a:pos x="T24" y="T25"/>
              </a:cxn>
              <a:cxn ang="T129">
                <a:pos x="T26" y="T27"/>
              </a:cxn>
              <a:cxn ang="T130">
                <a:pos x="T28" y="T29"/>
              </a:cxn>
              <a:cxn ang="T131">
                <a:pos x="T30" y="T31"/>
              </a:cxn>
              <a:cxn ang="T132">
                <a:pos x="T32" y="T33"/>
              </a:cxn>
              <a:cxn ang="T133">
                <a:pos x="T34" y="T35"/>
              </a:cxn>
              <a:cxn ang="T134">
                <a:pos x="T36" y="T37"/>
              </a:cxn>
              <a:cxn ang="T135">
                <a:pos x="T38" y="T39"/>
              </a:cxn>
              <a:cxn ang="T136">
                <a:pos x="T40" y="T41"/>
              </a:cxn>
              <a:cxn ang="T137">
                <a:pos x="T42" y="T43"/>
              </a:cxn>
              <a:cxn ang="T138">
                <a:pos x="T44" y="T45"/>
              </a:cxn>
              <a:cxn ang="T139">
                <a:pos x="T46" y="T47"/>
              </a:cxn>
              <a:cxn ang="T140">
                <a:pos x="T48" y="T49"/>
              </a:cxn>
              <a:cxn ang="T141">
                <a:pos x="T50" y="T51"/>
              </a:cxn>
              <a:cxn ang="T142">
                <a:pos x="T52" y="T53"/>
              </a:cxn>
              <a:cxn ang="T143">
                <a:pos x="T54" y="T55"/>
              </a:cxn>
              <a:cxn ang="T144">
                <a:pos x="T56" y="T57"/>
              </a:cxn>
              <a:cxn ang="T145">
                <a:pos x="T58" y="T59"/>
              </a:cxn>
              <a:cxn ang="T146">
                <a:pos x="T60" y="T61"/>
              </a:cxn>
              <a:cxn ang="T147">
                <a:pos x="T62" y="T63"/>
              </a:cxn>
              <a:cxn ang="T148">
                <a:pos x="T64" y="T65"/>
              </a:cxn>
              <a:cxn ang="T149">
                <a:pos x="T66" y="T67"/>
              </a:cxn>
              <a:cxn ang="T150">
                <a:pos x="T68" y="T69"/>
              </a:cxn>
              <a:cxn ang="T151">
                <a:pos x="T70" y="T71"/>
              </a:cxn>
              <a:cxn ang="T152">
                <a:pos x="T72" y="T73"/>
              </a:cxn>
              <a:cxn ang="T153">
                <a:pos x="T74" y="T75"/>
              </a:cxn>
              <a:cxn ang="T154">
                <a:pos x="T76" y="T77"/>
              </a:cxn>
              <a:cxn ang="T155">
                <a:pos x="T78" y="T79"/>
              </a:cxn>
              <a:cxn ang="T156">
                <a:pos x="T80" y="T81"/>
              </a:cxn>
              <a:cxn ang="T157">
                <a:pos x="T82" y="T83"/>
              </a:cxn>
              <a:cxn ang="T158">
                <a:pos x="T84" y="T85"/>
              </a:cxn>
              <a:cxn ang="T159">
                <a:pos x="T86" y="T87"/>
              </a:cxn>
              <a:cxn ang="T160">
                <a:pos x="T88" y="T89"/>
              </a:cxn>
              <a:cxn ang="T161">
                <a:pos x="T90" y="T91"/>
              </a:cxn>
              <a:cxn ang="T162">
                <a:pos x="T92" y="T93"/>
              </a:cxn>
              <a:cxn ang="T163">
                <a:pos x="T94" y="T95"/>
              </a:cxn>
              <a:cxn ang="T164">
                <a:pos x="T96" y="T97"/>
              </a:cxn>
              <a:cxn ang="T165">
                <a:pos x="T98" y="T99"/>
              </a:cxn>
              <a:cxn ang="T166">
                <a:pos x="T100" y="T101"/>
              </a:cxn>
              <a:cxn ang="T167">
                <a:pos x="T102" y="T103"/>
              </a:cxn>
              <a:cxn ang="T168">
                <a:pos x="T104" y="T105"/>
              </a:cxn>
              <a:cxn ang="T169">
                <a:pos x="T106" y="T107"/>
              </a:cxn>
              <a:cxn ang="T170">
                <a:pos x="T108" y="T109"/>
              </a:cxn>
              <a:cxn ang="T171">
                <a:pos x="T110" y="T111"/>
              </a:cxn>
              <a:cxn ang="T172">
                <a:pos x="T112" y="T113"/>
              </a:cxn>
              <a:cxn ang="T173">
                <a:pos x="T114" y="T115"/>
              </a:cxn>
            </a:cxnLst>
            <a:rect l="0" t="0" r="r" b="b"/>
            <a:pathLst>
              <a:path w="394" h="511">
                <a:moveTo>
                  <a:pt x="214" y="0"/>
                </a:moveTo>
                <a:lnTo>
                  <a:pt x="214" y="0"/>
                </a:lnTo>
                <a:cubicBezTo>
                  <a:pt x="123" y="0"/>
                  <a:pt x="123" y="0"/>
                  <a:pt x="123" y="0"/>
                </a:cubicBezTo>
                <a:cubicBezTo>
                  <a:pt x="120" y="0"/>
                  <a:pt x="117" y="1"/>
                  <a:pt x="116" y="4"/>
                </a:cubicBezTo>
                <a:cubicBezTo>
                  <a:pt x="3" y="121"/>
                  <a:pt x="3" y="121"/>
                  <a:pt x="3" y="121"/>
                </a:cubicBezTo>
                <a:cubicBezTo>
                  <a:pt x="2" y="124"/>
                  <a:pt x="0" y="126"/>
                  <a:pt x="0" y="128"/>
                </a:cubicBezTo>
                <a:cubicBezTo>
                  <a:pt x="0" y="499"/>
                  <a:pt x="0" y="499"/>
                  <a:pt x="0" y="499"/>
                </a:cubicBezTo>
                <a:cubicBezTo>
                  <a:pt x="0" y="506"/>
                  <a:pt x="6" y="510"/>
                  <a:pt x="12" y="510"/>
                </a:cubicBezTo>
                <a:cubicBezTo>
                  <a:pt x="383" y="510"/>
                  <a:pt x="383" y="510"/>
                  <a:pt x="383" y="510"/>
                </a:cubicBezTo>
                <a:cubicBezTo>
                  <a:pt x="388" y="510"/>
                  <a:pt x="393" y="506"/>
                  <a:pt x="393" y="499"/>
                </a:cubicBezTo>
                <a:cubicBezTo>
                  <a:pt x="393" y="11"/>
                  <a:pt x="393" y="11"/>
                  <a:pt x="393" y="11"/>
                </a:cubicBezTo>
                <a:cubicBezTo>
                  <a:pt x="393" y="6"/>
                  <a:pt x="388" y="0"/>
                  <a:pt x="383" y="0"/>
                </a:cubicBezTo>
                <a:cubicBezTo>
                  <a:pt x="265" y="0"/>
                  <a:pt x="265" y="0"/>
                  <a:pt x="265" y="0"/>
                </a:cubicBezTo>
                <a:lnTo>
                  <a:pt x="214" y="0"/>
                </a:lnTo>
                <a:close/>
                <a:moveTo>
                  <a:pt x="224" y="21"/>
                </a:moveTo>
                <a:lnTo>
                  <a:pt x="224" y="21"/>
                </a:lnTo>
                <a:cubicBezTo>
                  <a:pt x="253" y="21"/>
                  <a:pt x="253" y="21"/>
                  <a:pt x="253" y="21"/>
                </a:cubicBezTo>
                <a:cubicBezTo>
                  <a:pt x="253" y="101"/>
                  <a:pt x="253" y="101"/>
                  <a:pt x="253" y="101"/>
                </a:cubicBezTo>
                <a:cubicBezTo>
                  <a:pt x="224" y="101"/>
                  <a:pt x="224" y="101"/>
                  <a:pt x="224" y="101"/>
                </a:cubicBezTo>
                <a:lnTo>
                  <a:pt x="224" y="21"/>
                </a:lnTo>
                <a:close/>
                <a:moveTo>
                  <a:pt x="118" y="30"/>
                </a:moveTo>
                <a:lnTo>
                  <a:pt x="118" y="30"/>
                </a:lnTo>
                <a:cubicBezTo>
                  <a:pt x="118" y="118"/>
                  <a:pt x="118" y="118"/>
                  <a:pt x="118" y="118"/>
                </a:cubicBezTo>
                <a:cubicBezTo>
                  <a:pt x="36" y="118"/>
                  <a:pt x="36" y="118"/>
                  <a:pt x="36" y="118"/>
                </a:cubicBezTo>
                <a:lnTo>
                  <a:pt x="118" y="30"/>
                </a:lnTo>
                <a:close/>
                <a:moveTo>
                  <a:pt x="222" y="156"/>
                </a:moveTo>
                <a:lnTo>
                  <a:pt x="222" y="156"/>
                </a:lnTo>
                <a:cubicBezTo>
                  <a:pt x="231" y="156"/>
                  <a:pt x="231" y="156"/>
                  <a:pt x="231" y="156"/>
                </a:cubicBezTo>
                <a:cubicBezTo>
                  <a:pt x="229" y="158"/>
                  <a:pt x="228" y="160"/>
                  <a:pt x="228" y="162"/>
                </a:cubicBezTo>
                <a:cubicBezTo>
                  <a:pt x="228" y="165"/>
                  <a:pt x="229" y="168"/>
                  <a:pt x="231" y="169"/>
                </a:cubicBezTo>
                <a:cubicBezTo>
                  <a:pt x="222" y="169"/>
                  <a:pt x="222" y="169"/>
                  <a:pt x="222" y="169"/>
                </a:cubicBezTo>
                <a:cubicBezTo>
                  <a:pt x="216" y="169"/>
                  <a:pt x="211" y="173"/>
                  <a:pt x="211" y="179"/>
                </a:cubicBezTo>
                <a:cubicBezTo>
                  <a:pt x="211" y="185"/>
                  <a:pt x="216" y="190"/>
                  <a:pt x="222" y="190"/>
                </a:cubicBezTo>
                <a:cubicBezTo>
                  <a:pt x="231" y="190"/>
                  <a:pt x="231" y="190"/>
                  <a:pt x="231" y="190"/>
                </a:cubicBezTo>
                <a:cubicBezTo>
                  <a:pt x="229" y="192"/>
                  <a:pt x="228" y="193"/>
                  <a:pt x="228" y="196"/>
                </a:cubicBezTo>
                <a:cubicBezTo>
                  <a:pt x="228" y="199"/>
                  <a:pt x="229" y="200"/>
                  <a:pt x="231" y="203"/>
                </a:cubicBezTo>
                <a:cubicBezTo>
                  <a:pt x="222" y="203"/>
                  <a:pt x="222" y="203"/>
                  <a:pt x="222" y="203"/>
                </a:cubicBezTo>
                <a:cubicBezTo>
                  <a:pt x="216" y="203"/>
                  <a:pt x="211" y="207"/>
                  <a:pt x="211" y="213"/>
                </a:cubicBezTo>
                <a:cubicBezTo>
                  <a:pt x="211" y="219"/>
                  <a:pt x="216" y="223"/>
                  <a:pt x="222" y="223"/>
                </a:cubicBezTo>
                <a:cubicBezTo>
                  <a:pt x="231" y="223"/>
                  <a:pt x="231" y="223"/>
                  <a:pt x="231" y="223"/>
                </a:cubicBezTo>
                <a:cubicBezTo>
                  <a:pt x="229" y="226"/>
                  <a:pt x="228" y="227"/>
                  <a:pt x="228" y="230"/>
                </a:cubicBezTo>
                <a:cubicBezTo>
                  <a:pt x="228" y="233"/>
                  <a:pt x="229" y="234"/>
                  <a:pt x="231" y="236"/>
                </a:cubicBezTo>
                <a:cubicBezTo>
                  <a:pt x="222" y="236"/>
                  <a:pt x="222" y="236"/>
                  <a:pt x="222" y="236"/>
                </a:cubicBezTo>
                <a:cubicBezTo>
                  <a:pt x="216" y="236"/>
                  <a:pt x="211" y="241"/>
                  <a:pt x="211" y="247"/>
                </a:cubicBezTo>
                <a:cubicBezTo>
                  <a:pt x="211" y="253"/>
                  <a:pt x="216" y="257"/>
                  <a:pt x="222" y="257"/>
                </a:cubicBezTo>
                <a:cubicBezTo>
                  <a:pt x="231" y="257"/>
                  <a:pt x="231" y="257"/>
                  <a:pt x="231" y="257"/>
                </a:cubicBezTo>
                <a:cubicBezTo>
                  <a:pt x="229" y="259"/>
                  <a:pt x="228" y="261"/>
                  <a:pt x="228" y="264"/>
                </a:cubicBezTo>
                <a:cubicBezTo>
                  <a:pt x="228" y="266"/>
                  <a:pt x="229" y="268"/>
                  <a:pt x="231" y="270"/>
                </a:cubicBezTo>
                <a:cubicBezTo>
                  <a:pt x="222" y="270"/>
                  <a:pt x="222" y="270"/>
                  <a:pt x="222" y="270"/>
                </a:cubicBezTo>
                <a:cubicBezTo>
                  <a:pt x="216" y="270"/>
                  <a:pt x="211" y="274"/>
                  <a:pt x="211" y="280"/>
                </a:cubicBezTo>
                <a:cubicBezTo>
                  <a:pt x="211" y="285"/>
                  <a:pt x="216" y="291"/>
                  <a:pt x="222" y="291"/>
                </a:cubicBezTo>
                <a:cubicBezTo>
                  <a:pt x="231" y="291"/>
                  <a:pt x="231" y="291"/>
                  <a:pt x="231" y="291"/>
                </a:cubicBezTo>
                <a:cubicBezTo>
                  <a:pt x="229" y="293"/>
                  <a:pt x="228" y="294"/>
                  <a:pt x="228" y="297"/>
                </a:cubicBezTo>
                <a:cubicBezTo>
                  <a:pt x="228" y="300"/>
                  <a:pt x="229" y="301"/>
                  <a:pt x="231" y="304"/>
                </a:cubicBezTo>
                <a:cubicBezTo>
                  <a:pt x="222" y="304"/>
                  <a:pt x="222" y="304"/>
                  <a:pt x="222" y="304"/>
                </a:cubicBezTo>
                <a:cubicBezTo>
                  <a:pt x="216" y="304"/>
                  <a:pt x="211" y="308"/>
                  <a:pt x="211" y="314"/>
                </a:cubicBezTo>
                <a:cubicBezTo>
                  <a:pt x="211" y="320"/>
                  <a:pt x="216" y="324"/>
                  <a:pt x="222" y="324"/>
                </a:cubicBezTo>
                <a:cubicBezTo>
                  <a:pt x="231" y="324"/>
                  <a:pt x="231" y="324"/>
                  <a:pt x="231" y="324"/>
                </a:cubicBezTo>
                <a:cubicBezTo>
                  <a:pt x="229" y="327"/>
                  <a:pt x="228" y="328"/>
                  <a:pt x="228" y="331"/>
                </a:cubicBezTo>
                <a:cubicBezTo>
                  <a:pt x="228" y="334"/>
                  <a:pt x="229" y="335"/>
                  <a:pt x="231" y="337"/>
                </a:cubicBezTo>
                <a:cubicBezTo>
                  <a:pt x="222" y="337"/>
                  <a:pt x="222" y="337"/>
                  <a:pt x="222" y="337"/>
                </a:cubicBezTo>
                <a:cubicBezTo>
                  <a:pt x="216" y="337"/>
                  <a:pt x="211" y="342"/>
                  <a:pt x="211" y="348"/>
                </a:cubicBezTo>
                <a:cubicBezTo>
                  <a:pt x="211" y="354"/>
                  <a:pt x="216" y="358"/>
                  <a:pt x="222" y="358"/>
                </a:cubicBezTo>
                <a:cubicBezTo>
                  <a:pt x="231" y="358"/>
                  <a:pt x="231" y="358"/>
                  <a:pt x="231" y="358"/>
                </a:cubicBezTo>
                <a:cubicBezTo>
                  <a:pt x="229" y="359"/>
                  <a:pt x="228" y="362"/>
                  <a:pt x="228" y="365"/>
                </a:cubicBezTo>
                <a:cubicBezTo>
                  <a:pt x="228" y="367"/>
                  <a:pt x="229" y="369"/>
                  <a:pt x="231" y="371"/>
                </a:cubicBezTo>
                <a:cubicBezTo>
                  <a:pt x="222" y="371"/>
                  <a:pt x="222" y="371"/>
                  <a:pt x="222" y="371"/>
                </a:cubicBezTo>
                <a:cubicBezTo>
                  <a:pt x="216" y="371"/>
                  <a:pt x="211" y="375"/>
                  <a:pt x="211" y="382"/>
                </a:cubicBezTo>
                <a:cubicBezTo>
                  <a:pt x="211" y="388"/>
                  <a:pt x="216" y="392"/>
                  <a:pt x="222" y="392"/>
                </a:cubicBezTo>
                <a:cubicBezTo>
                  <a:pt x="231" y="392"/>
                  <a:pt x="231" y="392"/>
                  <a:pt x="231" y="392"/>
                </a:cubicBezTo>
                <a:cubicBezTo>
                  <a:pt x="229" y="393"/>
                  <a:pt x="228" y="396"/>
                  <a:pt x="228" y="398"/>
                </a:cubicBezTo>
                <a:cubicBezTo>
                  <a:pt x="228" y="401"/>
                  <a:pt x="229" y="403"/>
                  <a:pt x="231" y="405"/>
                </a:cubicBezTo>
                <a:cubicBezTo>
                  <a:pt x="222" y="405"/>
                  <a:pt x="222" y="405"/>
                  <a:pt x="222" y="405"/>
                </a:cubicBezTo>
                <a:cubicBezTo>
                  <a:pt x="216" y="405"/>
                  <a:pt x="211" y="409"/>
                  <a:pt x="211" y="415"/>
                </a:cubicBezTo>
                <a:cubicBezTo>
                  <a:pt x="211" y="420"/>
                  <a:pt x="216" y="426"/>
                  <a:pt x="222" y="426"/>
                </a:cubicBezTo>
                <a:cubicBezTo>
                  <a:pt x="231" y="426"/>
                  <a:pt x="231" y="426"/>
                  <a:pt x="231" y="426"/>
                </a:cubicBezTo>
                <a:cubicBezTo>
                  <a:pt x="229" y="428"/>
                  <a:pt x="228" y="429"/>
                  <a:pt x="228" y="432"/>
                </a:cubicBezTo>
                <a:cubicBezTo>
                  <a:pt x="228" y="435"/>
                  <a:pt x="229" y="436"/>
                  <a:pt x="231" y="439"/>
                </a:cubicBezTo>
                <a:cubicBezTo>
                  <a:pt x="222" y="439"/>
                  <a:pt x="222" y="439"/>
                  <a:pt x="222" y="439"/>
                </a:cubicBezTo>
                <a:cubicBezTo>
                  <a:pt x="216" y="439"/>
                  <a:pt x="211" y="443"/>
                  <a:pt x="211" y="449"/>
                </a:cubicBezTo>
                <a:cubicBezTo>
                  <a:pt x="211" y="455"/>
                  <a:pt x="216" y="459"/>
                  <a:pt x="222" y="459"/>
                </a:cubicBezTo>
                <a:cubicBezTo>
                  <a:pt x="231" y="459"/>
                  <a:pt x="231" y="459"/>
                  <a:pt x="231" y="459"/>
                </a:cubicBezTo>
                <a:cubicBezTo>
                  <a:pt x="229" y="462"/>
                  <a:pt x="228" y="463"/>
                  <a:pt x="228" y="466"/>
                </a:cubicBezTo>
                <a:cubicBezTo>
                  <a:pt x="228" y="469"/>
                  <a:pt x="229" y="470"/>
                  <a:pt x="231" y="472"/>
                </a:cubicBezTo>
                <a:cubicBezTo>
                  <a:pt x="222" y="472"/>
                  <a:pt x="222" y="472"/>
                  <a:pt x="222" y="472"/>
                </a:cubicBezTo>
                <a:cubicBezTo>
                  <a:pt x="216" y="472"/>
                  <a:pt x="211" y="477"/>
                  <a:pt x="211" y="483"/>
                </a:cubicBezTo>
                <a:cubicBezTo>
                  <a:pt x="211" y="484"/>
                  <a:pt x="212" y="487"/>
                  <a:pt x="214" y="489"/>
                </a:cubicBezTo>
                <a:cubicBezTo>
                  <a:pt x="22" y="489"/>
                  <a:pt x="22" y="489"/>
                  <a:pt x="22" y="489"/>
                </a:cubicBezTo>
                <a:cubicBezTo>
                  <a:pt x="22" y="139"/>
                  <a:pt x="22" y="139"/>
                  <a:pt x="22" y="139"/>
                </a:cubicBezTo>
                <a:cubicBezTo>
                  <a:pt x="130" y="139"/>
                  <a:pt x="130" y="139"/>
                  <a:pt x="130" y="139"/>
                </a:cubicBezTo>
                <a:cubicBezTo>
                  <a:pt x="135" y="139"/>
                  <a:pt x="140" y="135"/>
                  <a:pt x="140" y="129"/>
                </a:cubicBezTo>
                <a:cubicBezTo>
                  <a:pt x="140" y="21"/>
                  <a:pt x="140" y="21"/>
                  <a:pt x="140" y="21"/>
                </a:cubicBezTo>
                <a:cubicBezTo>
                  <a:pt x="204" y="21"/>
                  <a:pt x="204" y="21"/>
                  <a:pt x="204" y="21"/>
                </a:cubicBezTo>
                <a:cubicBezTo>
                  <a:pt x="204" y="112"/>
                  <a:pt x="204" y="112"/>
                  <a:pt x="204" y="112"/>
                </a:cubicBezTo>
                <a:cubicBezTo>
                  <a:pt x="204" y="118"/>
                  <a:pt x="208" y="122"/>
                  <a:pt x="214" y="122"/>
                </a:cubicBezTo>
                <a:cubicBezTo>
                  <a:pt x="231" y="122"/>
                  <a:pt x="231" y="122"/>
                  <a:pt x="231" y="122"/>
                </a:cubicBezTo>
                <a:cubicBezTo>
                  <a:pt x="229" y="125"/>
                  <a:pt x="228" y="126"/>
                  <a:pt x="228" y="129"/>
                </a:cubicBezTo>
                <a:cubicBezTo>
                  <a:pt x="228" y="131"/>
                  <a:pt x="229" y="133"/>
                  <a:pt x="231" y="135"/>
                </a:cubicBezTo>
                <a:cubicBezTo>
                  <a:pt x="222" y="135"/>
                  <a:pt x="222" y="135"/>
                  <a:pt x="222" y="135"/>
                </a:cubicBezTo>
                <a:cubicBezTo>
                  <a:pt x="216" y="135"/>
                  <a:pt x="211" y="139"/>
                  <a:pt x="211" y="146"/>
                </a:cubicBezTo>
                <a:cubicBezTo>
                  <a:pt x="211" y="152"/>
                  <a:pt x="216" y="156"/>
                  <a:pt x="222" y="156"/>
                </a:cubicBezTo>
                <a:close/>
                <a:moveTo>
                  <a:pt x="275" y="112"/>
                </a:moveTo>
                <a:lnTo>
                  <a:pt x="275" y="112"/>
                </a:lnTo>
                <a:cubicBezTo>
                  <a:pt x="275" y="21"/>
                  <a:pt x="275" y="21"/>
                  <a:pt x="275" y="21"/>
                </a:cubicBezTo>
                <a:cubicBezTo>
                  <a:pt x="371" y="21"/>
                  <a:pt x="371" y="21"/>
                  <a:pt x="371" y="21"/>
                </a:cubicBezTo>
                <a:cubicBezTo>
                  <a:pt x="371" y="489"/>
                  <a:pt x="371" y="489"/>
                  <a:pt x="371" y="489"/>
                </a:cubicBezTo>
                <a:cubicBezTo>
                  <a:pt x="246" y="489"/>
                  <a:pt x="246" y="489"/>
                  <a:pt x="246" y="489"/>
                </a:cubicBezTo>
                <a:cubicBezTo>
                  <a:pt x="248" y="487"/>
                  <a:pt x="249" y="484"/>
                  <a:pt x="249" y="483"/>
                </a:cubicBezTo>
                <a:cubicBezTo>
                  <a:pt x="249" y="480"/>
                  <a:pt x="248" y="477"/>
                  <a:pt x="246" y="476"/>
                </a:cubicBezTo>
                <a:cubicBezTo>
                  <a:pt x="256" y="476"/>
                  <a:pt x="256" y="476"/>
                  <a:pt x="256" y="476"/>
                </a:cubicBezTo>
                <a:cubicBezTo>
                  <a:pt x="262" y="476"/>
                  <a:pt x="266" y="472"/>
                  <a:pt x="266" y="466"/>
                </a:cubicBezTo>
                <a:cubicBezTo>
                  <a:pt x="266" y="460"/>
                  <a:pt x="262" y="455"/>
                  <a:pt x="256" y="455"/>
                </a:cubicBezTo>
                <a:cubicBezTo>
                  <a:pt x="246" y="455"/>
                  <a:pt x="246" y="455"/>
                  <a:pt x="246" y="455"/>
                </a:cubicBezTo>
                <a:cubicBezTo>
                  <a:pt x="248" y="453"/>
                  <a:pt x="249" y="452"/>
                  <a:pt x="249" y="449"/>
                </a:cubicBezTo>
                <a:cubicBezTo>
                  <a:pt x="249" y="446"/>
                  <a:pt x="248" y="445"/>
                  <a:pt x="246" y="442"/>
                </a:cubicBezTo>
                <a:cubicBezTo>
                  <a:pt x="256" y="442"/>
                  <a:pt x="256" y="442"/>
                  <a:pt x="256" y="442"/>
                </a:cubicBezTo>
                <a:cubicBezTo>
                  <a:pt x="262" y="442"/>
                  <a:pt x="266" y="438"/>
                  <a:pt x="266" y="432"/>
                </a:cubicBezTo>
                <a:cubicBezTo>
                  <a:pt x="266" y="426"/>
                  <a:pt x="262" y="422"/>
                  <a:pt x="256" y="422"/>
                </a:cubicBezTo>
                <a:cubicBezTo>
                  <a:pt x="246" y="422"/>
                  <a:pt x="246" y="422"/>
                  <a:pt x="246" y="422"/>
                </a:cubicBezTo>
                <a:cubicBezTo>
                  <a:pt x="248" y="419"/>
                  <a:pt x="249" y="418"/>
                  <a:pt x="249" y="415"/>
                </a:cubicBezTo>
                <a:cubicBezTo>
                  <a:pt x="249" y="412"/>
                  <a:pt x="248" y="411"/>
                  <a:pt x="246" y="409"/>
                </a:cubicBezTo>
                <a:cubicBezTo>
                  <a:pt x="256" y="409"/>
                  <a:pt x="256" y="409"/>
                  <a:pt x="256" y="409"/>
                </a:cubicBezTo>
                <a:cubicBezTo>
                  <a:pt x="262" y="409"/>
                  <a:pt x="266" y="403"/>
                  <a:pt x="266" y="398"/>
                </a:cubicBezTo>
                <a:cubicBezTo>
                  <a:pt x="266" y="392"/>
                  <a:pt x="262" y="388"/>
                  <a:pt x="256" y="388"/>
                </a:cubicBezTo>
                <a:cubicBezTo>
                  <a:pt x="246" y="388"/>
                  <a:pt x="246" y="388"/>
                  <a:pt x="246" y="388"/>
                </a:cubicBezTo>
                <a:cubicBezTo>
                  <a:pt x="248" y="386"/>
                  <a:pt x="249" y="384"/>
                  <a:pt x="249" y="382"/>
                </a:cubicBezTo>
                <a:cubicBezTo>
                  <a:pt x="249" y="379"/>
                  <a:pt x="248" y="376"/>
                  <a:pt x="246" y="375"/>
                </a:cubicBezTo>
                <a:cubicBezTo>
                  <a:pt x="256" y="375"/>
                  <a:pt x="256" y="375"/>
                  <a:pt x="256" y="375"/>
                </a:cubicBezTo>
                <a:cubicBezTo>
                  <a:pt x="262" y="375"/>
                  <a:pt x="266" y="371"/>
                  <a:pt x="266" y="365"/>
                </a:cubicBezTo>
                <a:cubicBezTo>
                  <a:pt x="266" y="359"/>
                  <a:pt x="262" y="354"/>
                  <a:pt x="256" y="354"/>
                </a:cubicBezTo>
                <a:cubicBezTo>
                  <a:pt x="246" y="354"/>
                  <a:pt x="246" y="354"/>
                  <a:pt x="246" y="354"/>
                </a:cubicBezTo>
                <a:cubicBezTo>
                  <a:pt x="248" y="352"/>
                  <a:pt x="249" y="351"/>
                  <a:pt x="249" y="348"/>
                </a:cubicBezTo>
                <a:cubicBezTo>
                  <a:pt x="249" y="345"/>
                  <a:pt x="248" y="344"/>
                  <a:pt x="246" y="341"/>
                </a:cubicBezTo>
                <a:cubicBezTo>
                  <a:pt x="256" y="341"/>
                  <a:pt x="256" y="341"/>
                  <a:pt x="256" y="341"/>
                </a:cubicBezTo>
                <a:cubicBezTo>
                  <a:pt x="262" y="341"/>
                  <a:pt x="266" y="337"/>
                  <a:pt x="266" y="331"/>
                </a:cubicBezTo>
                <a:cubicBezTo>
                  <a:pt x="266" y="325"/>
                  <a:pt x="262" y="321"/>
                  <a:pt x="256" y="321"/>
                </a:cubicBezTo>
                <a:cubicBezTo>
                  <a:pt x="246" y="321"/>
                  <a:pt x="246" y="321"/>
                  <a:pt x="246" y="321"/>
                </a:cubicBezTo>
                <a:cubicBezTo>
                  <a:pt x="248" y="318"/>
                  <a:pt x="249" y="317"/>
                  <a:pt x="249" y="314"/>
                </a:cubicBezTo>
                <a:cubicBezTo>
                  <a:pt x="249" y="311"/>
                  <a:pt x="248" y="310"/>
                  <a:pt x="246" y="308"/>
                </a:cubicBezTo>
                <a:cubicBezTo>
                  <a:pt x="256" y="308"/>
                  <a:pt x="256" y="308"/>
                  <a:pt x="256" y="308"/>
                </a:cubicBezTo>
                <a:cubicBezTo>
                  <a:pt x="262" y="308"/>
                  <a:pt x="266" y="303"/>
                  <a:pt x="266" y="297"/>
                </a:cubicBezTo>
                <a:cubicBezTo>
                  <a:pt x="266" y="291"/>
                  <a:pt x="262" y="287"/>
                  <a:pt x="256" y="287"/>
                </a:cubicBezTo>
                <a:cubicBezTo>
                  <a:pt x="246" y="287"/>
                  <a:pt x="246" y="287"/>
                  <a:pt x="246" y="287"/>
                </a:cubicBezTo>
                <a:cubicBezTo>
                  <a:pt x="248" y="285"/>
                  <a:pt x="249" y="283"/>
                  <a:pt x="249" y="280"/>
                </a:cubicBezTo>
                <a:cubicBezTo>
                  <a:pt x="249" y="278"/>
                  <a:pt x="248" y="276"/>
                  <a:pt x="246" y="274"/>
                </a:cubicBezTo>
                <a:cubicBezTo>
                  <a:pt x="256" y="274"/>
                  <a:pt x="256" y="274"/>
                  <a:pt x="256" y="274"/>
                </a:cubicBezTo>
                <a:cubicBezTo>
                  <a:pt x="262" y="274"/>
                  <a:pt x="266" y="270"/>
                  <a:pt x="266" y="264"/>
                </a:cubicBezTo>
                <a:cubicBezTo>
                  <a:pt x="266" y="257"/>
                  <a:pt x="262" y="253"/>
                  <a:pt x="256" y="253"/>
                </a:cubicBezTo>
                <a:cubicBezTo>
                  <a:pt x="246" y="253"/>
                  <a:pt x="246" y="253"/>
                  <a:pt x="246" y="253"/>
                </a:cubicBezTo>
                <a:cubicBezTo>
                  <a:pt x="248" y="251"/>
                  <a:pt x="249" y="249"/>
                  <a:pt x="249" y="247"/>
                </a:cubicBezTo>
                <a:cubicBezTo>
                  <a:pt x="249" y="244"/>
                  <a:pt x="248" y="241"/>
                  <a:pt x="246" y="240"/>
                </a:cubicBezTo>
                <a:cubicBezTo>
                  <a:pt x="256" y="240"/>
                  <a:pt x="256" y="240"/>
                  <a:pt x="256" y="240"/>
                </a:cubicBezTo>
                <a:cubicBezTo>
                  <a:pt x="262" y="240"/>
                  <a:pt x="266" y="236"/>
                  <a:pt x="266" y="230"/>
                </a:cubicBezTo>
                <a:cubicBezTo>
                  <a:pt x="266" y="224"/>
                  <a:pt x="262" y="219"/>
                  <a:pt x="256" y="219"/>
                </a:cubicBezTo>
                <a:cubicBezTo>
                  <a:pt x="246" y="219"/>
                  <a:pt x="246" y="219"/>
                  <a:pt x="246" y="219"/>
                </a:cubicBezTo>
                <a:cubicBezTo>
                  <a:pt x="248" y="217"/>
                  <a:pt x="249" y="216"/>
                  <a:pt x="249" y="213"/>
                </a:cubicBezTo>
                <a:cubicBezTo>
                  <a:pt x="249" y="210"/>
                  <a:pt x="248" y="209"/>
                  <a:pt x="246" y="207"/>
                </a:cubicBezTo>
                <a:cubicBezTo>
                  <a:pt x="256" y="207"/>
                  <a:pt x="256" y="207"/>
                  <a:pt x="256" y="207"/>
                </a:cubicBezTo>
                <a:cubicBezTo>
                  <a:pt x="262" y="207"/>
                  <a:pt x="266" y="202"/>
                  <a:pt x="266" y="196"/>
                </a:cubicBezTo>
                <a:cubicBezTo>
                  <a:pt x="266" y="190"/>
                  <a:pt x="262" y="186"/>
                  <a:pt x="256" y="186"/>
                </a:cubicBezTo>
                <a:cubicBezTo>
                  <a:pt x="246" y="186"/>
                  <a:pt x="246" y="186"/>
                  <a:pt x="246" y="186"/>
                </a:cubicBezTo>
                <a:cubicBezTo>
                  <a:pt x="248" y="183"/>
                  <a:pt x="249" y="182"/>
                  <a:pt x="249" y="179"/>
                </a:cubicBezTo>
                <a:cubicBezTo>
                  <a:pt x="249" y="177"/>
                  <a:pt x="248" y="175"/>
                  <a:pt x="246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62" y="173"/>
                  <a:pt x="266" y="168"/>
                  <a:pt x="266" y="162"/>
                </a:cubicBezTo>
                <a:cubicBezTo>
                  <a:pt x="266" y="156"/>
                  <a:pt x="262" y="152"/>
                  <a:pt x="256" y="152"/>
                </a:cubicBezTo>
                <a:cubicBezTo>
                  <a:pt x="246" y="152"/>
                  <a:pt x="246" y="152"/>
                  <a:pt x="246" y="152"/>
                </a:cubicBezTo>
                <a:cubicBezTo>
                  <a:pt x="248" y="151"/>
                  <a:pt x="249" y="148"/>
                  <a:pt x="249" y="146"/>
                </a:cubicBezTo>
                <a:cubicBezTo>
                  <a:pt x="249" y="143"/>
                  <a:pt x="248" y="141"/>
                  <a:pt x="246" y="139"/>
                </a:cubicBezTo>
                <a:cubicBezTo>
                  <a:pt x="256" y="139"/>
                  <a:pt x="256" y="139"/>
                  <a:pt x="256" y="139"/>
                </a:cubicBezTo>
                <a:cubicBezTo>
                  <a:pt x="262" y="139"/>
                  <a:pt x="266" y="135"/>
                  <a:pt x="266" y="129"/>
                </a:cubicBezTo>
                <a:cubicBezTo>
                  <a:pt x="266" y="126"/>
                  <a:pt x="265" y="125"/>
                  <a:pt x="263" y="122"/>
                </a:cubicBezTo>
                <a:cubicBezTo>
                  <a:pt x="265" y="122"/>
                  <a:pt x="265" y="122"/>
                  <a:pt x="265" y="122"/>
                </a:cubicBezTo>
                <a:cubicBezTo>
                  <a:pt x="270" y="122"/>
                  <a:pt x="275" y="118"/>
                  <a:pt x="275" y="112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rgbClr val="9BB9FE"/>
            </a:solidFill>
          </a:ln>
        </p:spPr>
        <p:txBody>
          <a:bodyPr wrap="none" anchor="ctr"/>
          <a:lstStyle/>
          <a:p>
            <a:endParaRPr lang="en-US" sz="700">
              <a:latin typeface="+mn-ea"/>
            </a:endParaRPr>
          </a:p>
        </p:txBody>
      </p:sp>
      <p:sp>
        <p:nvSpPr>
          <p:cNvPr id="113" name="Rectangle 86"/>
          <p:cNvSpPr/>
          <p:nvPr/>
        </p:nvSpPr>
        <p:spPr>
          <a:xfrm>
            <a:off x="628446" y="5918200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918200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900059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373222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73222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7685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19" name="Group 76"/>
          <p:cNvGrpSpPr>
            <a:grpSpLocks noChangeAspect="1"/>
          </p:cNvGrpSpPr>
          <p:nvPr/>
        </p:nvGrpSpPr>
        <p:grpSpPr>
          <a:xfrm>
            <a:off x="7605161" y="6753434"/>
            <a:ext cx="991930" cy="862684"/>
            <a:chOff x="1392799" y="8552193"/>
            <a:chExt cx="285312" cy="263081"/>
          </a:xfrm>
          <a:solidFill>
            <a:srgbClr val="0078EF"/>
          </a:solidFill>
        </p:grpSpPr>
        <p:sp>
          <p:nvSpPr>
            <p:cNvPr id="120" name="Freeform 119"/>
            <p:cNvSpPr>
              <a:spLocks noChangeArrowheads="1"/>
            </p:cNvSpPr>
            <p:nvPr/>
          </p:nvSpPr>
          <p:spPr bwMode="auto">
            <a:xfrm>
              <a:off x="1392799" y="8642980"/>
              <a:ext cx="83370" cy="83372"/>
            </a:xfrm>
            <a:custGeom>
              <a:avLst/>
              <a:gdLst>
                <a:gd name="T0" fmla="*/ 100 w 200"/>
                <a:gd name="T1" fmla="*/ 199 h 200"/>
                <a:gd name="T2" fmla="*/ 100 w 200"/>
                <a:gd name="T3" fmla="*/ 199 h 200"/>
                <a:gd name="T4" fmla="*/ 0 w 200"/>
                <a:gd name="T5" fmla="*/ 100 h 200"/>
                <a:gd name="T6" fmla="*/ 100 w 200"/>
                <a:gd name="T7" fmla="*/ 0 h 200"/>
                <a:gd name="T8" fmla="*/ 199 w 200"/>
                <a:gd name="T9" fmla="*/ 100 h 200"/>
                <a:gd name="T10" fmla="*/ 100 w 200"/>
                <a:gd name="T11" fmla="*/ 199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0" h="200">
                  <a:moveTo>
                    <a:pt x="100" y="199"/>
                  </a:moveTo>
                  <a:lnTo>
                    <a:pt x="100" y="199"/>
                  </a:lnTo>
                  <a:cubicBezTo>
                    <a:pt x="45" y="199"/>
                    <a:pt x="0" y="154"/>
                    <a:pt x="0" y="100"/>
                  </a:cubicBezTo>
                  <a:cubicBezTo>
                    <a:pt x="0" y="45"/>
                    <a:pt x="45" y="0"/>
                    <a:pt x="100" y="0"/>
                  </a:cubicBezTo>
                  <a:cubicBezTo>
                    <a:pt x="154" y="0"/>
                    <a:pt x="199" y="45"/>
                    <a:pt x="199" y="100"/>
                  </a:cubicBezTo>
                  <a:cubicBezTo>
                    <a:pt x="199" y="154"/>
                    <a:pt x="154" y="199"/>
                    <a:pt x="100" y="199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1" name="Freeform 120"/>
            <p:cNvSpPr>
              <a:spLocks noChangeArrowheads="1"/>
            </p:cNvSpPr>
            <p:nvPr/>
          </p:nvSpPr>
          <p:spPr bwMode="auto">
            <a:xfrm>
              <a:off x="1624383" y="8657801"/>
              <a:ext cx="53728" cy="55580"/>
            </a:xfrm>
            <a:custGeom>
              <a:avLst/>
              <a:gdLst>
                <a:gd name="T0" fmla="*/ 129 w 130"/>
                <a:gd name="T1" fmla="*/ 65 h 131"/>
                <a:gd name="T2" fmla="*/ 129 w 130"/>
                <a:gd name="T3" fmla="*/ 65 h 131"/>
                <a:gd name="T4" fmla="*/ 64 w 130"/>
                <a:gd name="T5" fmla="*/ 130 h 131"/>
                <a:gd name="T6" fmla="*/ 0 w 130"/>
                <a:gd name="T7" fmla="*/ 65 h 131"/>
                <a:gd name="T8" fmla="*/ 64 w 130"/>
                <a:gd name="T9" fmla="*/ 0 h 131"/>
                <a:gd name="T10" fmla="*/ 129 w 130"/>
                <a:gd name="T11" fmla="*/ 6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30"/>
                    <a:pt x="64" y="130"/>
                  </a:cubicBezTo>
                  <a:cubicBezTo>
                    <a:pt x="29" y="130"/>
                    <a:pt x="0" y="100"/>
                    <a:pt x="0" y="65"/>
                  </a:cubicBezTo>
                  <a:cubicBezTo>
                    <a:pt x="0" y="30"/>
                    <a:pt x="29" y="0"/>
                    <a:pt x="64" y="0"/>
                  </a:cubicBezTo>
                  <a:cubicBezTo>
                    <a:pt x="100" y="0"/>
                    <a:pt x="129" y="30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2" name="Freeform 121"/>
            <p:cNvSpPr>
              <a:spLocks noChangeArrowheads="1"/>
            </p:cNvSpPr>
            <p:nvPr/>
          </p:nvSpPr>
          <p:spPr bwMode="auto">
            <a:xfrm>
              <a:off x="1596595" y="8552193"/>
              <a:ext cx="53727" cy="55580"/>
            </a:xfrm>
            <a:custGeom>
              <a:avLst/>
              <a:gdLst>
                <a:gd name="T0" fmla="*/ 129 w 130"/>
                <a:gd name="T1" fmla="*/ 64 h 131"/>
                <a:gd name="T2" fmla="*/ 129 w 130"/>
                <a:gd name="T3" fmla="*/ 64 h 131"/>
                <a:gd name="T4" fmla="*/ 65 w 130"/>
                <a:gd name="T5" fmla="*/ 130 h 131"/>
                <a:gd name="T6" fmla="*/ 0 w 130"/>
                <a:gd name="T7" fmla="*/ 64 h 131"/>
                <a:gd name="T8" fmla="*/ 65 w 130"/>
                <a:gd name="T9" fmla="*/ 0 h 131"/>
                <a:gd name="T10" fmla="*/ 129 w 130"/>
                <a:gd name="T11" fmla="*/ 64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1">
                  <a:moveTo>
                    <a:pt x="129" y="64"/>
                  </a:moveTo>
                  <a:lnTo>
                    <a:pt x="129" y="64"/>
                  </a:lnTo>
                  <a:cubicBezTo>
                    <a:pt x="129" y="101"/>
                    <a:pt x="100" y="130"/>
                    <a:pt x="65" y="130"/>
                  </a:cubicBezTo>
                  <a:cubicBezTo>
                    <a:pt x="28" y="130"/>
                    <a:pt x="0" y="101"/>
                    <a:pt x="0" y="64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4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3" name="Freeform 122"/>
            <p:cNvSpPr>
              <a:spLocks noChangeArrowheads="1"/>
            </p:cNvSpPr>
            <p:nvPr/>
          </p:nvSpPr>
          <p:spPr bwMode="auto">
            <a:xfrm>
              <a:off x="1596596" y="8761546"/>
              <a:ext cx="53727" cy="53728"/>
            </a:xfrm>
            <a:custGeom>
              <a:avLst/>
              <a:gdLst>
                <a:gd name="T0" fmla="*/ 129 w 130"/>
                <a:gd name="T1" fmla="*/ 65 h 130"/>
                <a:gd name="T2" fmla="*/ 129 w 130"/>
                <a:gd name="T3" fmla="*/ 65 h 130"/>
                <a:gd name="T4" fmla="*/ 65 w 130"/>
                <a:gd name="T5" fmla="*/ 129 h 130"/>
                <a:gd name="T6" fmla="*/ 0 w 130"/>
                <a:gd name="T7" fmla="*/ 65 h 130"/>
                <a:gd name="T8" fmla="*/ 65 w 130"/>
                <a:gd name="T9" fmla="*/ 0 h 130"/>
                <a:gd name="T10" fmla="*/ 129 w 130"/>
                <a:gd name="T11" fmla="*/ 65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130">
                  <a:moveTo>
                    <a:pt x="129" y="65"/>
                  </a:moveTo>
                  <a:lnTo>
                    <a:pt x="129" y="65"/>
                  </a:lnTo>
                  <a:cubicBezTo>
                    <a:pt x="129" y="100"/>
                    <a:pt x="100" y="129"/>
                    <a:pt x="65" y="129"/>
                  </a:cubicBezTo>
                  <a:cubicBezTo>
                    <a:pt x="28" y="129"/>
                    <a:pt x="0" y="100"/>
                    <a:pt x="0" y="65"/>
                  </a:cubicBezTo>
                  <a:cubicBezTo>
                    <a:pt x="0" y="29"/>
                    <a:pt x="28" y="0"/>
                    <a:pt x="65" y="0"/>
                  </a:cubicBezTo>
                  <a:cubicBezTo>
                    <a:pt x="100" y="0"/>
                    <a:pt x="129" y="29"/>
                    <a:pt x="129" y="65"/>
                  </a:cubicBezTo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4" name="Freeform 123"/>
            <p:cNvSpPr>
              <a:spLocks noChangeArrowheads="1"/>
            </p:cNvSpPr>
            <p:nvPr/>
          </p:nvSpPr>
          <p:spPr bwMode="auto">
            <a:xfrm>
              <a:off x="1483582" y="8705968"/>
              <a:ext cx="101898" cy="62991"/>
            </a:xfrm>
            <a:custGeom>
              <a:avLst/>
              <a:gdLst>
                <a:gd name="T0" fmla="*/ 228 w 242"/>
                <a:gd name="T1" fmla="*/ 150 h 151"/>
                <a:gd name="T2" fmla="*/ 228 w 242"/>
                <a:gd name="T3" fmla="*/ 150 h 151"/>
                <a:gd name="T4" fmla="*/ 222 w 242"/>
                <a:gd name="T5" fmla="*/ 149 h 151"/>
                <a:gd name="T6" fmla="*/ 191 w 242"/>
                <a:gd name="T7" fmla="*/ 131 h 151"/>
                <a:gd name="T8" fmla="*/ 187 w 242"/>
                <a:gd name="T9" fmla="*/ 114 h 151"/>
                <a:gd name="T10" fmla="*/ 203 w 242"/>
                <a:gd name="T11" fmla="*/ 110 h 151"/>
                <a:gd name="T12" fmla="*/ 234 w 242"/>
                <a:gd name="T13" fmla="*/ 129 h 151"/>
                <a:gd name="T14" fmla="*/ 238 w 242"/>
                <a:gd name="T15" fmla="*/ 145 h 151"/>
                <a:gd name="T16" fmla="*/ 228 w 242"/>
                <a:gd name="T17" fmla="*/ 150 h 151"/>
                <a:gd name="T18" fmla="*/ 136 w 242"/>
                <a:gd name="T19" fmla="*/ 97 h 151"/>
                <a:gd name="T20" fmla="*/ 136 w 242"/>
                <a:gd name="T21" fmla="*/ 97 h 151"/>
                <a:gd name="T22" fmla="*/ 130 w 242"/>
                <a:gd name="T23" fmla="*/ 95 h 151"/>
                <a:gd name="T24" fmla="*/ 99 w 242"/>
                <a:gd name="T25" fmla="*/ 77 h 151"/>
                <a:gd name="T26" fmla="*/ 94 w 242"/>
                <a:gd name="T27" fmla="*/ 61 h 151"/>
                <a:gd name="T28" fmla="*/ 111 w 242"/>
                <a:gd name="T29" fmla="*/ 57 h 151"/>
                <a:gd name="T30" fmla="*/ 141 w 242"/>
                <a:gd name="T31" fmla="*/ 75 h 151"/>
                <a:gd name="T32" fmla="*/ 145 w 242"/>
                <a:gd name="T33" fmla="*/ 91 h 151"/>
                <a:gd name="T34" fmla="*/ 136 w 242"/>
                <a:gd name="T35" fmla="*/ 97 h 151"/>
                <a:gd name="T36" fmla="*/ 43 w 242"/>
                <a:gd name="T37" fmla="*/ 43 h 151"/>
                <a:gd name="T38" fmla="*/ 43 w 242"/>
                <a:gd name="T39" fmla="*/ 43 h 151"/>
                <a:gd name="T40" fmla="*/ 37 w 242"/>
                <a:gd name="T41" fmla="*/ 42 h 151"/>
                <a:gd name="T42" fmla="*/ 7 w 242"/>
                <a:gd name="T43" fmla="*/ 23 h 151"/>
                <a:gd name="T44" fmla="*/ 3 w 242"/>
                <a:gd name="T45" fmla="*/ 7 h 151"/>
                <a:gd name="T46" fmla="*/ 18 w 242"/>
                <a:gd name="T47" fmla="*/ 3 h 151"/>
                <a:gd name="T48" fmla="*/ 50 w 242"/>
                <a:gd name="T49" fmla="*/ 21 h 151"/>
                <a:gd name="T50" fmla="*/ 54 w 242"/>
                <a:gd name="T51" fmla="*/ 37 h 151"/>
                <a:gd name="T52" fmla="*/ 43 w 242"/>
                <a:gd name="T53" fmla="*/ 4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2" h="151">
                  <a:moveTo>
                    <a:pt x="228" y="150"/>
                  </a:moveTo>
                  <a:lnTo>
                    <a:pt x="228" y="150"/>
                  </a:lnTo>
                  <a:cubicBezTo>
                    <a:pt x="226" y="150"/>
                    <a:pt x="223" y="150"/>
                    <a:pt x="222" y="149"/>
                  </a:cubicBezTo>
                  <a:cubicBezTo>
                    <a:pt x="191" y="131"/>
                    <a:pt x="191" y="131"/>
                    <a:pt x="191" y="131"/>
                  </a:cubicBezTo>
                  <a:cubicBezTo>
                    <a:pt x="186" y="128"/>
                    <a:pt x="184" y="121"/>
                    <a:pt x="187" y="114"/>
                  </a:cubicBezTo>
                  <a:cubicBezTo>
                    <a:pt x="190" y="109"/>
                    <a:pt x="197" y="107"/>
                    <a:pt x="203" y="110"/>
                  </a:cubicBezTo>
                  <a:cubicBezTo>
                    <a:pt x="234" y="129"/>
                    <a:pt x="234" y="129"/>
                    <a:pt x="234" y="129"/>
                  </a:cubicBezTo>
                  <a:cubicBezTo>
                    <a:pt x="239" y="132"/>
                    <a:pt x="241" y="139"/>
                    <a:pt x="238" y="145"/>
                  </a:cubicBezTo>
                  <a:cubicBezTo>
                    <a:pt x="236" y="148"/>
                    <a:pt x="232" y="150"/>
                    <a:pt x="228" y="150"/>
                  </a:cubicBezTo>
                  <a:close/>
                  <a:moveTo>
                    <a:pt x="136" y="97"/>
                  </a:moveTo>
                  <a:lnTo>
                    <a:pt x="136" y="97"/>
                  </a:lnTo>
                  <a:cubicBezTo>
                    <a:pt x="134" y="97"/>
                    <a:pt x="132" y="96"/>
                    <a:pt x="130" y="95"/>
                  </a:cubicBezTo>
                  <a:cubicBezTo>
                    <a:pt x="99" y="77"/>
                    <a:pt x="99" y="77"/>
                    <a:pt x="99" y="77"/>
                  </a:cubicBezTo>
                  <a:cubicBezTo>
                    <a:pt x="93" y="74"/>
                    <a:pt x="91" y="67"/>
                    <a:pt x="94" y="61"/>
                  </a:cubicBezTo>
                  <a:cubicBezTo>
                    <a:pt x="97" y="55"/>
                    <a:pt x="105" y="54"/>
                    <a:pt x="111" y="57"/>
                  </a:cubicBezTo>
                  <a:cubicBezTo>
                    <a:pt x="141" y="75"/>
                    <a:pt x="141" y="75"/>
                    <a:pt x="141" y="75"/>
                  </a:cubicBezTo>
                  <a:cubicBezTo>
                    <a:pt x="147" y="78"/>
                    <a:pt x="149" y="85"/>
                    <a:pt x="145" y="91"/>
                  </a:cubicBezTo>
                  <a:cubicBezTo>
                    <a:pt x="143" y="95"/>
                    <a:pt x="139" y="97"/>
                    <a:pt x="136" y="97"/>
                  </a:cubicBezTo>
                  <a:close/>
                  <a:moveTo>
                    <a:pt x="43" y="43"/>
                  </a:moveTo>
                  <a:lnTo>
                    <a:pt x="43" y="43"/>
                  </a:lnTo>
                  <a:cubicBezTo>
                    <a:pt x="41" y="43"/>
                    <a:pt x="39" y="43"/>
                    <a:pt x="37" y="42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" y="20"/>
                    <a:pt x="0" y="12"/>
                    <a:pt x="3" y="7"/>
                  </a:cubicBezTo>
                  <a:cubicBezTo>
                    <a:pt x="6" y="2"/>
                    <a:pt x="13" y="0"/>
                    <a:pt x="18" y="3"/>
                  </a:cubicBezTo>
                  <a:cubicBezTo>
                    <a:pt x="50" y="21"/>
                    <a:pt x="50" y="21"/>
                    <a:pt x="50" y="21"/>
                  </a:cubicBezTo>
                  <a:cubicBezTo>
                    <a:pt x="55" y="24"/>
                    <a:pt x="57" y="31"/>
                    <a:pt x="54" y="37"/>
                  </a:cubicBezTo>
                  <a:cubicBezTo>
                    <a:pt x="52" y="41"/>
                    <a:pt x="48" y="43"/>
                    <a:pt x="43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5" name="Freeform 124"/>
            <p:cNvSpPr>
              <a:spLocks noChangeArrowheads="1"/>
            </p:cNvSpPr>
            <p:nvPr/>
          </p:nvSpPr>
          <p:spPr bwMode="auto">
            <a:xfrm>
              <a:off x="1485437" y="8598519"/>
              <a:ext cx="103750" cy="61139"/>
            </a:xfrm>
            <a:custGeom>
              <a:avLst/>
              <a:gdLst>
                <a:gd name="T0" fmla="*/ 13 w 245"/>
                <a:gd name="T1" fmla="*/ 146 h 147"/>
                <a:gd name="T2" fmla="*/ 13 w 245"/>
                <a:gd name="T3" fmla="*/ 146 h 147"/>
                <a:gd name="T4" fmla="*/ 3 w 245"/>
                <a:gd name="T5" fmla="*/ 139 h 147"/>
                <a:gd name="T6" fmla="*/ 7 w 245"/>
                <a:gd name="T7" fmla="*/ 124 h 147"/>
                <a:gd name="T8" fmla="*/ 38 w 245"/>
                <a:gd name="T9" fmla="*/ 107 h 147"/>
                <a:gd name="T10" fmla="*/ 54 w 245"/>
                <a:gd name="T11" fmla="*/ 111 h 147"/>
                <a:gd name="T12" fmla="*/ 50 w 245"/>
                <a:gd name="T13" fmla="*/ 127 h 147"/>
                <a:gd name="T14" fmla="*/ 18 w 245"/>
                <a:gd name="T15" fmla="*/ 145 h 147"/>
                <a:gd name="T16" fmla="*/ 13 w 245"/>
                <a:gd name="T17" fmla="*/ 146 h 147"/>
                <a:gd name="T18" fmla="*/ 106 w 245"/>
                <a:gd name="T19" fmla="*/ 94 h 147"/>
                <a:gd name="T20" fmla="*/ 106 w 245"/>
                <a:gd name="T21" fmla="*/ 94 h 147"/>
                <a:gd name="T22" fmla="*/ 97 w 245"/>
                <a:gd name="T23" fmla="*/ 88 h 147"/>
                <a:gd name="T24" fmla="*/ 101 w 245"/>
                <a:gd name="T25" fmla="*/ 72 h 147"/>
                <a:gd name="T26" fmla="*/ 132 w 245"/>
                <a:gd name="T27" fmla="*/ 55 h 147"/>
                <a:gd name="T28" fmla="*/ 148 w 245"/>
                <a:gd name="T29" fmla="*/ 59 h 147"/>
                <a:gd name="T30" fmla="*/ 143 w 245"/>
                <a:gd name="T31" fmla="*/ 75 h 147"/>
                <a:gd name="T32" fmla="*/ 112 w 245"/>
                <a:gd name="T33" fmla="*/ 93 h 147"/>
                <a:gd name="T34" fmla="*/ 106 w 245"/>
                <a:gd name="T35" fmla="*/ 94 h 147"/>
                <a:gd name="T36" fmla="*/ 200 w 245"/>
                <a:gd name="T37" fmla="*/ 43 h 147"/>
                <a:gd name="T38" fmla="*/ 200 w 245"/>
                <a:gd name="T39" fmla="*/ 43 h 147"/>
                <a:gd name="T40" fmla="*/ 189 w 245"/>
                <a:gd name="T41" fmla="*/ 36 h 147"/>
                <a:gd name="T42" fmla="*/ 194 w 245"/>
                <a:gd name="T43" fmla="*/ 21 h 147"/>
                <a:gd name="T44" fmla="*/ 226 w 245"/>
                <a:gd name="T45" fmla="*/ 3 h 147"/>
                <a:gd name="T46" fmla="*/ 241 w 245"/>
                <a:gd name="T47" fmla="*/ 8 h 147"/>
                <a:gd name="T48" fmla="*/ 237 w 245"/>
                <a:gd name="T49" fmla="*/ 24 h 147"/>
                <a:gd name="T50" fmla="*/ 206 w 245"/>
                <a:gd name="T51" fmla="*/ 41 h 147"/>
                <a:gd name="T52" fmla="*/ 200 w 245"/>
                <a:gd name="T53" fmla="*/ 43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5" h="147">
                  <a:moveTo>
                    <a:pt x="13" y="146"/>
                  </a:moveTo>
                  <a:lnTo>
                    <a:pt x="13" y="146"/>
                  </a:lnTo>
                  <a:cubicBezTo>
                    <a:pt x="9" y="146"/>
                    <a:pt x="5" y="144"/>
                    <a:pt x="3" y="139"/>
                  </a:cubicBezTo>
                  <a:cubicBezTo>
                    <a:pt x="0" y="134"/>
                    <a:pt x="2" y="127"/>
                    <a:pt x="7" y="124"/>
                  </a:cubicBezTo>
                  <a:cubicBezTo>
                    <a:pt x="38" y="107"/>
                    <a:pt x="38" y="107"/>
                    <a:pt x="38" y="107"/>
                  </a:cubicBezTo>
                  <a:cubicBezTo>
                    <a:pt x="45" y="104"/>
                    <a:pt x="51" y="106"/>
                    <a:pt x="54" y="111"/>
                  </a:cubicBezTo>
                  <a:cubicBezTo>
                    <a:pt x="57" y="117"/>
                    <a:pt x="55" y="124"/>
                    <a:pt x="50" y="127"/>
                  </a:cubicBezTo>
                  <a:cubicBezTo>
                    <a:pt x="18" y="145"/>
                    <a:pt x="18" y="145"/>
                    <a:pt x="18" y="145"/>
                  </a:cubicBezTo>
                  <a:cubicBezTo>
                    <a:pt x="16" y="146"/>
                    <a:pt x="14" y="146"/>
                    <a:pt x="13" y="146"/>
                  </a:cubicBezTo>
                  <a:close/>
                  <a:moveTo>
                    <a:pt x="106" y="94"/>
                  </a:moveTo>
                  <a:lnTo>
                    <a:pt x="106" y="94"/>
                  </a:lnTo>
                  <a:cubicBezTo>
                    <a:pt x="102" y="94"/>
                    <a:pt x="99" y="92"/>
                    <a:pt x="97" y="88"/>
                  </a:cubicBezTo>
                  <a:cubicBezTo>
                    <a:pt x="93" y="82"/>
                    <a:pt x="96" y="75"/>
                    <a:pt x="101" y="72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7" y="52"/>
                    <a:pt x="144" y="54"/>
                    <a:pt x="148" y="59"/>
                  </a:cubicBezTo>
                  <a:cubicBezTo>
                    <a:pt x="151" y="66"/>
                    <a:pt x="149" y="72"/>
                    <a:pt x="143" y="75"/>
                  </a:cubicBezTo>
                  <a:cubicBezTo>
                    <a:pt x="112" y="93"/>
                    <a:pt x="112" y="93"/>
                    <a:pt x="112" y="93"/>
                  </a:cubicBezTo>
                  <a:cubicBezTo>
                    <a:pt x="110" y="94"/>
                    <a:pt x="108" y="94"/>
                    <a:pt x="106" y="94"/>
                  </a:cubicBezTo>
                  <a:close/>
                  <a:moveTo>
                    <a:pt x="200" y="43"/>
                  </a:moveTo>
                  <a:lnTo>
                    <a:pt x="200" y="43"/>
                  </a:lnTo>
                  <a:cubicBezTo>
                    <a:pt x="195" y="43"/>
                    <a:pt x="191" y="41"/>
                    <a:pt x="189" y="36"/>
                  </a:cubicBezTo>
                  <a:cubicBezTo>
                    <a:pt x="186" y="31"/>
                    <a:pt x="188" y="24"/>
                    <a:pt x="194" y="21"/>
                  </a:cubicBezTo>
                  <a:cubicBezTo>
                    <a:pt x="226" y="3"/>
                    <a:pt x="226" y="3"/>
                    <a:pt x="226" y="3"/>
                  </a:cubicBezTo>
                  <a:cubicBezTo>
                    <a:pt x="231" y="0"/>
                    <a:pt x="238" y="2"/>
                    <a:pt x="241" y="8"/>
                  </a:cubicBezTo>
                  <a:cubicBezTo>
                    <a:pt x="244" y="14"/>
                    <a:pt x="242" y="21"/>
                    <a:pt x="237" y="24"/>
                  </a:cubicBezTo>
                  <a:cubicBezTo>
                    <a:pt x="206" y="41"/>
                    <a:pt x="206" y="41"/>
                    <a:pt x="206" y="41"/>
                  </a:cubicBezTo>
                  <a:cubicBezTo>
                    <a:pt x="204" y="42"/>
                    <a:pt x="202" y="43"/>
                    <a:pt x="200" y="43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  <p:sp>
          <p:nvSpPr>
            <p:cNvPr id="126" name="Freeform 125"/>
            <p:cNvSpPr>
              <a:spLocks noChangeArrowheads="1"/>
            </p:cNvSpPr>
            <p:nvPr/>
          </p:nvSpPr>
          <p:spPr bwMode="auto">
            <a:xfrm>
              <a:off x="1492848" y="8678154"/>
              <a:ext cx="114866" cy="11116"/>
            </a:xfrm>
            <a:custGeom>
              <a:avLst/>
              <a:gdLst>
                <a:gd name="T0" fmla="*/ 262 w 274"/>
                <a:gd name="T1" fmla="*/ 24 h 25"/>
                <a:gd name="T2" fmla="*/ 262 w 274"/>
                <a:gd name="T3" fmla="*/ 24 h 25"/>
                <a:gd name="T4" fmla="*/ 225 w 274"/>
                <a:gd name="T5" fmla="*/ 24 h 25"/>
                <a:gd name="T6" fmla="*/ 214 w 274"/>
                <a:gd name="T7" fmla="*/ 13 h 25"/>
                <a:gd name="T8" fmla="*/ 225 w 274"/>
                <a:gd name="T9" fmla="*/ 0 h 25"/>
                <a:gd name="T10" fmla="*/ 262 w 274"/>
                <a:gd name="T11" fmla="*/ 0 h 25"/>
                <a:gd name="T12" fmla="*/ 273 w 274"/>
                <a:gd name="T13" fmla="*/ 13 h 25"/>
                <a:gd name="T14" fmla="*/ 262 w 274"/>
                <a:gd name="T15" fmla="*/ 24 h 25"/>
                <a:gd name="T16" fmla="*/ 154 w 274"/>
                <a:gd name="T17" fmla="*/ 24 h 25"/>
                <a:gd name="T18" fmla="*/ 154 w 274"/>
                <a:gd name="T19" fmla="*/ 24 h 25"/>
                <a:gd name="T20" fmla="*/ 119 w 274"/>
                <a:gd name="T21" fmla="*/ 24 h 25"/>
                <a:gd name="T22" fmla="*/ 108 w 274"/>
                <a:gd name="T23" fmla="*/ 13 h 25"/>
                <a:gd name="T24" fmla="*/ 119 w 274"/>
                <a:gd name="T25" fmla="*/ 0 h 25"/>
                <a:gd name="T26" fmla="*/ 154 w 274"/>
                <a:gd name="T27" fmla="*/ 0 h 25"/>
                <a:gd name="T28" fmla="*/ 166 w 274"/>
                <a:gd name="T29" fmla="*/ 13 h 25"/>
                <a:gd name="T30" fmla="*/ 154 w 274"/>
                <a:gd name="T31" fmla="*/ 24 h 25"/>
                <a:gd name="T32" fmla="*/ 47 w 274"/>
                <a:gd name="T33" fmla="*/ 24 h 25"/>
                <a:gd name="T34" fmla="*/ 47 w 274"/>
                <a:gd name="T35" fmla="*/ 24 h 25"/>
                <a:gd name="T36" fmla="*/ 12 w 274"/>
                <a:gd name="T37" fmla="*/ 24 h 25"/>
                <a:gd name="T38" fmla="*/ 0 w 274"/>
                <a:gd name="T39" fmla="*/ 13 h 25"/>
                <a:gd name="T40" fmla="*/ 12 w 274"/>
                <a:gd name="T41" fmla="*/ 0 h 25"/>
                <a:gd name="T42" fmla="*/ 47 w 274"/>
                <a:gd name="T43" fmla="*/ 0 h 25"/>
                <a:gd name="T44" fmla="*/ 60 w 274"/>
                <a:gd name="T45" fmla="*/ 13 h 25"/>
                <a:gd name="T46" fmla="*/ 47 w 274"/>
                <a:gd name="T47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274" h="25">
                  <a:moveTo>
                    <a:pt x="262" y="24"/>
                  </a:moveTo>
                  <a:lnTo>
                    <a:pt x="262" y="24"/>
                  </a:lnTo>
                  <a:cubicBezTo>
                    <a:pt x="225" y="24"/>
                    <a:pt x="225" y="24"/>
                    <a:pt x="225" y="24"/>
                  </a:cubicBezTo>
                  <a:cubicBezTo>
                    <a:pt x="219" y="24"/>
                    <a:pt x="214" y="19"/>
                    <a:pt x="214" y="13"/>
                  </a:cubicBezTo>
                  <a:cubicBezTo>
                    <a:pt x="214" y="7"/>
                    <a:pt x="219" y="0"/>
                    <a:pt x="225" y="0"/>
                  </a:cubicBezTo>
                  <a:cubicBezTo>
                    <a:pt x="262" y="0"/>
                    <a:pt x="262" y="0"/>
                    <a:pt x="262" y="0"/>
                  </a:cubicBezTo>
                  <a:cubicBezTo>
                    <a:pt x="268" y="0"/>
                    <a:pt x="273" y="7"/>
                    <a:pt x="273" y="13"/>
                  </a:cubicBezTo>
                  <a:cubicBezTo>
                    <a:pt x="273" y="19"/>
                    <a:pt x="268" y="24"/>
                    <a:pt x="262" y="24"/>
                  </a:cubicBezTo>
                  <a:close/>
                  <a:moveTo>
                    <a:pt x="154" y="24"/>
                  </a:moveTo>
                  <a:lnTo>
                    <a:pt x="154" y="24"/>
                  </a:lnTo>
                  <a:cubicBezTo>
                    <a:pt x="119" y="24"/>
                    <a:pt x="119" y="24"/>
                    <a:pt x="119" y="24"/>
                  </a:cubicBezTo>
                  <a:cubicBezTo>
                    <a:pt x="113" y="24"/>
                    <a:pt x="108" y="19"/>
                    <a:pt x="108" y="13"/>
                  </a:cubicBezTo>
                  <a:cubicBezTo>
                    <a:pt x="108" y="7"/>
                    <a:pt x="113" y="0"/>
                    <a:pt x="119" y="0"/>
                  </a:cubicBezTo>
                  <a:cubicBezTo>
                    <a:pt x="154" y="0"/>
                    <a:pt x="154" y="0"/>
                    <a:pt x="154" y="0"/>
                  </a:cubicBezTo>
                  <a:cubicBezTo>
                    <a:pt x="161" y="0"/>
                    <a:pt x="166" y="7"/>
                    <a:pt x="166" y="13"/>
                  </a:cubicBezTo>
                  <a:cubicBezTo>
                    <a:pt x="166" y="19"/>
                    <a:pt x="161" y="24"/>
                    <a:pt x="154" y="24"/>
                  </a:cubicBezTo>
                  <a:close/>
                  <a:moveTo>
                    <a:pt x="47" y="24"/>
                  </a:moveTo>
                  <a:lnTo>
                    <a:pt x="47" y="24"/>
                  </a:lnTo>
                  <a:cubicBezTo>
                    <a:pt x="12" y="24"/>
                    <a:pt x="12" y="24"/>
                    <a:pt x="12" y="24"/>
                  </a:cubicBezTo>
                  <a:cubicBezTo>
                    <a:pt x="6" y="24"/>
                    <a:pt x="0" y="19"/>
                    <a:pt x="0" y="13"/>
                  </a:cubicBezTo>
                  <a:cubicBezTo>
                    <a:pt x="0" y="7"/>
                    <a:pt x="6" y="0"/>
                    <a:pt x="12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4" y="0"/>
                    <a:pt x="60" y="7"/>
                    <a:pt x="60" y="13"/>
                  </a:cubicBezTo>
                  <a:cubicBezTo>
                    <a:pt x="60" y="19"/>
                    <a:pt x="54" y="24"/>
                    <a:pt x="47" y="24"/>
                  </a:cubicBezTo>
                  <a:close/>
                </a:path>
              </a:pathLst>
            </a:custGeom>
            <a:solidFill>
              <a:schemeClr val="bg1"/>
            </a:solidFill>
            <a:ln w="38100" cap="flat">
              <a:solidFill>
                <a:srgbClr val="9BB9FE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050">
                <a:latin typeface="+mn-ea"/>
              </a:endParaRPr>
            </a:p>
          </p:txBody>
        </p:sp>
      </p:grpSp>
      <p:sp>
        <p:nvSpPr>
          <p:cNvPr id="127" name="Rectangle 99"/>
          <p:cNvSpPr/>
          <p:nvPr/>
        </p:nvSpPr>
        <p:spPr>
          <a:xfrm>
            <a:off x="7310485" y="7654091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654091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682040" y="8038989"/>
            <a:ext cx="2808000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10886" y="8038989"/>
            <a:ext cx="2808000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grpSp>
        <p:nvGrpSpPr>
          <p:cNvPr id="131" name="Group 1"/>
          <p:cNvGrpSpPr/>
          <p:nvPr/>
        </p:nvGrpSpPr>
        <p:grpSpPr>
          <a:xfrm rot="18900000">
            <a:off x="894295" y="6758481"/>
            <a:ext cx="989810" cy="989810"/>
            <a:chOff x="7135913" y="1248230"/>
            <a:chExt cx="1851539" cy="1832402"/>
          </a:xfrm>
        </p:grpSpPr>
        <p:grpSp>
          <p:nvGrpSpPr>
            <p:cNvPr id="132" name="Group 107"/>
            <p:cNvGrpSpPr>
              <a:grpSpLocks noChangeAspect="1"/>
            </p:cNvGrpSpPr>
            <p:nvPr/>
          </p:nvGrpSpPr>
          <p:grpSpPr>
            <a:xfrm>
              <a:off x="7579370" y="1782286"/>
              <a:ext cx="1408082" cy="1298346"/>
              <a:chOff x="1392805" y="8552255"/>
              <a:chExt cx="285314" cy="263087"/>
            </a:xfrm>
            <a:solidFill>
              <a:srgbClr val="0078EF"/>
            </a:solidFill>
          </p:grpSpPr>
          <p:sp>
            <p:nvSpPr>
              <p:cNvPr id="140" name="Freeform 119"/>
              <p:cNvSpPr>
                <a:spLocks noChangeArrowheads="1"/>
              </p:cNvSpPr>
              <p:nvPr/>
            </p:nvSpPr>
            <p:spPr bwMode="auto">
              <a:xfrm>
                <a:off x="1392805" y="8643039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1" name="Freeform 120"/>
              <p:cNvSpPr>
                <a:spLocks noChangeArrowheads="1"/>
              </p:cNvSpPr>
              <p:nvPr/>
            </p:nvSpPr>
            <p:spPr bwMode="auto">
              <a:xfrm>
                <a:off x="1624391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2" name="Freeform 121"/>
              <p:cNvSpPr>
                <a:spLocks noChangeArrowheads="1"/>
              </p:cNvSpPr>
              <p:nvPr/>
            </p:nvSpPr>
            <p:spPr bwMode="auto">
              <a:xfrm>
                <a:off x="1596601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3" name="Freeform 122"/>
              <p:cNvSpPr>
                <a:spLocks noChangeArrowheads="1"/>
              </p:cNvSpPr>
              <p:nvPr/>
            </p:nvSpPr>
            <p:spPr bwMode="auto">
              <a:xfrm>
                <a:off x="1596601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4" name="Freeform 123"/>
              <p:cNvSpPr>
                <a:spLocks noChangeArrowheads="1"/>
              </p:cNvSpPr>
              <p:nvPr/>
            </p:nvSpPr>
            <p:spPr bwMode="auto">
              <a:xfrm>
                <a:off x="1483586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5" name="Freeform 124"/>
              <p:cNvSpPr>
                <a:spLocks noChangeArrowheads="1"/>
              </p:cNvSpPr>
              <p:nvPr/>
            </p:nvSpPr>
            <p:spPr bwMode="auto">
              <a:xfrm>
                <a:off x="1485438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4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</p:grpSp>
        <p:grpSp>
          <p:nvGrpSpPr>
            <p:cNvPr id="133" name="Group 115"/>
            <p:cNvGrpSpPr>
              <a:grpSpLocks noChangeAspect="1"/>
            </p:cNvGrpSpPr>
            <p:nvPr/>
          </p:nvGrpSpPr>
          <p:grpSpPr>
            <a:xfrm rot="16200000">
              <a:off x="7305065" y="1079078"/>
              <a:ext cx="960043" cy="1298347"/>
              <a:chOff x="1483585" y="8552255"/>
              <a:chExt cx="194530" cy="263087"/>
            </a:xfrm>
            <a:solidFill>
              <a:srgbClr val="0078EF"/>
            </a:solidFill>
          </p:grpSpPr>
          <p:sp>
            <p:nvSpPr>
              <p:cNvPr id="134" name="Freeform 120"/>
              <p:cNvSpPr>
                <a:spLocks noChangeArrowheads="1"/>
              </p:cNvSpPr>
              <p:nvPr/>
            </p:nvSpPr>
            <p:spPr bwMode="auto">
              <a:xfrm>
                <a:off x="1624387" y="8657860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5" name="Freeform 121"/>
              <p:cNvSpPr>
                <a:spLocks noChangeArrowheads="1"/>
              </p:cNvSpPr>
              <p:nvPr/>
            </p:nvSpPr>
            <p:spPr bwMode="auto">
              <a:xfrm>
                <a:off x="1596598" y="8552255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6" name="Freeform 122"/>
              <p:cNvSpPr>
                <a:spLocks noChangeArrowheads="1"/>
              </p:cNvSpPr>
              <p:nvPr/>
            </p:nvSpPr>
            <p:spPr bwMode="auto">
              <a:xfrm>
                <a:off x="1596597" y="8761613"/>
                <a:ext cx="53727" cy="53729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7" name="Freeform 123"/>
              <p:cNvSpPr>
                <a:spLocks noChangeArrowheads="1"/>
              </p:cNvSpPr>
              <p:nvPr/>
            </p:nvSpPr>
            <p:spPr bwMode="auto">
              <a:xfrm>
                <a:off x="1483585" y="8706037"/>
                <a:ext cx="101898" cy="62992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8" name="Freeform 124"/>
              <p:cNvSpPr>
                <a:spLocks noChangeArrowheads="1"/>
              </p:cNvSpPr>
              <p:nvPr/>
            </p:nvSpPr>
            <p:spPr bwMode="auto">
              <a:xfrm>
                <a:off x="1485436" y="8598586"/>
                <a:ext cx="103750" cy="61140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  <p:sp>
            <p:nvSpPr>
              <p:cNvPr id="13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38100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/>
              </a:p>
            </p:txBody>
          </p:sp>
        </p:grpSp>
      </p:grpSp>
      <p:sp>
        <p:nvSpPr>
          <p:cNvPr id="147" name="Rectangle 99"/>
          <p:cNvSpPr/>
          <p:nvPr/>
        </p:nvSpPr>
        <p:spPr>
          <a:xfrm>
            <a:off x="4131856" y="7654091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544182" y="8038989"/>
            <a:ext cx="2808000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149" name="그룹 148"/>
          <p:cNvGrpSpPr/>
          <p:nvPr/>
        </p:nvGrpSpPr>
        <p:grpSpPr>
          <a:xfrm>
            <a:off x="4429978" y="6841489"/>
            <a:ext cx="990470" cy="798556"/>
            <a:chOff x="7561385" y="4865070"/>
            <a:chExt cx="1363620" cy="1045583"/>
          </a:xfrm>
        </p:grpSpPr>
        <p:grpSp>
          <p:nvGrpSpPr>
            <p:cNvPr id="150" name="그룹 149"/>
            <p:cNvGrpSpPr/>
            <p:nvPr/>
          </p:nvGrpSpPr>
          <p:grpSpPr>
            <a:xfrm>
              <a:off x="7561385" y="4865070"/>
              <a:ext cx="1090245" cy="689287"/>
              <a:chOff x="7408985" y="4888525"/>
              <a:chExt cx="855784" cy="505613"/>
            </a:xfrm>
          </p:grpSpPr>
          <p:sp>
            <p:nvSpPr>
              <p:cNvPr id="155" name="모서리가 둥근 사각형 설명선 154"/>
              <p:cNvSpPr/>
              <p:nvPr/>
            </p:nvSpPr>
            <p:spPr>
              <a:xfrm>
                <a:off x="7432430" y="4888525"/>
                <a:ext cx="797171" cy="480646"/>
              </a:xfrm>
              <a:prstGeom prst="wedgeRoundRectCallout">
                <a:avLst>
                  <a:gd name="adj1" fmla="val -38392"/>
                  <a:gd name="adj2" fmla="val 90421"/>
                  <a:gd name="adj3" fmla="val 16667"/>
                </a:avLst>
              </a:prstGeom>
              <a:noFill/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>
                  <a:lnSpc>
                    <a:spcPct val="30000"/>
                  </a:lnSpc>
                </a:pPr>
                <a:endParaRPr lang="en-US" altLang="ko-KR" sz="1800" b="1" dirty="0">
                  <a:solidFill>
                    <a:srgbClr val="9BB9FE"/>
                  </a:solidFill>
                </a:endParaRPr>
              </a:p>
            </p:txBody>
          </p:sp>
          <p:sp>
            <p:nvSpPr>
              <p:cNvPr id="156" name="TextBox 155"/>
              <p:cNvSpPr txBox="1"/>
              <p:nvPr/>
            </p:nvSpPr>
            <p:spPr>
              <a:xfrm>
                <a:off x="7408985" y="5041947"/>
                <a:ext cx="855784" cy="352191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pPr algn="ctr">
                  <a:lnSpc>
                    <a:spcPct val="30000"/>
                  </a:lnSpc>
                </a:pPr>
                <a:r>
                  <a:rPr lang="en-US" altLang="ko-KR" sz="28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2800" b="1" dirty="0">
                    <a:solidFill>
                      <a:srgbClr val="9BB9FE"/>
                    </a:solidFill>
                  </a:rPr>
                  <a:t>-----</a:t>
                </a:r>
              </a:p>
              <a:p>
                <a:pPr algn="ctr">
                  <a:lnSpc>
                    <a:spcPct val="30000"/>
                  </a:lnSpc>
                </a:pPr>
                <a:r>
                  <a:rPr lang="en-US" altLang="ko-KR" sz="2800" b="1" dirty="0" smtClean="0">
                    <a:solidFill>
                      <a:srgbClr val="9BB9FE"/>
                    </a:solidFill>
                  </a:rPr>
                  <a:t>-----</a:t>
                </a:r>
                <a:endParaRPr lang="en-US" altLang="ko-KR" sz="2800" b="1" dirty="0">
                  <a:solidFill>
                    <a:srgbClr val="9BB9FE"/>
                  </a:solidFill>
                </a:endParaRPr>
              </a:p>
            </p:txBody>
          </p:sp>
        </p:grpSp>
        <p:grpSp>
          <p:nvGrpSpPr>
            <p:cNvPr id="151" name="그룹 150"/>
            <p:cNvGrpSpPr/>
            <p:nvPr/>
          </p:nvGrpSpPr>
          <p:grpSpPr>
            <a:xfrm>
              <a:off x="8172450" y="5175250"/>
              <a:ext cx="752555" cy="735403"/>
              <a:chOff x="8229600" y="5207000"/>
              <a:chExt cx="752555" cy="735403"/>
            </a:xfrm>
          </p:grpSpPr>
          <p:sp>
            <p:nvSpPr>
              <p:cNvPr id="152" name="뺄셈 기호 151"/>
              <p:cNvSpPr/>
              <p:nvPr/>
            </p:nvSpPr>
            <p:spPr>
              <a:xfrm rot="2468983">
                <a:off x="8546839" y="5539715"/>
                <a:ext cx="435316" cy="402688"/>
              </a:xfrm>
              <a:prstGeom prst="mathMinus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0"/>
              </a:p>
            </p:txBody>
          </p:sp>
          <p:sp>
            <p:nvSpPr>
              <p:cNvPr id="153" name="타원 152"/>
              <p:cNvSpPr/>
              <p:nvPr/>
            </p:nvSpPr>
            <p:spPr>
              <a:xfrm>
                <a:off x="8229600" y="5207000"/>
                <a:ext cx="543600" cy="540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0"/>
              </a:p>
            </p:txBody>
          </p:sp>
          <p:sp>
            <p:nvSpPr>
              <p:cNvPr id="154" name="타원 153"/>
              <p:cNvSpPr/>
              <p:nvPr/>
            </p:nvSpPr>
            <p:spPr>
              <a:xfrm>
                <a:off x="8306687" y="5277100"/>
                <a:ext cx="396000" cy="39600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9BB9F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7524" y="1058997"/>
            <a:ext cx="867976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82285" y="2311072"/>
            <a:ext cx="1077127" cy="84706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87048" y="3599091"/>
            <a:ext cx="1286278" cy="637910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11556" y="3616255"/>
            <a:ext cx="4710817" cy="1200329"/>
            <a:chOff x="3974094" y="1195996"/>
            <a:chExt cx="5738410" cy="1200329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19744" y="5097233"/>
            <a:ext cx="4755888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74772" y="4448608"/>
            <a:ext cx="4755888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963886" y="3903926"/>
            <a:ext cx="4755888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14367" y="6147642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73935" y="6159363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6" name="Picture 11" descr="Sandbox Software – In the Cloud | FortiSandbox Cloud">
            <a:extLst>
              <a:ext uri="{FF2B5EF4-FFF2-40B4-BE49-F238E27FC236}">
                <a16:creationId xmlns:a16="http://schemas.microsoft.com/office/drawing/2014/main" xmlns="" id="{73BBF3D0-6B40-E280-BA30-1E77B5C4F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598" y="1375180"/>
            <a:ext cx="1503786" cy="94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cost Icon - Free PNG &amp; SVG 930448 - Noun Project">
            <a:extLst>
              <a:ext uri="{FF2B5EF4-FFF2-40B4-BE49-F238E27FC236}">
                <a16:creationId xmlns:a16="http://schemas.microsoft.com/office/drawing/2014/main" xmlns="" id="{B89FFE28-AD15-4FA1-FDD1-8DF6F47449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346" y="1312987"/>
            <a:ext cx="1064752" cy="1064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Project Cargo Services | CFA">
            <a:extLst>
              <a:ext uri="{FF2B5EF4-FFF2-40B4-BE49-F238E27FC236}">
                <a16:creationId xmlns:a16="http://schemas.microsoft.com/office/drawing/2014/main" xmlns="" id="{A9578F59-39A1-6B09-C1A4-24DA78C49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5443" y="1313809"/>
            <a:ext cx="1003450" cy="1003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110441" y="674079"/>
            <a:ext cx="4496728" cy="396825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1100" b="1" dirty="0" smtClean="0"/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 smtClean="0"/>
              <a:t>데이터 논리 모델링의 오브젝트</a:t>
            </a:r>
            <a:endParaRPr lang="en-US" altLang="ko-KR" sz="1100" dirty="0" smtClean="0"/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 smtClean="0"/>
              <a:t>대부분의 </a:t>
            </a:r>
            <a:r>
              <a:rPr lang="ko-KR" altLang="en-US" sz="1100" dirty="0"/>
              <a:t>상용 </a:t>
            </a:r>
            <a:r>
              <a:rPr lang="en-US" altLang="ko-KR" sz="1100" dirty="0"/>
              <a:t>DB</a:t>
            </a:r>
            <a:r>
              <a:rPr lang="ko-KR" altLang="en-US" sz="1100" dirty="0"/>
              <a:t>의 데이터 타입과 호환</a:t>
            </a:r>
            <a:endParaRPr lang="en-US" altLang="ko-KR" sz="1100" dirty="0"/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/>
              <a:t>데이터 타입</a:t>
            </a:r>
            <a:endParaRPr lang="en-US" altLang="ko-KR" sz="1100" dirty="0"/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/>
              <a:t>테이블 정의에 특별한 옵션이 필요하지 않고</a:t>
            </a:r>
            <a:r>
              <a:rPr lang="en-US" altLang="ko-KR" sz="1100" dirty="0"/>
              <a:t>, </a:t>
            </a:r>
            <a:r>
              <a:rPr lang="ko-KR" altLang="en-US" sz="1100" dirty="0"/>
              <a:t>대부분 </a:t>
            </a:r>
            <a:r>
              <a:rPr lang="ko-KR" altLang="en-US" sz="1100" dirty="0" err="1"/>
              <a:t>프로젝션</a:t>
            </a:r>
            <a:r>
              <a:rPr lang="ko-KR" altLang="en-US" sz="1100" dirty="0"/>
              <a:t> 생성 단계에서 정의하고 테이블 생성 단계에서 필요한 부가적인 옵션은 파티션 구문 정도</a:t>
            </a:r>
            <a:endParaRPr lang="en-US" altLang="ko-KR" sz="11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1100" dirty="0"/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4630614" y="674078"/>
            <a:ext cx="4810077" cy="3921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실제 테이블 데이터가 저장되는 오브젝트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프로젝션이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만들어지는 시기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 생성 후 처음으로 데이터가 저장될 때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명시적으로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프로젝션을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생성할 때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Database Designer (DBD)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에 의해 생성될 때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테이블을 생성할 때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속성을 함께 지정할 때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예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, Segment, Order, </a:t>
            </a:r>
            <a:r>
              <a:rPr kumimoji="0" lang="en-US" altLang="ko-KR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Ksafe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등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1100" b="1" dirty="0">
                <a:solidFill>
                  <a:srgbClr val="212E35"/>
                </a:solidFill>
              </a:rPr>
              <a:t>Projection </a:t>
            </a:r>
            <a:r>
              <a:rPr lang="en-US" altLang="ko-KR" sz="1100" b="1" dirty="0" smtClean="0">
                <a:solidFill>
                  <a:srgbClr val="212E35"/>
                </a:solidFill>
              </a:rPr>
              <a:t> </a:t>
            </a:r>
            <a:r>
              <a:rPr kumimoji="0" lang="ko-KR" altLang="en-US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속성</a:t>
            </a:r>
            <a:endParaRPr kumimoji="0" lang="en-US" altLang="ko-KR" sz="11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인코딩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및 압축 정의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매뉴얼하게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정의 가능하지만 보통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DBD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의 가이드로 재 정의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DBD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가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인코딩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정보를 정확히 추천하기 위해서는 데이터가 적절히 저장되어 있어야 함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실제 데이터 값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데이터의 분포 고려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정렬 저장 순서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데이터가 물리적으로 정렬되어 저장하여 조회 및 조인 속도를 높일 때 사용한다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 분산 정책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멀티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노드에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데이터를 분산시키기 위한 기준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컬럼을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지정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데이터를 모든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또는 일부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노드에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복제 가능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566261" y="689149"/>
            <a:ext cx="0" cy="3601497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93784" y="4659926"/>
            <a:ext cx="9437077" cy="29483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Projection</a:t>
            </a:r>
            <a:r>
              <a:rPr kumimoji="0" lang="en-US" altLang="ko-KR" sz="11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</a:t>
            </a:r>
            <a:r>
              <a:rPr kumimoji="0" lang="ko-KR" altLang="en-US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종류</a:t>
            </a:r>
            <a:endParaRPr kumimoji="0" lang="en-US" altLang="ko-KR" sz="11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Super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테이블의 모든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포함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다른 속성의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Super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만들어 데이터를 동기화 시킨 후에 만 기존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Super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삭제 가능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Query-specific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특정 쿼리 튜닝을 위해 추가된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일부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컬럼만으로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생성 가능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Aggregate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SUM, COUNT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와 같은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표현식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또는 집계함수를 포함하고 있는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이미 집계된 데이터가 포함되어 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Buddy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속성의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KSAFE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로 데이터를 이중화 또는 삼중화할 때 다른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노드에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복제되는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1100" b="1" dirty="0">
                <a:solidFill>
                  <a:srgbClr val="212E35"/>
                </a:solidFill>
              </a:rPr>
              <a:t>Projection </a:t>
            </a:r>
            <a:r>
              <a:rPr kumimoji="0" lang="ko-KR" altLang="en-US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관리</a:t>
            </a:r>
            <a:endParaRPr kumimoji="0" lang="en-US" altLang="ko-KR" sz="11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프로젝션은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테이블 당 복수개가 가능하지만 너무 많은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프로젝션은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데이터 적재 속도에 영향을 미침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 당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2-4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개 이내의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권장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추가 생성 및 동기화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삭제 등의 과정은 기존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프로젝션이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사용 중인 상태에서 가능한 온라인 작업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246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6291</TotalTime>
  <Words>1596</Words>
  <Application>Microsoft Office PowerPoint</Application>
  <PresentationFormat>사용자 지정</PresentationFormat>
  <Paragraphs>258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5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48</cp:revision>
  <dcterms:created xsi:type="dcterms:W3CDTF">2026-04-17T01:43:36Z</dcterms:created>
  <dcterms:modified xsi:type="dcterms:W3CDTF">2026-04-27T05:35:29Z</dcterms:modified>
</cp:coreProperties>
</file>