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7" autoAdjust="0"/>
    <p:restoredTop sz="94660"/>
  </p:normalViewPr>
  <p:slideViewPr>
    <p:cSldViewPr snapToGrid="0">
      <p:cViewPr>
        <p:scale>
          <a:sx n="75" d="100"/>
          <a:sy n="75" d="100"/>
        </p:scale>
        <p:origin x="289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“</a:t>
            </a:r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tx1"/>
                </a:solidFill>
                <a:latin typeface="+mn-ea"/>
              </a:rPr>
              <a:t>란 무엇인가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”</a:t>
            </a:r>
            <a:endParaRPr lang="ko-KR" altLang="en-US" sz="16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4680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534424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05228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000867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542544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094260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004154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592151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129867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038733"/>
            <a:ext cx="2820440" cy="118622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</a:t>
            </a:r>
            <a:r>
              <a:rPr sz="1100" spc="-65" dirty="0" err="1">
                <a:latin typeface="+mn-ea"/>
                <a:cs typeface="맑은 고딕"/>
              </a:rPr>
              <a:t>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포맷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100" dirty="0" smtClean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ORC</a:t>
            </a:r>
            <a:r>
              <a:rPr sz="1100" spc="-60" dirty="0" smtClean="0">
                <a:latin typeface="+mn-ea"/>
                <a:cs typeface="맑은 고딕"/>
              </a:rPr>
              <a:t> </a:t>
            </a:r>
            <a:r>
              <a:rPr sz="1100" spc="-75" dirty="0" smtClean="0">
                <a:latin typeface="+mn-ea"/>
                <a:cs typeface="맑은 고딕"/>
              </a:rPr>
              <a:t>등</a:t>
            </a:r>
            <a:r>
              <a:rPr sz="1100" spc="5" dirty="0" smtClean="0">
                <a:latin typeface="+mn-ea"/>
                <a:cs typeface="맑은 고딕"/>
              </a:rPr>
              <a:t>)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45" dirty="0" smtClean="0">
                <a:latin typeface="+mn-ea"/>
                <a:cs typeface="맑은 고딕"/>
              </a:rPr>
              <a:t>의  </a:t>
            </a:r>
            <a:r>
              <a:rPr sz="1100" spc="-75" dirty="0" err="1" smtClean="0">
                <a:latin typeface="+mn-ea"/>
                <a:cs typeface="맑은 고딕"/>
              </a:rPr>
              <a:t>데이터</a:t>
            </a:r>
            <a:r>
              <a:rPr sz="1100" spc="-70" dirty="0" err="1" smtClean="0">
                <a:latin typeface="+mn-ea"/>
                <a:cs typeface="맑은 고딕"/>
              </a:rPr>
              <a:t>를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직</a:t>
            </a:r>
            <a:r>
              <a:rPr sz="1100" spc="-70" dirty="0" err="1" smtClean="0">
                <a:latin typeface="+mn-ea"/>
                <a:cs typeface="맑은 고딕"/>
              </a:rPr>
              <a:t>접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0" y="4392387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“</a:t>
            </a:r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tx1"/>
                </a:solidFill>
                <a:latin typeface="+mn-ea"/>
              </a:rPr>
              <a:t>핵심 기술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”</a:t>
            </a:r>
            <a:endParaRPr lang="ko-KR" altLang="en-US" sz="16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9071" y="4735286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graphicFrame>
        <p:nvGraphicFramePr>
          <p:cNvPr id="17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290811"/>
              </p:ext>
            </p:extLst>
          </p:nvPr>
        </p:nvGraphicFramePr>
        <p:xfrm>
          <a:off x="246308" y="5432787"/>
          <a:ext cx="200863" cy="13109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9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41353"/>
              </p:ext>
            </p:extLst>
          </p:nvPr>
        </p:nvGraphicFramePr>
        <p:xfrm>
          <a:off x="516052" y="5432787"/>
          <a:ext cx="200863" cy="131094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0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0448626"/>
              </p:ext>
            </p:extLst>
          </p:nvPr>
        </p:nvGraphicFramePr>
        <p:xfrm>
          <a:off x="761055" y="5432787"/>
          <a:ext cx="200863" cy="131094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2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7004409"/>
              </p:ext>
            </p:extLst>
          </p:nvPr>
        </p:nvGraphicFramePr>
        <p:xfrm>
          <a:off x="995218" y="5432787"/>
          <a:ext cx="200863" cy="1310940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20086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756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4069" marR="64069" marT="32034" marB="32034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3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018502"/>
              </p:ext>
            </p:extLst>
          </p:nvPr>
        </p:nvGraphicFramePr>
        <p:xfrm>
          <a:off x="1258304" y="5434507"/>
          <a:ext cx="199782" cy="130922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9978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30453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3724" marR="63724" marT="31862" marB="3186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4" name="Straight Arrow Connector 96"/>
          <p:cNvCxnSpPr/>
          <p:nvPr/>
        </p:nvCxnSpPr>
        <p:spPr>
          <a:xfrm flipH="1">
            <a:off x="337563" y="5656753"/>
            <a:ext cx="2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/>
          <p:cNvGrpSpPr/>
          <p:nvPr/>
        </p:nvGrpSpPr>
        <p:grpSpPr>
          <a:xfrm>
            <a:off x="7917832" y="5517449"/>
            <a:ext cx="1546355" cy="1226278"/>
            <a:chOff x="8060037" y="1837974"/>
            <a:chExt cx="1458522" cy="1305922"/>
          </a:xfrm>
        </p:grpSpPr>
        <p:sp>
          <p:nvSpPr>
            <p:cNvPr id="26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9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0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1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67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60037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25425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443446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30260" y="1837975"/>
              <a:ext cx="314510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C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24472" y="1837975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13667" y="1837977"/>
              <a:ext cx="304892" cy="351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400" dirty="0">
                  <a:latin typeface="+mn-ea"/>
                </a:rPr>
                <a:t>A</a:t>
              </a:r>
            </a:p>
          </p:txBody>
        </p:sp>
        <p:cxnSp>
          <p:nvCxnSpPr>
            <p:cNvPr id="38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76"/>
          <p:cNvGrpSpPr>
            <a:grpSpLocks noChangeAspect="1"/>
          </p:cNvGrpSpPr>
          <p:nvPr/>
        </p:nvGrpSpPr>
        <p:grpSpPr>
          <a:xfrm>
            <a:off x="3971921" y="5614179"/>
            <a:ext cx="1298777" cy="1129548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42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3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4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5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6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7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  <p:sp>
          <p:nvSpPr>
            <p:cNvPr id="48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125">
                <a:latin typeface="+mn-ea"/>
              </a:endParaRPr>
            </a:p>
          </p:txBody>
        </p:sp>
      </p:grpSp>
      <p:sp>
        <p:nvSpPr>
          <p:cNvPr id="49" name="Freeform 166"/>
          <p:cNvSpPr>
            <a:spLocks noChangeAspect="1" noChangeArrowheads="1"/>
          </p:cNvSpPr>
          <p:nvPr/>
        </p:nvSpPr>
        <p:spPr bwMode="auto">
          <a:xfrm>
            <a:off x="2173506" y="5474526"/>
            <a:ext cx="1038585" cy="1269201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50">
              <a:latin typeface="+mn-ea"/>
            </a:endParaRPr>
          </a:p>
        </p:txBody>
      </p:sp>
      <p:sp>
        <p:nvSpPr>
          <p:cNvPr id="50" name="Rectangle 86"/>
          <p:cNvSpPr/>
          <p:nvPr/>
        </p:nvSpPr>
        <p:spPr>
          <a:xfrm>
            <a:off x="99782" y="69589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51" name="Rectangle 89"/>
          <p:cNvSpPr/>
          <p:nvPr/>
        </p:nvSpPr>
        <p:spPr>
          <a:xfrm>
            <a:off x="2047610" y="69589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52" name="Rectangle 99"/>
          <p:cNvSpPr/>
          <p:nvPr/>
        </p:nvSpPr>
        <p:spPr>
          <a:xfrm>
            <a:off x="3995438" y="69589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53" name="Rectangle 102"/>
          <p:cNvSpPr/>
          <p:nvPr/>
        </p:nvSpPr>
        <p:spPr>
          <a:xfrm>
            <a:off x="5943266" y="69589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54" name="Rectangle 105"/>
          <p:cNvSpPr/>
          <p:nvPr/>
        </p:nvSpPr>
        <p:spPr>
          <a:xfrm>
            <a:off x="7891093" y="6958968"/>
            <a:ext cx="1603053" cy="504000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55" name="object 10"/>
          <p:cNvSpPr txBox="1"/>
          <p:nvPr/>
        </p:nvSpPr>
        <p:spPr>
          <a:xfrm>
            <a:off x="42829" y="7561579"/>
            <a:ext cx="1723822" cy="3825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50" spc="-70" dirty="0">
                <a:latin typeface="+mn-ea"/>
                <a:cs typeface="맑은 고딕"/>
              </a:rPr>
              <a:t>컬럼만을 조회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50" dirty="0">
              <a:latin typeface="+mn-ea"/>
              <a:cs typeface="맑은 고딕"/>
            </a:endParaRPr>
          </a:p>
        </p:txBody>
      </p:sp>
      <p:sp>
        <p:nvSpPr>
          <p:cNvPr id="56" name="object 10"/>
          <p:cNvSpPr txBox="1"/>
          <p:nvPr/>
        </p:nvSpPr>
        <p:spPr>
          <a:xfrm>
            <a:off x="1880579" y="7561579"/>
            <a:ext cx="1498137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50" spc="-330" dirty="0" smtClean="0">
                <a:latin typeface="+mn-ea"/>
                <a:cs typeface="Courier New"/>
              </a:rPr>
              <a:t>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50" spc="-70" dirty="0">
                <a:latin typeface="+mn-ea"/>
                <a:cs typeface="맑은 고딕"/>
              </a:rPr>
              <a:t>I/O </a:t>
            </a:r>
            <a:r>
              <a:rPr lang="ko-KR" altLang="en-US" sz="1050" spc="-70" dirty="0">
                <a:latin typeface="+mn-ea"/>
                <a:cs typeface="맑은 고딕"/>
              </a:rPr>
              <a:t>비용을 최소화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7" name="object 10"/>
          <p:cNvSpPr txBox="1"/>
          <p:nvPr/>
        </p:nvSpPr>
        <p:spPr>
          <a:xfrm>
            <a:off x="3721113" y="7572465"/>
            <a:ext cx="1830601" cy="13701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105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1050" spc="-70" dirty="0">
                <a:latin typeface="+mn-ea"/>
                <a:cs typeface="맑은 고딕"/>
              </a:rPr>
              <a:t>를 제거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105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105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1050" i="0" dirty="0">
                <a:effectLst/>
                <a:latin typeface="+mn-ea"/>
              </a:rPr>
              <a:t>Massively Parallel Processing)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105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수준의 확장성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58" name="object 10"/>
          <p:cNvSpPr txBox="1"/>
          <p:nvPr/>
        </p:nvSpPr>
        <p:spPr>
          <a:xfrm>
            <a:off x="5907535" y="7561579"/>
            <a:ext cx="1749145" cy="381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1050" spc="-70" dirty="0">
                <a:latin typeface="+mn-ea"/>
                <a:cs typeface="맑은 고딕"/>
              </a:rPr>
              <a:t>분산 쿼리 수행</a:t>
            </a:r>
            <a:endParaRPr lang="en-US" altLang="ko-KR" sz="1050" spc="-70" dirty="0">
              <a:latin typeface="+mn-ea"/>
              <a:cs typeface="맑은 고딕"/>
            </a:endParaRPr>
          </a:p>
        </p:txBody>
      </p:sp>
      <p:sp>
        <p:nvSpPr>
          <p:cNvPr id="59" name="object 10"/>
          <p:cNvSpPr txBox="1"/>
          <p:nvPr/>
        </p:nvSpPr>
        <p:spPr>
          <a:xfrm>
            <a:off x="7822196" y="7561579"/>
            <a:ext cx="1749145" cy="5945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5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5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5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50" spc="-70" dirty="0">
                <a:latin typeface="+mn-ea"/>
                <a:cs typeface="맑은 고딕"/>
              </a:rPr>
              <a:t> </a:t>
            </a:r>
            <a:r>
              <a:rPr lang="ko-KR" altLang="en-US" sz="105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5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60" name="Group 1"/>
          <p:cNvGrpSpPr/>
          <p:nvPr/>
        </p:nvGrpSpPr>
        <p:grpSpPr>
          <a:xfrm rot="18900000">
            <a:off x="6078731" y="5538201"/>
            <a:ext cx="1296000" cy="1296000"/>
            <a:chOff x="7135913" y="1248230"/>
            <a:chExt cx="1851539" cy="1832402"/>
          </a:xfrm>
        </p:grpSpPr>
        <p:grpSp>
          <p:nvGrpSpPr>
            <p:cNvPr id="61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69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0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1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2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3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4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75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  <p:grpSp>
          <p:nvGrpSpPr>
            <p:cNvPr id="62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63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4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5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6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7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  <p:sp>
            <p:nvSpPr>
              <p:cNvPr id="68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125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“</a:t>
            </a:r>
            <a:r>
              <a:rPr lang="en-US" altLang="ko-KR" sz="1600" b="1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tx1"/>
                </a:solidFill>
                <a:latin typeface="+mn-ea"/>
              </a:rPr>
              <a:t>포트폴리오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”</a:t>
            </a:r>
            <a:endParaRPr lang="ko-KR" altLang="en-US" sz="16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</TotalTime>
  <Words>341</Words>
  <Application>Microsoft Office PowerPoint</Application>
  <PresentationFormat>사용자 지정</PresentationFormat>
  <Paragraphs>54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Pretendard Variable Medium</vt:lpstr>
      <vt:lpstr>맑은 고딕</vt:lpstr>
      <vt:lpstr>Arial</vt:lpstr>
      <vt:lpstr>Calibri</vt:lpstr>
      <vt:lpstr>Calibri Light</vt:lpstr>
      <vt:lpstr>Courier New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14</cp:revision>
  <dcterms:created xsi:type="dcterms:W3CDTF">2026-04-17T01:43:36Z</dcterms:created>
  <dcterms:modified xsi:type="dcterms:W3CDTF">2026-04-17T07:41:20Z</dcterms:modified>
</cp:coreProperties>
</file>