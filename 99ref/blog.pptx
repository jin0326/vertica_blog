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62" r:id="rId5"/>
    <p:sldId id="259" r:id="rId6"/>
    <p:sldId id="260" r:id="rId7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 varScale="1">
        <p:scale>
          <a:sx n="88" d="100"/>
          <a:sy n="88" d="100"/>
        </p:scale>
        <p:origin x="2496" y="102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33183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1947465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07104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1972432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07104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818386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183964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651831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367317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465287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6004</TotalTime>
  <Words>675</Words>
  <Application>Microsoft Office PowerPoint</Application>
  <PresentationFormat>사용자 지정</PresentationFormat>
  <Paragraphs>127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7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33</cp:revision>
  <dcterms:created xsi:type="dcterms:W3CDTF">2026-04-17T01:43:36Z</dcterms:created>
  <dcterms:modified xsi:type="dcterms:W3CDTF">2026-04-21T08:00:04Z</dcterms:modified>
</cp:coreProperties>
</file>